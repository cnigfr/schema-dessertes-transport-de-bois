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6.xml" ContentType="application/vnd.openxmlformats-officedocument.theme+xml"/>
  <Override PartName="/ppt/slideLayouts/slideLayout19.xml" ContentType="application/vnd.openxmlformats-officedocument.presentationml.slideLayout+xml"/>
  <Override PartName="/ppt/theme/theme7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8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9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ink/ink2.xml" ContentType="application/inkml+xml"/>
  <Override PartName="/ppt/notesSlides/notesSlide5.xml" ContentType="application/vnd.openxmlformats-officedocument.presentationml.notesSlide+xml"/>
  <Override PartName="/ppt/ink/ink3.xml" ContentType="application/inkml+xml"/>
  <Override PartName="/ppt/notesSlides/notesSlide6.xml" ContentType="application/vnd.openxmlformats-officedocument.presentationml.notesSlide+xml"/>
  <Override PartName="/ppt/ink/ink4.xml" ContentType="application/inkml+xml"/>
  <Override PartName="/ppt/notesSlides/notesSlide7.xml" ContentType="application/vnd.openxmlformats-officedocument.presentationml.notesSlide+xml"/>
  <Override PartName="/ppt/ink/ink5.xml" ContentType="application/inkml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7" r:id="rId4"/>
    <p:sldMasterId id="2147483665" r:id="rId5"/>
    <p:sldMasterId id="2147483690" r:id="rId6"/>
    <p:sldMasterId id="2147483692" r:id="rId7"/>
    <p:sldMasterId id="2147483713" r:id="rId8"/>
    <p:sldMasterId id="2147483721" r:id="rId9"/>
    <p:sldMasterId id="2147483729" r:id="rId10"/>
    <p:sldMasterId id="2147483731" r:id="rId11"/>
    <p:sldMasterId id="2147483742" r:id="rId12"/>
    <p:sldMasterId id="2147483753" r:id="rId13"/>
  </p:sldMasterIdLst>
  <p:notesMasterIdLst>
    <p:notesMasterId r:id="rId35"/>
  </p:notesMasterIdLst>
  <p:handoutMasterIdLst>
    <p:handoutMasterId r:id="rId36"/>
  </p:handoutMasterIdLst>
  <p:sldIdLst>
    <p:sldId id="778" r:id="rId14"/>
    <p:sldId id="772" r:id="rId15"/>
    <p:sldId id="504" r:id="rId16"/>
    <p:sldId id="707" r:id="rId17"/>
    <p:sldId id="666" r:id="rId18"/>
    <p:sldId id="606" r:id="rId19"/>
    <p:sldId id="782" r:id="rId20"/>
    <p:sldId id="711" r:id="rId21"/>
    <p:sldId id="712" r:id="rId22"/>
    <p:sldId id="765" r:id="rId23"/>
    <p:sldId id="773" r:id="rId24"/>
    <p:sldId id="774" r:id="rId25"/>
    <p:sldId id="776" r:id="rId26"/>
    <p:sldId id="777" r:id="rId27"/>
    <p:sldId id="783" r:id="rId28"/>
    <p:sldId id="770" r:id="rId29"/>
    <p:sldId id="785" r:id="rId30"/>
    <p:sldId id="786" r:id="rId31"/>
    <p:sldId id="784" r:id="rId32"/>
    <p:sldId id="787" r:id="rId33"/>
    <p:sldId id="788" r:id="rId34"/>
  </p:sldIdLst>
  <p:sldSz cx="12192000" cy="6858000"/>
  <p:notesSz cx="7099300" cy="1023461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66CD415-AB66-7B51-192D-7E3EDD71FF5A}" name="Marion Lacroix" initials="ML" userId="S::mlacroix@ignf.onmicrosoft.com::9df64882-6113-4c49-9d2b-3e68714ee988" providerId="AD"/>
  <p188:author id="{A74D592B-1C76-9E2E-E9AB-90F9693CC65E}" name="Loic Brignone" initials="LB" userId="S::lbrignone@ignf.onmicrosoft.com::a1efbad3-713d-49d2-9711-50d65828dad4" providerId="AD"/>
  <p188:author id="{BAFB0943-2FA6-0F68-58C5-FE81A57F26EC}" name="Marion Lacroix" initials="ML" userId="S::marion.lacroix@ign.fr::9df64882-6113-4c49-9d2b-3e68714ee988" providerId="AD"/>
  <p188:author id="{B4E282A7-7901-E486-CF4A-32846AE4F99F}" name="Marianne JANOWSKI" initials="MJ" userId="S::mjanowski@ignf.onmicrosoft.com::4baf287f-b9fc-4012-b573-cc645235dd3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Thierry Saffroy" initials="TS [2]" lastIdx="1" clrIdx="6">
    <p:extLst>
      <p:ext uri="{19B8F6BF-5375-455C-9EA6-DF929625EA0E}">
        <p15:presenceInfo xmlns:p15="http://schemas.microsoft.com/office/powerpoint/2012/main" userId="S::tsaffroy@ignf.onmicrosoft.com::ce28d226-01c7-4cd3-a339-989f2bb19eb3" providerId="AD"/>
      </p:ext>
    </p:extLst>
  </p:cmAuthor>
  <p:cmAuthor id="1" name="MONCHAUX Philippe" initials="MP" lastIdx="16" clrIdx="0"/>
  <p:cmAuthor id="8" name="Marion Lacroix" initials="ML [2]" lastIdx="1" clrIdx="7">
    <p:extLst>
      <p:ext uri="{19B8F6BF-5375-455C-9EA6-DF929625EA0E}">
        <p15:presenceInfo xmlns:p15="http://schemas.microsoft.com/office/powerpoint/2012/main" userId="S::marion.lacroix@ign.fr::9df64882-6113-4c49-9d2b-3e68714ee988" providerId="AD"/>
      </p:ext>
    </p:extLst>
  </p:cmAuthor>
  <p:cmAuthor id="2" name="PIN-JOUENNE Beatrice" initials="PB" lastIdx="12" clrIdx="1"/>
  <p:cmAuthor id="3" name="GINET Christophe" initials="GC" lastIdx="1" clrIdx="2"/>
  <p:cmAuthor id="4" name="MORILLON Vincent" initials="MV" lastIdx="7" clrIdx="3"/>
  <p:cmAuthor id="5" name="Marion Lacroix" initials="ML" lastIdx="3" clrIdx="4">
    <p:extLst>
      <p:ext uri="{19B8F6BF-5375-455C-9EA6-DF929625EA0E}">
        <p15:presenceInfo xmlns:p15="http://schemas.microsoft.com/office/powerpoint/2012/main" userId="S::MLacroix@IGNF.onmicrosoft.com::9df64882-6113-4c49-9d2b-3e68714ee988" providerId="AD"/>
      </p:ext>
    </p:extLst>
  </p:cmAuthor>
  <p:cmAuthor id="6" name="Thierry Saffroy" initials="TS" lastIdx="1" clrIdx="5">
    <p:extLst>
      <p:ext uri="{19B8F6BF-5375-455C-9EA6-DF929625EA0E}">
        <p15:presenceInfo xmlns:p15="http://schemas.microsoft.com/office/powerpoint/2012/main" userId="S::thierry.saffroy@ign.fr::ce28d226-01c7-4cd3-a339-989f2bb19eb3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563C1"/>
    <a:srgbClr val="8FACFF"/>
    <a:srgbClr val="FE646F"/>
    <a:srgbClr val="FD8087"/>
    <a:srgbClr val="3883CE"/>
    <a:srgbClr val="6AA2DA"/>
    <a:srgbClr val="C4C4FD"/>
    <a:srgbClr val="C3C3FC"/>
    <a:srgbClr val="79E9B3"/>
    <a:srgbClr val="D4F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6201" autoAdjust="0"/>
  </p:normalViewPr>
  <p:slideViewPr>
    <p:cSldViewPr snapToGrid="0">
      <p:cViewPr varScale="1">
        <p:scale>
          <a:sx n="62" d="100"/>
          <a:sy n="62" d="100"/>
        </p:scale>
        <p:origin x="80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" Target="slides/slide5.xml"/><Relationship Id="rId26" Type="http://schemas.openxmlformats.org/officeDocument/2006/relationships/slide" Target="slides/slide13.xml"/><Relationship Id="rId39" Type="http://schemas.openxmlformats.org/officeDocument/2006/relationships/viewProps" Target="viewProps.xml"/><Relationship Id="rId21" Type="http://schemas.openxmlformats.org/officeDocument/2006/relationships/slide" Target="slides/slide8.xml"/><Relationship Id="rId34" Type="http://schemas.openxmlformats.org/officeDocument/2006/relationships/slide" Target="slides/slide21.xml"/><Relationship Id="rId42" Type="http://schemas.microsoft.com/office/2016/11/relationships/changesInfo" Target="changesInfos/changesInfo1.xml"/><Relationship Id="rId7" Type="http://schemas.openxmlformats.org/officeDocument/2006/relationships/slideMaster" Target="slideMasters/slideMaster4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0" Type="http://schemas.openxmlformats.org/officeDocument/2006/relationships/slide" Target="slides/slide7.xml"/><Relationship Id="rId29" Type="http://schemas.openxmlformats.org/officeDocument/2006/relationships/slide" Target="slides/slide16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commentAuthors" Target="commentAuthors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handoutMaster" Target="handoutMasters/handoutMaster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6.xml"/><Relationship Id="rId31" Type="http://schemas.openxmlformats.org/officeDocument/2006/relationships/slide" Target="slides/slide18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notesMaster" Target="notesMasters/notesMaster1.xml"/><Relationship Id="rId43" Type="http://schemas.microsoft.com/office/2018/10/relationships/authors" Target="author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ion Lacroix" userId="9df64882-6113-4c49-9d2b-3e68714ee988" providerId="ADAL" clId="{0F5C530E-7F44-43FA-A114-418004AF991A}"/>
    <pc:docChg chg="undo redo custSel addSld delSld modSld sldOrd">
      <pc:chgData name="Marion Lacroix" userId="9df64882-6113-4c49-9d2b-3e68714ee988" providerId="ADAL" clId="{0F5C530E-7F44-43FA-A114-418004AF991A}" dt="2025-11-13T18:48:52.543" v="320" actId="47"/>
      <pc:docMkLst>
        <pc:docMk/>
      </pc:docMkLst>
      <pc:sldChg chg="addSp delSp modSp add mod">
        <pc:chgData name="Marion Lacroix" userId="9df64882-6113-4c49-9d2b-3e68714ee988" providerId="ADAL" clId="{0F5C530E-7F44-43FA-A114-418004AF991A}" dt="2025-11-13T18:45:44.931" v="293" actId="207"/>
        <pc:sldMkLst>
          <pc:docMk/>
          <pc:sldMk cId="1514211713" sldId="504"/>
        </pc:sldMkLst>
        <pc:spChg chg="mod">
          <ac:chgData name="Marion Lacroix" userId="9df64882-6113-4c49-9d2b-3e68714ee988" providerId="ADAL" clId="{0F5C530E-7F44-43FA-A114-418004AF991A}" dt="2025-11-13T09:35:01.363" v="77" actId="1076"/>
          <ac:spMkLst>
            <pc:docMk/>
            <pc:sldMk cId="1514211713" sldId="504"/>
            <ac:spMk id="5" creationId="{A0008525-092B-97F0-719E-F2B4ACA7B1EE}"/>
          </ac:spMkLst>
        </pc:spChg>
        <pc:spChg chg="mod">
          <ac:chgData name="Marion Lacroix" userId="9df64882-6113-4c49-9d2b-3e68714ee988" providerId="ADAL" clId="{0F5C530E-7F44-43FA-A114-418004AF991A}" dt="2025-11-13T18:43:23.822" v="214" actId="120"/>
          <ac:spMkLst>
            <pc:docMk/>
            <pc:sldMk cId="1514211713" sldId="504"/>
            <ac:spMk id="9" creationId="{649CAF71-85BB-E46B-C9EF-3972E4D631E0}"/>
          </ac:spMkLst>
        </pc:spChg>
        <pc:spChg chg="mod">
          <ac:chgData name="Marion Lacroix" userId="9df64882-6113-4c49-9d2b-3e68714ee988" providerId="ADAL" clId="{0F5C530E-7F44-43FA-A114-418004AF991A}" dt="2025-11-13T18:45:44.931" v="293" actId="207"/>
          <ac:spMkLst>
            <pc:docMk/>
            <pc:sldMk cId="1514211713" sldId="504"/>
            <ac:spMk id="10" creationId="{F1DCB85A-A34F-4AAE-85E5-400DFC79239D}"/>
          </ac:spMkLst>
        </pc:spChg>
        <pc:picChg chg="add del mod">
          <ac:chgData name="Marion Lacroix" userId="9df64882-6113-4c49-9d2b-3e68714ee988" providerId="ADAL" clId="{0F5C530E-7F44-43FA-A114-418004AF991A}" dt="2025-11-13T18:42:39.568" v="196" actId="478"/>
          <ac:picMkLst>
            <pc:docMk/>
            <pc:sldMk cId="1514211713" sldId="504"/>
            <ac:picMk id="4" creationId="{12A5C0A4-2658-487C-8162-D4ED5A480A86}"/>
          </ac:picMkLst>
        </pc:picChg>
        <pc:picChg chg="del">
          <ac:chgData name="Marion Lacroix" userId="9df64882-6113-4c49-9d2b-3e68714ee988" providerId="ADAL" clId="{0F5C530E-7F44-43FA-A114-418004AF991A}" dt="2025-11-13T18:34:08.354" v="120" actId="478"/>
          <ac:picMkLst>
            <pc:docMk/>
            <pc:sldMk cId="1514211713" sldId="504"/>
            <ac:picMk id="7" creationId="{CBAAAC15-0E7D-4580-BAEB-7D4C6F48DC6F}"/>
          </ac:picMkLst>
        </pc:picChg>
        <pc:picChg chg="add mod">
          <ac:chgData name="Marion Lacroix" userId="9df64882-6113-4c49-9d2b-3e68714ee988" providerId="ADAL" clId="{0F5C530E-7F44-43FA-A114-418004AF991A}" dt="2025-11-13T09:34:55.671" v="76" actId="2085"/>
          <ac:picMkLst>
            <pc:docMk/>
            <pc:sldMk cId="1514211713" sldId="504"/>
            <ac:picMk id="8" creationId="{003ECD8A-FFB7-44F8-A6A6-4811D6D8E63C}"/>
          </ac:picMkLst>
        </pc:picChg>
        <pc:picChg chg="add mod">
          <ac:chgData name="Marion Lacroix" userId="9df64882-6113-4c49-9d2b-3e68714ee988" providerId="ADAL" clId="{0F5C530E-7F44-43FA-A114-418004AF991A}" dt="2025-11-13T18:43:27.848" v="215" actId="1076"/>
          <ac:picMkLst>
            <pc:docMk/>
            <pc:sldMk cId="1514211713" sldId="504"/>
            <ac:picMk id="11" creationId="{FA3E84CF-23C6-4986-B9E8-9952BC28BC01}"/>
          </ac:picMkLst>
        </pc:picChg>
      </pc:sldChg>
      <pc:sldChg chg="addSp delSp modSp del mod">
        <pc:chgData name="Marion Lacroix" userId="9df64882-6113-4c49-9d2b-3e68714ee988" providerId="ADAL" clId="{0F5C530E-7F44-43FA-A114-418004AF991A}" dt="2025-11-13T18:34:30.531" v="123" actId="47"/>
        <pc:sldMkLst>
          <pc:docMk/>
          <pc:sldMk cId="3495011651" sldId="730"/>
        </pc:sldMkLst>
        <pc:spChg chg="add del mod">
          <ac:chgData name="Marion Lacroix" userId="9df64882-6113-4c49-9d2b-3e68714ee988" providerId="ADAL" clId="{0F5C530E-7F44-43FA-A114-418004AF991A}" dt="2025-11-13T18:32:29.199" v="100"/>
          <ac:spMkLst>
            <pc:docMk/>
            <pc:sldMk cId="3495011651" sldId="730"/>
            <ac:spMk id="10" creationId="{14B98C6C-331F-4963-9D41-3CA8307292B8}"/>
          </ac:spMkLst>
        </pc:spChg>
        <pc:spChg chg="del mod">
          <ac:chgData name="Marion Lacroix" userId="9df64882-6113-4c49-9d2b-3e68714ee988" providerId="ADAL" clId="{0F5C530E-7F44-43FA-A114-418004AF991A}" dt="2025-11-13T18:32:21.672" v="98" actId="478"/>
          <ac:spMkLst>
            <pc:docMk/>
            <pc:sldMk cId="3495011651" sldId="730"/>
            <ac:spMk id="11" creationId="{44054F84-C37C-4978-8F6D-455DD1B817A8}"/>
          </ac:spMkLst>
        </pc:spChg>
        <pc:spChg chg="add del mod">
          <ac:chgData name="Marion Lacroix" userId="9df64882-6113-4c49-9d2b-3e68714ee988" providerId="ADAL" clId="{0F5C530E-7F44-43FA-A114-418004AF991A}" dt="2025-11-13T18:32:29.199" v="100"/>
          <ac:spMkLst>
            <pc:docMk/>
            <pc:sldMk cId="3495011651" sldId="730"/>
            <ac:spMk id="13" creationId="{1A326530-A722-4B46-A080-6A92CDB8F41E}"/>
          </ac:spMkLst>
        </pc:spChg>
        <pc:spChg chg="add del mod">
          <ac:chgData name="Marion Lacroix" userId="9df64882-6113-4c49-9d2b-3e68714ee988" providerId="ADAL" clId="{0F5C530E-7F44-43FA-A114-418004AF991A}" dt="2025-11-13T18:32:29.199" v="100"/>
          <ac:spMkLst>
            <pc:docMk/>
            <pc:sldMk cId="3495011651" sldId="730"/>
            <ac:spMk id="14" creationId="{86AC17DE-388A-4FC7-8A17-0D11FDC01CC9}"/>
          </ac:spMkLst>
        </pc:spChg>
      </pc:sldChg>
      <pc:sldChg chg="delSp modSp del mod">
        <pc:chgData name="Marion Lacroix" userId="9df64882-6113-4c49-9d2b-3e68714ee988" providerId="ADAL" clId="{0F5C530E-7F44-43FA-A114-418004AF991A}" dt="2025-11-13T09:34:20.637" v="74" actId="47"/>
        <pc:sldMkLst>
          <pc:docMk/>
          <pc:sldMk cId="2897004409" sldId="732"/>
        </pc:sldMkLst>
        <pc:spChg chg="mod">
          <ac:chgData name="Marion Lacroix" userId="9df64882-6113-4c49-9d2b-3e68714ee988" providerId="ADAL" clId="{0F5C530E-7F44-43FA-A114-418004AF991A}" dt="2025-11-13T09:28:11.806" v="48" actId="20577"/>
          <ac:spMkLst>
            <pc:docMk/>
            <pc:sldMk cId="2897004409" sldId="732"/>
            <ac:spMk id="6" creationId="{00000000-0000-0000-0000-000000000000}"/>
          </ac:spMkLst>
        </pc:spChg>
        <pc:picChg chg="mod modCrop">
          <ac:chgData name="Marion Lacroix" userId="9df64882-6113-4c49-9d2b-3e68714ee988" providerId="ADAL" clId="{0F5C530E-7F44-43FA-A114-418004AF991A}" dt="2025-11-13T09:28:51.559" v="51" actId="732"/>
          <ac:picMkLst>
            <pc:docMk/>
            <pc:sldMk cId="2897004409" sldId="732"/>
            <ac:picMk id="7" creationId="{AF4B4D34-3332-4206-9757-BB8A2646C209}"/>
          </ac:picMkLst>
        </pc:picChg>
        <pc:picChg chg="del">
          <ac:chgData name="Marion Lacroix" userId="9df64882-6113-4c49-9d2b-3e68714ee988" providerId="ADAL" clId="{0F5C530E-7F44-43FA-A114-418004AF991A}" dt="2025-11-13T09:34:18.664" v="73" actId="478"/>
          <ac:picMkLst>
            <pc:docMk/>
            <pc:sldMk cId="2897004409" sldId="732"/>
            <ac:picMk id="9" creationId="{39B30E16-0A21-4825-A5BC-1B8BCAF83F24}"/>
          </ac:picMkLst>
        </pc:picChg>
      </pc:sldChg>
      <pc:sldChg chg="del">
        <pc:chgData name="Marion Lacroix" userId="9df64882-6113-4c49-9d2b-3e68714ee988" providerId="ADAL" clId="{0F5C530E-7F44-43FA-A114-418004AF991A}" dt="2025-11-13T18:48:52.543" v="320" actId="47"/>
        <pc:sldMkLst>
          <pc:docMk/>
          <pc:sldMk cId="3492770028" sldId="752"/>
        </pc:sldMkLst>
      </pc:sldChg>
      <pc:sldChg chg="addSp delSp modSp mod ord">
        <pc:chgData name="Marion Lacroix" userId="9df64882-6113-4c49-9d2b-3e68714ee988" providerId="ADAL" clId="{0F5C530E-7F44-43FA-A114-418004AF991A}" dt="2025-11-13T18:45:39.266" v="292" actId="207"/>
        <pc:sldMkLst>
          <pc:docMk/>
          <pc:sldMk cId="32848523" sldId="761"/>
        </pc:sldMkLst>
        <pc:spChg chg="mod">
          <ac:chgData name="Marion Lacroix" userId="9df64882-6113-4c49-9d2b-3e68714ee988" providerId="ADAL" clId="{0F5C530E-7F44-43FA-A114-418004AF991A}" dt="2025-11-13T18:45:39.266" v="292" actId="207"/>
          <ac:spMkLst>
            <pc:docMk/>
            <pc:sldMk cId="32848523" sldId="761"/>
            <ac:spMk id="9" creationId="{BEFE395B-DB4E-4519-807C-CB8B92945B67}"/>
          </ac:spMkLst>
        </pc:spChg>
        <pc:spChg chg="del">
          <ac:chgData name="Marion Lacroix" userId="9df64882-6113-4c49-9d2b-3e68714ee988" providerId="ADAL" clId="{0F5C530E-7F44-43FA-A114-418004AF991A}" dt="2025-11-13T18:35:22.260" v="128" actId="478"/>
          <ac:spMkLst>
            <pc:docMk/>
            <pc:sldMk cId="32848523" sldId="761"/>
            <ac:spMk id="10" creationId="{EF5CDFBA-28C7-4803-A3C1-549F88EA3EF8}"/>
          </ac:spMkLst>
        </pc:spChg>
        <pc:spChg chg="add mod">
          <ac:chgData name="Marion Lacroix" userId="9df64882-6113-4c49-9d2b-3e68714ee988" providerId="ADAL" clId="{0F5C530E-7F44-43FA-A114-418004AF991A}" dt="2025-11-13T18:35:15.808" v="127"/>
          <ac:spMkLst>
            <pc:docMk/>
            <pc:sldMk cId="32848523" sldId="761"/>
            <ac:spMk id="12" creationId="{444D8B87-0A17-4C00-ABA3-5BB055CD4FB9}"/>
          </ac:spMkLst>
        </pc:spChg>
      </pc:sldChg>
      <pc:sldChg chg="addSp delSp modSp mod">
        <pc:chgData name="Marion Lacroix" userId="9df64882-6113-4c49-9d2b-3e68714ee988" providerId="ADAL" clId="{0F5C530E-7F44-43FA-A114-418004AF991A}" dt="2025-11-13T18:31:16.317" v="96"/>
        <pc:sldMkLst>
          <pc:docMk/>
          <pc:sldMk cId="2150675422" sldId="772"/>
        </pc:sldMkLst>
        <pc:spChg chg="mod">
          <ac:chgData name="Marion Lacroix" userId="9df64882-6113-4c49-9d2b-3e68714ee988" providerId="ADAL" clId="{0F5C530E-7F44-43FA-A114-418004AF991A}" dt="2025-11-13T18:30:29.254" v="84" actId="2711"/>
          <ac:spMkLst>
            <pc:docMk/>
            <pc:sldMk cId="2150675422" sldId="772"/>
            <ac:spMk id="5" creationId="{852BE78D-901C-F949-EE09-515CE0A4DF96}"/>
          </ac:spMkLst>
        </pc:spChg>
        <pc:spChg chg="mod">
          <ac:chgData name="Marion Lacroix" userId="9df64882-6113-4c49-9d2b-3e68714ee988" providerId="ADAL" clId="{0F5C530E-7F44-43FA-A114-418004AF991A}" dt="2025-11-13T18:30:50.274" v="95" actId="1076"/>
          <ac:spMkLst>
            <pc:docMk/>
            <pc:sldMk cId="2150675422" sldId="772"/>
            <ac:spMk id="9" creationId="{BEFE395B-DB4E-4519-807C-CB8B92945B67}"/>
          </ac:spMkLst>
        </pc:spChg>
        <pc:spChg chg="del">
          <ac:chgData name="Marion Lacroix" userId="9df64882-6113-4c49-9d2b-3e68714ee988" providerId="ADAL" clId="{0F5C530E-7F44-43FA-A114-418004AF991A}" dt="2025-11-13T09:29:50.423" v="53" actId="478"/>
          <ac:spMkLst>
            <pc:docMk/>
            <pc:sldMk cId="2150675422" sldId="772"/>
            <ac:spMk id="13" creationId="{AA840A36-3F2C-4339-A967-4630CD589576}"/>
          </ac:spMkLst>
        </pc:spChg>
        <pc:spChg chg="add mod">
          <ac:chgData name="Marion Lacroix" userId="9df64882-6113-4c49-9d2b-3e68714ee988" providerId="ADAL" clId="{0F5C530E-7F44-43FA-A114-418004AF991A}" dt="2025-11-13T18:31:16.317" v="96"/>
          <ac:spMkLst>
            <pc:docMk/>
            <pc:sldMk cId="2150675422" sldId="772"/>
            <ac:spMk id="19" creationId="{AB076570-CFEA-4AB6-9899-F591311F560D}"/>
          </ac:spMkLst>
        </pc:spChg>
      </pc:sldChg>
      <pc:sldChg chg="modSp add del mod">
        <pc:chgData name="Marion Lacroix" userId="9df64882-6113-4c49-9d2b-3e68714ee988" providerId="ADAL" clId="{0F5C530E-7F44-43FA-A114-418004AF991A}" dt="2025-11-13T18:32:53.963" v="105" actId="47"/>
        <pc:sldMkLst>
          <pc:docMk/>
          <pc:sldMk cId="2449775682" sldId="773"/>
        </pc:sldMkLst>
        <pc:spChg chg="mod">
          <ac:chgData name="Marion Lacroix" userId="9df64882-6113-4c49-9d2b-3e68714ee988" providerId="ADAL" clId="{0F5C530E-7F44-43FA-A114-418004AF991A}" dt="2025-11-13T09:35:17.907" v="79" actId="1076"/>
          <ac:spMkLst>
            <pc:docMk/>
            <pc:sldMk cId="2449775682" sldId="773"/>
            <ac:spMk id="5" creationId="{12868900-EE89-4C19-A528-550BE7659973}"/>
          </ac:spMkLst>
        </pc:spChg>
      </pc:sldChg>
      <pc:sldChg chg="del">
        <pc:chgData name="Marion Lacroix" userId="9df64882-6113-4c49-9d2b-3e68714ee988" providerId="ADAL" clId="{0F5C530E-7F44-43FA-A114-418004AF991A}" dt="2025-11-13T18:43:44.945" v="216" actId="47"/>
        <pc:sldMkLst>
          <pc:docMk/>
          <pc:sldMk cId="1635435914" sldId="774"/>
        </pc:sldMkLst>
      </pc:sldChg>
      <pc:sldChg chg="addSp modSp add mod ord">
        <pc:chgData name="Marion Lacroix" userId="9df64882-6113-4c49-9d2b-3e68714ee988" providerId="ADAL" clId="{0F5C530E-7F44-43FA-A114-418004AF991A}" dt="2025-11-13T18:30:14.757" v="83" actId="20577"/>
        <pc:sldMkLst>
          <pc:docMk/>
          <pc:sldMk cId="3601713197" sldId="778"/>
        </pc:sldMkLst>
        <pc:spChg chg="mod">
          <ac:chgData name="Marion Lacroix" userId="9df64882-6113-4c49-9d2b-3e68714ee988" providerId="ADAL" clId="{0F5C530E-7F44-43FA-A114-418004AF991A}" dt="2025-11-13T09:32:49.340" v="58" actId="12789"/>
          <ac:spMkLst>
            <pc:docMk/>
            <pc:sldMk cId="3601713197" sldId="778"/>
            <ac:spMk id="2" creationId="{8A31229A-73AF-40B9-BDC6-362330BDF2D9}"/>
          </ac:spMkLst>
        </pc:spChg>
        <pc:spChg chg="mod">
          <ac:chgData name="Marion Lacroix" userId="9df64882-6113-4c49-9d2b-3e68714ee988" providerId="ADAL" clId="{0F5C530E-7F44-43FA-A114-418004AF991A}" dt="2025-11-13T09:33:52.357" v="69" actId="1076"/>
          <ac:spMkLst>
            <pc:docMk/>
            <pc:sldMk cId="3601713197" sldId="778"/>
            <ac:spMk id="3" creationId="{2A1BE3EA-BC1C-4F4B-BEBE-F790BF497879}"/>
          </ac:spMkLst>
        </pc:spChg>
        <pc:spChg chg="mod">
          <ac:chgData name="Marion Lacroix" userId="9df64882-6113-4c49-9d2b-3e68714ee988" providerId="ADAL" clId="{0F5C530E-7F44-43FA-A114-418004AF991A}" dt="2025-11-13T18:30:14.757" v="83" actId="20577"/>
          <ac:spMkLst>
            <pc:docMk/>
            <pc:sldMk cId="3601713197" sldId="778"/>
            <ac:spMk id="6" creationId="{00000000-0000-0000-0000-000000000000}"/>
          </ac:spMkLst>
        </pc:spChg>
        <pc:spChg chg="mod">
          <ac:chgData name="Marion Lacroix" userId="9df64882-6113-4c49-9d2b-3e68714ee988" providerId="ADAL" clId="{0F5C530E-7F44-43FA-A114-418004AF991A}" dt="2025-11-13T09:32:49.340" v="58" actId="12789"/>
          <ac:spMkLst>
            <pc:docMk/>
            <pc:sldMk cId="3601713197" sldId="778"/>
            <ac:spMk id="11" creationId="{B82313C9-D5BF-4E03-9936-9A509F430E5A}"/>
          </ac:spMkLst>
        </pc:spChg>
        <pc:spChg chg="mod">
          <ac:chgData name="Marion Lacroix" userId="9df64882-6113-4c49-9d2b-3e68714ee988" providerId="ADAL" clId="{0F5C530E-7F44-43FA-A114-418004AF991A}" dt="2025-11-13T09:32:49.340" v="58" actId="12789"/>
          <ac:spMkLst>
            <pc:docMk/>
            <pc:sldMk cId="3601713197" sldId="778"/>
            <ac:spMk id="17" creationId="{7FA9FD43-0EA4-4063-8C97-F0E6FE8C5FA3}"/>
          </ac:spMkLst>
        </pc:spChg>
        <pc:grpChg chg="add mod">
          <ac:chgData name="Marion Lacroix" userId="9df64882-6113-4c49-9d2b-3e68714ee988" providerId="ADAL" clId="{0F5C530E-7F44-43FA-A114-418004AF991A}" dt="2025-11-13T18:30:12.914" v="82" actId="1076"/>
          <ac:grpSpMkLst>
            <pc:docMk/>
            <pc:sldMk cId="3601713197" sldId="778"/>
            <ac:grpSpMk id="9" creationId="{EF014D96-B770-437F-8E9D-C6248933CB3E}"/>
          </ac:grpSpMkLst>
        </pc:grpChg>
        <pc:picChg chg="mod">
          <ac:chgData name="Marion Lacroix" userId="9df64882-6113-4c49-9d2b-3e68714ee988" providerId="ADAL" clId="{0F5C530E-7F44-43FA-A114-418004AF991A}" dt="2025-11-13T09:33:00.413" v="59" actId="164"/>
          <ac:picMkLst>
            <pc:docMk/>
            <pc:sldMk cId="3601713197" sldId="778"/>
            <ac:picMk id="12" creationId="{CB131529-0D4F-4171-9917-E2B6F9BD3EDE}"/>
          </ac:picMkLst>
        </pc:picChg>
        <pc:picChg chg="mod">
          <ac:chgData name="Marion Lacroix" userId="9df64882-6113-4c49-9d2b-3e68714ee988" providerId="ADAL" clId="{0F5C530E-7F44-43FA-A114-418004AF991A}" dt="2025-11-13T09:33:00.413" v="59" actId="164"/>
          <ac:picMkLst>
            <pc:docMk/>
            <pc:sldMk cId="3601713197" sldId="778"/>
            <ac:picMk id="13" creationId="{BD3A6AC6-9EC3-4B4C-8BCC-0CDF0B526C8F}"/>
          </ac:picMkLst>
        </pc:picChg>
        <pc:picChg chg="mod">
          <ac:chgData name="Marion Lacroix" userId="9df64882-6113-4c49-9d2b-3e68714ee988" providerId="ADAL" clId="{0F5C530E-7F44-43FA-A114-418004AF991A}" dt="2025-11-13T09:33:00.413" v="59" actId="164"/>
          <ac:picMkLst>
            <pc:docMk/>
            <pc:sldMk cId="3601713197" sldId="778"/>
            <ac:picMk id="14" creationId="{E9AF8D38-FAC6-4321-ACD7-16F536668A76}"/>
          </ac:picMkLst>
        </pc:picChg>
        <pc:picChg chg="mod">
          <ac:chgData name="Marion Lacroix" userId="9df64882-6113-4c49-9d2b-3e68714ee988" providerId="ADAL" clId="{0F5C530E-7F44-43FA-A114-418004AF991A}" dt="2025-11-13T09:33:00.413" v="59" actId="164"/>
          <ac:picMkLst>
            <pc:docMk/>
            <pc:sldMk cId="3601713197" sldId="778"/>
            <ac:picMk id="15" creationId="{6C5BBA72-1878-453A-B073-EF55F2AA4B75}"/>
          </ac:picMkLst>
        </pc:picChg>
        <pc:picChg chg="mod">
          <ac:chgData name="Marion Lacroix" userId="9df64882-6113-4c49-9d2b-3e68714ee988" providerId="ADAL" clId="{0F5C530E-7F44-43FA-A114-418004AF991A}" dt="2025-11-13T09:33:00.413" v="59" actId="164"/>
          <ac:picMkLst>
            <pc:docMk/>
            <pc:sldMk cId="3601713197" sldId="778"/>
            <ac:picMk id="18" creationId="{85455156-CA8E-44FF-88AF-0243B8E80CEB}"/>
          </ac:picMkLst>
        </pc:picChg>
      </pc:sldChg>
      <pc:sldChg chg="addSp delSp modSp add mod">
        <pc:chgData name="Marion Lacroix" userId="9df64882-6113-4c49-9d2b-3e68714ee988" providerId="ADAL" clId="{0F5C530E-7F44-43FA-A114-418004AF991A}" dt="2025-11-13T18:45:33.652" v="291" actId="207"/>
        <pc:sldMkLst>
          <pc:docMk/>
          <pc:sldMk cId="2402705433" sldId="779"/>
        </pc:sldMkLst>
        <pc:spChg chg="mod">
          <ac:chgData name="Marion Lacroix" userId="9df64882-6113-4c49-9d2b-3e68714ee988" providerId="ADAL" clId="{0F5C530E-7F44-43FA-A114-418004AF991A}" dt="2025-11-13T18:42:09.019" v="190" actId="207"/>
          <ac:spMkLst>
            <pc:docMk/>
            <pc:sldMk cId="2402705433" sldId="779"/>
            <ac:spMk id="9" creationId="{649CAF71-85BB-E46B-C9EF-3972E4D631E0}"/>
          </ac:spMkLst>
        </pc:spChg>
        <pc:spChg chg="mod">
          <ac:chgData name="Marion Lacroix" userId="9df64882-6113-4c49-9d2b-3e68714ee988" providerId="ADAL" clId="{0F5C530E-7F44-43FA-A114-418004AF991A}" dt="2025-11-13T18:45:33.652" v="291" actId="207"/>
          <ac:spMkLst>
            <pc:docMk/>
            <pc:sldMk cId="2402705433" sldId="779"/>
            <ac:spMk id="10" creationId="{F1DCB85A-A34F-4AAE-85E5-400DFC79239D}"/>
          </ac:spMkLst>
        </pc:spChg>
        <pc:spChg chg="add mod">
          <ac:chgData name="Marion Lacroix" userId="9df64882-6113-4c49-9d2b-3e68714ee988" providerId="ADAL" clId="{0F5C530E-7F44-43FA-A114-418004AF991A}" dt="2025-11-13T18:41:51.754" v="187" actId="207"/>
          <ac:spMkLst>
            <pc:docMk/>
            <pc:sldMk cId="2402705433" sldId="779"/>
            <ac:spMk id="11" creationId="{AE38366E-6F7F-48D1-B918-32F18FB671FD}"/>
          </ac:spMkLst>
        </pc:spChg>
        <pc:spChg chg="add mod">
          <ac:chgData name="Marion Lacroix" userId="9df64882-6113-4c49-9d2b-3e68714ee988" providerId="ADAL" clId="{0F5C530E-7F44-43FA-A114-418004AF991A}" dt="2025-11-13T18:41:15.872" v="186" actId="207"/>
          <ac:spMkLst>
            <pc:docMk/>
            <pc:sldMk cId="2402705433" sldId="779"/>
            <ac:spMk id="12" creationId="{7A343B26-57A8-4F6D-91E7-5AB2A7A94FB6}"/>
          </ac:spMkLst>
        </pc:spChg>
        <pc:picChg chg="del">
          <ac:chgData name="Marion Lacroix" userId="9df64882-6113-4c49-9d2b-3e68714ee988" providerId="ADAL" clId="{0F5C530E-7F44-43FA-A114-418004AF991A}" dt="2025-11-13T18:37:27.907" v="143" actId="478"/>
          <ac:picMkLst>
            <pc:docMk/>
            <pc:sldMk cId="2402705433" sldId="779"/>
            <ac:picMk id="4" creationId="{12A5C0A4-2658-487C-8162-D4ED5A480A86}"/>
          </ac:picMkLst>
        </pc:picChg>
        <pc:picChg chg="add del mod">
          <ac:chgData name="Marion Lacroix" userId="9df64882-6113-4c49-9d2b-3e68714ee988" providerId="ADAL" clId="{0F5C530E-7F44-43FA-A114-418004AF991A}" dt="2025-11-13T18:42:36.797" v="195" actId="21"/>
          <ac:picMkLst>
            <pc:docMk/>
            <pc:sldMk cId="2402705433" sldId="779"/>
            <ac:picMk id="13" creationId="{042E119A-EACC-43C5-99A9-533393AA7A26}"/>
          </ac:picMkLst>
        </pc:picChg>
      </pc:sldChg>
      <pc:sldChg chg="modSp add del mod">
        <pc:chgData name="Marion Lacroix" userId="9df64882-6113-4c49-9d2b-3e68714ee988" providerId="ADAL" clId="{0F5C530E-7F44-43FA-A114-418004AF991A}" dt="2025-11-13T18:32:54.883" v="106" actId="47"/>
        <pc:sldMkLst>
          <pc:docMk/>
          <pc:sldMk cId="3027977198" sldId="779"/>
        </pc:sldMkLst>
        <pc:spChg chg="mod">
          <ac:chgData name="Marion Lacroix" userId="9df64882-6113-4c49-9d2b-3e68714ee988" providerId="ADAL" clId="{0F5C530E-7F44-43FA-A114-418004AF991A}" dt="2025-11-13T09:35:12.003" v="78" actId="1076"/>
          <ac:spMkLst>
            <pc:docMk/>
            <pc:sldMk cId="3027977198" sldId="779"/>
            <ac:spMk id="5" creationId="{A0008525-092B-97F0-719E-F2B4ACA7B1EE}"/>
          </ac:spMkLst>
        </pc:spChg>
      </pc:sldChg>
      <pc:sldChg chg="addSp delSp modSp add mod">
        <pc:chgData name="Marion Lacroix" userId="9df64882-6113-4c49-9d2b-3e68714ee988" providerId="ADAL" clId="{0F5C530E-7F44-43FA-A114-418004AF991A}" dt="2025-11-13T18:48:48.834" v="319" actId="207"/>
        <pc:sldMkLst>
          <pc:docMk/>
          <pc:sldMk cId="3542580256" sldId="780"/>
        </pc:sldMkLst>
        <pc:spChg chg="mod">
          <ac:chgData name="Marion Lacroix" userId="9df64882-6113-4c49-9d2b-3e68714ee988" providerId="ADAL" clId="{0F5C530E-7F44-43FA-A114-418004AF991A}" dt="2025-11-13T18:48:27.260" v="318" actId="20577"/>
          <ac:spMkLst>
            <pc:docMk/>
            <pc:sldMk cId="3542580256" sldId="780"/>
            <ac:spMk id="9" creationId="{649CAF71-85BB-E46B-C9EF-3972E4D631E0}"/>
          </ac:spMkLst>
        </pc:spChg>
        <pc:spChg chg="mod">
          <ac:chgData name="Marion Lacroix" userId="9df64882-6113-4c49-9d2b-3e68714ee988" providerId="ADAL" clId="{0F5C530E-7F44-43FA-A114-418004AF991A}" dt="2025-11-13T18:48:48.834" v="319" actId="207"/>
          <ac:spMkLst>
            <pc:docMk/>
            <pc:sldMk cId="3542580256" sldId="780"/>
            <ac:spMk id="10" creationId="{F1DCB85A-A34F-4AAE-85E5-400DFC79239D}"/>
          </ac:spMkLst>
        </pc:spChg>
        <pc:spChg chg="del">
          <ac:chgData name="Marion Lacroix" userId="9df64882-6113-4c49-9d2b-3e68714ee988" providerId="ADAL" clId="{0F5C530E-7F44-43FA-A114-418004AF991A}" dt="2025-11-13T18:44:13.804" v="222" actId="478"/>
          <ac:spMkLst>
            <pc:docMk/>
            <pc:sldMk cId="3542580256" sldId="780"/>
            <ac:spMk id="11" creationId="{AE38366E-6F7F-48D1-B918-32F18FB671FD}"/>
          </ac:spMkLst>
        </pc:spChg>
        <pc:spChg chg="del mod">
          <ac:chgData name="Marion Lacroix" userId="9df64882-6113-4c49-9d2b-3e68714ee988" providerId="ADAL" clId="{0F5C530E-7F44-43FA-A114-418004AF991A}" dt="2025-11-13T18:44:12.185" v="221" actId="478"/>
          <ac:spMkLst>
            <pc:docMk/>
            <pc:sldMk cId="3542580256" sldId="780"/>
            <ac:spMk id="12" creationId="{7A343B26-57A8-4F6D-91E7-5AB2A7A94FB6}"/>
          </ac:spMkLst>
        </pc:spChg>
        <pc:picChg chg="add mod">
          <ac:chgData name="Marion Lacroix" userId="9df64882-6113-4c49-9d2b-3e68714ee988" providerId="ADAL" clId="{0F5C530E-7F44-43FA-A114-418004AF991A}" dt="2025-11-13T18:48:09.217" v="315" actId="1076"/>
          <ac:picMkLst>
            <pc:docMk/>
            <pc:sldMk cId="3542580256" sldId="780"/>
            <ac:picMk id="4" creationId="{21876233-8D86-460E-BFBC-7E4E3B94B4A0}"/>
          </ac:picMkLst>
        </pc:picChg>
        <pc:picChg chg="add mod">
          <ac:chgData name="Marion Lacroix" userId="9df64882-6113-4c49-9d2b-3e68714ee988" providerId="ADAL" clId="{0F5C530E-7F44-43FA-A114-418004AF991A}" dt="2025-11-13T18:47:02.529" v="308" actId="1076"/>
          <ac:picMkLst>
            <pc:docMk/>
            <pc:sldMk cId="3542580256" sldId="780"/>
            <ac:picMk id="13" creationId="{7CEF7336-414B-456C-948B-53FF32D7F2BF}"/>
          </ac:picMkLst>
        </pc:picChg>
        <pc:picChg chg="add del mod">
          <ac:chgData name="Marion Lacroix" userId="9df64882-6113-4c49-9d2b-3e68714ee988" providerId="ADAL" clId="{0F5C530E-7F44-43FA-A114-418004AF991A}" dt="2025-11-13T18:46:39.385" v="300" actId="478"/>
          <ac:picMkLst>
            <pc:docMk/>
            <pc:sldMk cId="3542580256" sldId="780"/>
            <ac:picMk id="14" creationId="{3E5F94CC-A64A-45F0-886B-10513134DFB7}"/>
          </ac:picMkLst>
        </pc:picChg>
      </pc:sldChg>
      <pc:sldChg chg="add del">
        <pc:chgData name="Marion Lacroix" userId="9df64882-6113-4c49-9d2b-3e68714ee988" providerId="ADAL" clId="{0F5C530E-7F44-43FA-A114-418004AF991A}" dt="2025-11-13T18:32:49.466" v="103" actId="47"/>
        <pc:sldMkLst>
          <pc:docMk/>
          <pc:sldMk cId="4007692766" sldId="780"/>
        </pc:sldMkLst>
      </pc:sldChg>
      <pc:sldChg chg="add del">
        <pc:chgData name="Marion Lacroix" userId="9df64882-6113-4c49-9d2b-3e68714ee988" providerId="ADAL" clId="{0F5C530E-7F44-43FA-A114-418004AF991A}" dt="2025-11-13T18:32:50.746" v="104" actId="47"/>
        <pc:sldMkLst>
          <pc:docMk/>
          <pc:sldMk cId="2027132577" sldId="781"/>
        </pc:sldMkLst>
      </pc:sldChg>
    </pc:docChg>
  </pc:docChgLst>
  <pc:docChgLst>
    <pc:chgData name="Marion Lacroix" userId="9df64882-6113-4c49-9d2b-3e68714ee988" providerId="ADAL" clId="{50925B17-DBF0-4DD9-AB5C-F0142C421E6A}"/>
    <pc:docChg chg="undo custSel addSld delSld modSld sldOrd">
      <pc:chgData name="Marion Lacroix" userId="9df64882-6113-4c49-9d2b-3e68714ee988" providerId="ADAL" clId="{50925B17-DBF0-4DD9-AB5C-F0142C421E6A}" dt="2025-11-14T16:55:52.177" v="1077" actId="14100"/>
      <pc:docMkLst>
        <pc:docMk/>
      </pc:docMkLst>
      <pc:sldChg chg="del">
        <pc:chgData name="Marion Lacroix" userId="9df64882-6113-4c49-9d2b-3e68714ee988" providerId="ADAL" clId="{50925B17-DBF0-4DD9-AB5C-F0142C421E6A}" dt="2025-11-14T14:29:06.500" v="1" actId="47"/>
        <pc:sldMkLst>
          <pc:docMk/>
          <pc:sldMk cId="1344268189" sldId="427"/>
        </pc:sldMkLst>
      </pc:sldChg>
      <pc:sldChg chg="del">
        <pc:chgData name="Marion Lacroix" userId="9df64882-6113-4c49-9d2b-3e68714ee988" providerId="ADAL" clId="{50925B17-DBF0-4DD9-AB5C-F0142C421E6A}" dt="2025-11-14T14:29:06.500" v="1" actId="47"/>
        <pc:sldMkLst>
          <pc:docMk/>
          <pc:sldMk cId="3607382716" sldId="481"/>
        </pc:sldMkLst>
      </pc:sldChg>
      <pc:sldChg chg="del">
        <pc:chgData name="Marion Lacroix" userId="9df64882-6113-4c49-9d2b-3e68714ee988" providerId="ADAL" clId="{50925B17-DBF0-4DD9-AB5C-F0142C421E6A}" dt="2025-11-14T14:29:06.500" v="1" actId="47"/>
        <pc:sldMkLst>
          <pc:docMk/>
          <pc:sldMk cId="3382714557" sldId="482"/>
        </pc:sldMkLst>
      </pc:sldChg>
      <pc:sldChg chg="del">
        <pc:chgData name="Marion Lacroix" userId="9df64882-6113-4c49-9d2b-3e68714ee988" providerId="ADAL" clId="{50925B17-DBF0-4DD9-AB5C-F0142C421E6A}" dt="2025-11-14T14:29:06.500" v="1" actId="47"/>
        <pc:sldMkLst>
          <pc:docMk/>
          <pc:sldMk cId="2070195696" sldId="483"/>
        </pc:sldMkLst>
      </pc:sldChg>
      <pc:sldChg chg="modSp mod">
        <pc:chgData name="Marion Lacroix" userId="9df64882-6113-4c49-9d2b-3e68714ee988" providerId="ADAL" clId="{50925B17-DBF0-4DD9-AB5C-F0142C421E6A}" dt="2025-11-14T14:28:25.623" v="0" actId="1076"/>
        <pc:sldMkLst>
          <pc:docMk/>
          <pc:sldMk cId="1514211713" sldId="504"/>
        </pc:sldMkLst>
        <pc:spChg chg="mod">
          <ac:chgData name="Marion Lacroix" userId="9df64882-6113-4c49-9d2b-3e68714ee988" providerId="ADAL" clId="{50925B17-DBF0-4DD9-AB5C-F0142C421E6A}" dt="2025-11-14T14:28:25.623" v="0" actId="1076"/>
          <ac:spMkLst>
            <pc:docMk/>
            <pc:sldMk cId="1514211713" sldId="504"/>
            <ac:spMk id="9" creationId="{649CAF71-85BB-E46B-C9EF-3972E4D631E0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1:08.131" v="1030" actId="121"/>
        <pc:sldMkLst>
          <pc:docMk/>
          <pc:sldMk cId="3588698646" sldId="606"/>
        </pc:sldMkLst>
        <pc:spChg chg="del">
          <ac:chgData name="Marion Lacroix" userId="9df64882-6113-4c49-9d2b-3e68714ee988" providerId="ADAL" clId="{50925B17-DBF0-4DD9-AB5C-F0142C421E6A}" dt="2025-11-14T15:17:28.577" v="974" actId="478"/>
          <ac:spMkLst>
            <pc:docMk/>
            <pc:sldMk cId="3588698646" sldId="606"/>
            <ac:spMk id="9" creationId="{00000000-0000-0000-0000-000000000000}"/>
          </ac:spMkLst>
        </pc:spChg>
        <pc:spChg chg="add mod">
          <ac:chgData name="Marion Lacroix" userId="9df64882-6113-4c49-9d2b-3e68714ee988" providerId="ADAL" clId="{50925B17-DBF0-4DD9-AB5C-F0142C421E6A}" dt="2025-11-14T15:21:08.131" v="1030" actId="121"/>
          <ac:spMkLst>
            <pc:docMk/>
            <pc:sldMk cId="3588698646" sldId="606"/>
            <ac:spMk id="20" creationId="{3B298269-A8CD-4BB3-9045-B3AAABD1FABF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1:03.919" v="1029" actId="121"/>
        <pc:sldMkLst>
          <pc:docMk/>
          <pc:sldMk cId="2078013151" sldId="666"/>
        </pc:sldMkLst>
        <pc:spChg chg="del">
          <ac:chgData name="Marion Lacroix" userId="9df64882-6113-4c49-9d2b-3e68714ee988" providerId="ADAL" clId="{50925B17-DBF0-4DD9-AB5C-F0142C421E6A}" dt="2025-11-14T15:17:23.796" v="973" actId="478"/>
          <ac:spMkLst>
            <pc:docMk/>
            <pc:sldMk cId="2078013151" sldId="666"/>
            <ac:spMk id="35" creationId="{00000000-0000-0000-0000-000000000000}"/>
          </ac:spMkLst>
        </pc:spChg>
        <pc:spChg chg="add mod">
          <ac:chgData name="Marion Lacroix" userId="9df64882-6113-4c49-9d2b-3e68714ee988" providerId="ADAL" clId="{50925B17-DBF0-4DD9-AB5C-F0142C421E6A}" dt="2025-11-14T15:17:20.956" v="972"/>
          <ac:spMkLst>
            <pc:docMk/>
            <pc:sldMk cId="2078013151" sldId="666"/>
            <ac:spMk id="36" creationId="{54B4394F-C26D-4138-A90D-781D5A62612F}"/>
          </ac:spMkLst>
        </pc:spChg>
        <pc:spChg chg="del">
          <ac:chgData name="Marion Lacroix" userId="9df64882-6113-4c49-9d2b-3e68714ee988" providerId="ADAL" clId="{50925B17-DBF0-4DD9-AB5C-F0142C421E6A}" dt="2025-11-14T15:17:20.085" v="971" actId="478"/>
          <ac:spMkLst>
            <pc:docMk/>
            <pc:sldMk cId="2078013151" sldId="666"/>
            <ac:spMk id="38" creationId="{00000000-0000-0000-0000-000000000000}"/>
          </ac:spMkLst>
        </pc:spChg>
        <pc:spChg chg="add mod">
          <ac:chgData name="Marion Lacroix" userId="9df64882-6113-4c49-9d2b-3e68714ee988" providerId="ADAL" clId="{50925B17-DBF0-4DD9-AB5C-F0142C421E6A}" dt="2025-11-14T15:21:03.919" v="1029" actId="121"/>
          <ac:spMkLst>
            <pc:docMk/>
            <pc:sldMk cId="2078013151" sldId="666"/>
            <ac:spMk id="46" creationId="{C92E89B2-FA41-419A-8B65-E3026910630B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17:15.295" v="970"/>
        <pc:sldMkLst>
          <pc:docMk/>
          <pc:sldMk cId="410272824" sldId="707"/>
        </pc:sldMkLst>
        <pc:spChg chg="del mod">
          <ac:chgData name="Marion Lacroix" userId="9df64882-6113-4c49-9d2b-3e68714ee988" providerId="ADAL" clId="{50925B17-DBF0-4DD9-AB5C-F0142C421E6A}" dt="2025-11-14T15:17:09.226" v="968" actId="478"/>
          <ac:spMkLst>
            <pc:docMk/>
            <pc:sldMk cId="410272824" sldId="707"/>
            <ac:spMk id="2" creationId="{68BECE46-6668-4824-9371-C1C14AFD7FA4}"/>
          </ac:spMkLst>
        </pc:spChg>
        <pc:spChg chg="add mod ord">
          <ac:chgData name="Marion Lacroix" userId="9df64882-6113-4c49-9d2b-3e68714ee988" providerId="ADAL" clId="{50925B17-DBF0-4DD9-AB5C-F0142C421E6A}" dt="2025-11-14T14:32:03.420" v="54" actId="171"/>
          <ac:spMkLst>
            <pc:docMk/>
            <pc:sldMk cId="410272824" sldId="707"/>
            <ac:spMk id="3" creationId="{FE44F586-103D-407B-B37E-D9BB585509DE}"/>
          </ac:spMkLst>
        </pc:spChg>
        <pc:spChg chg="del">
          <ac:chgData name="Marion Lacroix" userId="9df64882-6113-4c49-9d2b-3e68714ee988" providerId="ADAL" clId="{50925B17-DBF0-4DD9-AB5C-F0142C421E6A}" dt="2025-11-14T15:17:07.499" v="966" actId="478"/>
          <ac:spMkLst>
            <pc:docMk/>
            <pc:sldMk cId="410272824" sldId="707"/>
            <ac:spMk id="7" creationId="{00000000-0000-0000-0000-000000000000}"/>
          </ac:spMkLst>
        </pc:spChg>
        <pc:spChg chg="del">
          <ac:chgData name="Marion Lacroix" userId="9df64882-6113-4c49-9d2b-3e68714ee988" providerId="ADAL" clId="{50925B17-DBF0-4DD9-AB5C-F0142C421E6A}" dt="2025-11-14T15:17:12.072" v="969" actId="478"/>
          <ac:spMkLst>
            <pc:docMk/>
            <pc:sldMk cId="410272824" sldId="707"/>
            <ac:spMk id="8" creationId="{00000000-0000-0000-0000-000000000000}"/>
          </ac:spMkLst>
        </pc:spChg>
        <pc:spChg chg="add mod">
          <ac:chgData name="Marion Lacroix" userId="9df64882-6113-4c49-9d2b-3e68714ee988" providerId="ADAL" clId="{50925B17-DBF0-4DD9-AB5C-F0142C421E6A}" dt="2025-11-14T15:16:01.076" v="924"/>
          <ac:spMkLst>
            <pc:docMk/>
            <pc:sldMk cId="410272824" sldId="707"/>
            <ac:spMk id="13" creationId="{B9BE1740-099D-474C-8721-E5E54A79BC9F}"/>
          </ac:spMkLst>
        </pc:spChg>
        <pc:spChg chg="add del mod">
          <ac:chgData name="Marion Lacroix" userId="9df64882-6113-4c49-9d2b-3e68714ee988" providerId="ADAL" clId="{50925B17-DBF0-4DD9-AB5C-F0142C421E6A}" dt="2025-11-14T15:17:04.847" v="965"/>
          <ac:spMkLst>
            <pc:docMk/>
            <pc:sldMk cId="410272824" sldId="707"/>
            <ac:spMk id="14" creationId="{9AAA54DE-9E89-4424-8C46-937CA298C37C}"/>
          </ac:spMkLst>
        </pc:spChg>
        <pc:spChg chg="add mod">
          <ac:chgData name="Marion Lacroix" userId="9df64882-6113-4c49-9d2b-3e68714ee988" providerId="ADAL" clId="{50925B17-DBF0-4DD9-AB5C-F0142C421E6A}" dt="2025-11-14T15:17:15.295" v="970"/>
          <ac:spMkLst>
            <pc:docMk/>
            <pc:sldMk cId="410272824" sldId="707"/>
            <ac:spMk id="15" creationId="{5AF5EFB9-17DD-4199-B138-6F1056D8DF75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1:19.667" v="1031" actId="121"/>
        <pc:sldMkLst>
          <pc:docMk/>
          <pc:sldMk cId="2199335285" sldId="711"/>
        </pc:sldMkLst>
        <pc:spChg chg="del mod">
          <ac:chgData name="Marion Lacroix" userId="9df64882-6113-4c49-9d2b-3e68714ee988" providerId="ADAL" clId="{50925B17-DBF0-4DD9-AB5C-F0142C421E6A}" dt="2025-11-14T14:30:37.403" v="4" actId="478"/>
          <ac:spMkLst>
            <pc:docMk/>
            <pc:sldMk cId="2199335285" sldId="711"/>
            <ac:spMk id="2" creationId="{3E65A8FA-A1C3-4EA6-AC6E-676052C01FB0}"/>
          </ac:spMkLst>
        </pc:spChg>
        <pc:spChg chg="del">
          <ac:chgData name="Marion Lacroix" userId="9df64882-6113-4c49-9d2b-3e68714ee988" providerId="ADAL" clId="{50925B17-DBF0-4DD9-AB5C-F0142C421E6A}" dt="2025-11-14T15:17:45.353" v="978" actId="478"/>
          <ac:spMkLst>
            <pc:docMk/>
            <pc:sldMk cId="2199335285" sldId="711"/>
            <ac:spMk id="6" creationId="{00000000-0000-0000-0000-000000000000}"/>
          </ac:spMkLst>
        </pc:spChg>
        <pc:spChg chg="del">
          <ac:chgData name="Marion Lacroix" userId="9df64882-6113-4c49-9d2b-3e68714ee988" providerId="ADAL" clId="{50925B17-DBF0-4DD9-AB5C-F0142C421E6A}" dt="2025-11-14T15:17:47.135" v="979" actId="478"/>
          <ac:spMkLst>
            <pc:docMk/>
            <pc:sldMk cId="2199335285" sldId="711"/>
            <ac:spMk id="11" creationId="{00000000-0000-0000-0000-000000000000}"/>
          </ac:spMkLst>
        </pc:spChg>
        <pc:spChg chg="add mod">
          <ac:chgData name="Marion Lacroix" userId="9df64882-6113-4c49-9d2b-3e68714ee988" providerId="ADAL" clId="{50925B17-DBF0-4DD9-AB5C-F0142C421E6A}" dt="2025-11-14T15:16:07.529" v="926"/>
          <ac:spMkLst>
            <pc:docMk/>
            <pc:sldMk cId="2199335285" sldId="711"/>
            <ac:spMk id="12" creationId="{61181570-E7D1-419D-9BA7-15C012253E47}"/>
          </ac:spMkLst>
        </pc:spChg>
        <pc:spChg chg="mod">
          <ac:chgData name="Marion Lacroix" userId="9df64882-6113-4c49-9d2b-3e68714ee988" providerId="ADAL" clId="{50925B17-DBF0-4DD9-AB5C-F0142C421E6A}" dt="2025-11-14T14:31:00.019" v="41" actId="20577"/>
          <ac:spMkLst>
            <pc:docMk/>
            <pc:sldMk cId="2199335285" sldId="711"/>
            <ac:spMk id="14" creationId="{DE3E118C-9C5F-40D1-8553-53CD39555ABD}"/>
          </ac:spMkLst>
        </pc:spChg>
        <pc:spChg chg="add mod">
          <ac:chgData name="Marion Lacroix" userId="9df64882-6113-4c49-9d2b-3e68714ee988" providerId="ADAL" clId="{50925B17-DBF0-4DD9-AB5C-F0142C421E6A}" dt="2025-11-14T15:21:19.667" v="1031" actId="121"/>
          <ac:spMkLst>
            <pc:docMk/>
            <pc:sldMk cId="2199335285" sldId="711"/>
            <ac:spMk id="15" creationId="{8BE73D5B-47CA-4C96-AB4A-0D48211CAA75}"/>
          </ac:spMkLst>
        </pc:spChg>
      </pc:sldChg>
      <pc:sldChg chg="modSp add mod">
        <pc:chgData name="Marion Lacroix" userId="9df64882-6113-4c49-9d2b-3e68714ee988" providerId="ADAL" clId="{50925B17-DBF0-4DD9-AB5C-F0142C421E6A}" dt="2025-11-14T15:21:35.804" v="1034" actId="1076"/>
        <pc:sldMkLst>
          <pc:docMk/>
          <pc:sldMk cId="1394016723" sldId="712"/>
        </pc:sldMkLst>
        <pc:spChg chg="mod">
          <ac:chgData name="Marion Lacroix" userId="9df64882-6113-4c49-9d2b-3e68714ee988" providerId="ADAL" clId="{50925B17-DBF0-4DD9-AB5C-F0142C421E6A}" dt="2025-11-14T15:21:28.628" v="1032" actId="14100"/>
          <ac:spMkLst>
            <pc:docMk/>
            <pc:sldMk cId="1394016723" sldId="712"/>
            <ac:spMk id="2" creationId="{382F1E16-0998-485D-AC87-9CD78CEAB523}"/>
          </ac:spMkLst>
        </pc:spChg>
        <pc:spChg chg="mod">
          <ac:chgData name="Marion Lacroix" userId="9df64882-6113-4c49-9d2b-3e68714ee988" providerId="ADAL" clId="{50925B17-DBF0-4DD9-AB5C-F0142C421E6A}" dt="2025-11-14T15:21:35.804" v="1034" actId="1076"/>
          <ac:spMkLst>
            <pc:docMk/>
            <pc:sldMk cId="1394016723" sldId="712"/>
            <ac:spMk id="35" creationId="{00000000-0000-0000-0000-000000000000}"/>
          </ac:spMkLst>
        </pc:spChg>
      </pc:sldChg>
      <pc:sldChg chg="del">
        <pc:chgData name="Marion Lacroix" userId="9df64882-6113-4c49-9d2b-3e68714ee988" providerId="ADAL" clId="{50925B17-DBF0-4DD9-AB5C-F0142C421E6A}" dt="2025-11-14T14:43:20.410" v="283" actId="47"/>
        <pc:sldMkLst>
          <pc:docMk/>
          <pc:sldMk cId="1924279400" sldId="725"/>
        </pc:sldMkLst>
      </pc:sldChg>
      <pc:sldChg chg="del">
        <pc:chgData name="Marion Lacroix" userId="9df64882-6113-4c49-9d2b-3e68714ee988" providerId="ADAL" clId="{50925B17-DBF0-4DD9-AB5C-F0142C421E6A}" dt="2025-11-14T14:43:20.410" v="283" actId="47"/>
        <pc:sldMkLst>
          <pc:docMk/>
          <pc:sldMk cId="1196097826" sldId="739"/>
        </pc:sldMkLst>
      </pc:sldChg>
      <pc:sldChg chg="del">
        <pc:chgData name="Marion Lacroix" userId="9df64882-6113-4c49-9d2b-3e68714ee988" providerId="ADAL" clId="{50925B17-DBF0-4DD9-AB5C-F0142C421E6A}" dt="2025-11-14T14:43:09.725" v="281" actId="47"/>
        <pc:sldMkLst>
          <pc:docMk/>
          <pc:sldMk cId="1052599097" sldId="753"/>
        </pc:sldMkLst>
      </pc:sldChg>
      <pc:sldChg chg="del">
        <pc:chgData name="Marion Lacroix" userId="9df64882-6113-4c49-9d2b-3e68714ee988" providerId="ADAL" clId="{50925B17-DBF0-4DD9-AB5C-F0142C421E6A}" dt="2025-11-14T14:43:09.725" v="281" actId="47"/>
        <pc:sldMkLst>
          <pc:docMk/>
          <pc:sldMk cId="3099877098" sldId="755"/>
        </pc:sldMkLst>
      </pc:sldChg>
      <pc:sldChg chg="del">
        <pc:chgData name="Marion Lacroix" userId="9df64882-6113-4c49-9d2b-3e68714ee988" providerId="ADAL" clId="{50925B17-DBF0-4DD9-AB5C-F0142C421E6A}" dt="2025-11-14T14:56:24.735" v="641" actId="47"/>
        <pc:sldMkLst>
          <pc:docMk/>
          <pc:sldMk cId="2396888268" sldId="757"/>
        </pc:sldMkLst>
      </pc:sldChg>
      <pc:sldChg chg="del">
        <pc:chgData name="Marion Lacroix" userId="9df64882-6113-4c49-9d2b-3e68714ee988" providerId="ADAL" clId="{50925B17-DBF0-4DD9-AB5C-F0142C421E6A}" dt="2025-11-14T14:43:13.049" v="282" actId="47"/>
        <pc:sldMkLst>
          <pc:docMk/>
          <pc:sldMk cId="905231751" sldId="758"/>
        </pc:sldMkLst>
      </pc:sldChg>
      <pc:sldChg chg="del">
        <pc:chgData name="Marion Lacroix" userId="9df64882-6113-4c49-9d2b-3e68714ee988" providerId="ADAL" clId="{50925B17-DBF0-4DD9-AB5C-F0142C421E6A}" dt="2025-11-14T14:41:02.502" v="252" actId="47"/>
        <pc:sldMkLst>
          <pc:docMk/>
          <pc:sldMk cId="32848523" sldId="761"/>
        </pc:sldMkLst>
      </pc:sldChg>
      <pc:sldChg chg="del">
        <pc:chgData name="Marion Lacroix" userId="9df64882-6113-4c49-9d2b-3e68714ee988" providerId="ADAL" clId="{50925B17-DBF0-4DD9-AB5C-F0142C421E6A}" dt="2025-11-14T14:43:09.725" v="281" actId="47"/>
        <pc:sldMkLst>
          <pc:docMk/>
          <pc:sldMk cId="3867587788" sldId="762"/>
        </pc:sldMkLst>
      </pc:sldChg>
      <pc:sldChg chg="del">
        <pc:chgData name="Marion Lacroix" userId="9df64882-6113-4c49-9d2b-3e68714ee988" providerId="ADAL" clId="{50925B17-DBF0-4DD9-AB5C-F0142C421E6A}" dt="2025-11-14T14:43:20.410" v="283" actId="47"/>
        <pc:sldMkLst>
          <pc:docMk/>
          <pc:sldMk cId="712104324" sldId="763"/>
        </pc:sldMkLst>
      </pc:sldChg>
      <pc:sldChg chg="addSp delSp modSp add mod">
        <pc:chgData name="Marion Lacroix" userId="9df64882-6113-4c49-9d2b-3e68714ee988" providerId="ADAL" clId="{50925B17-DBF0-4DD9-AB5C-F0142C421E6A}" dt="2025-11-14T15:21:48.333" v="1037" actId="113"/>
        <pc:sldMkLst>
          <pc:docMk/>
          <pc:sldMk cId="3391556035" sldId="765"/>
        </pc:sldMkLst>
        <pc:spChg chg="del mod">
          <ac:chgData name="Marion Lacroix" userId="9df64882-6113-4c49-9d2b-3e68714ee988" providerId="ADAL" clId="{50925B17-DBF0-4DD9-AB5C-F0142C421E6A}" dt="2025-11-14T15:18:37.439" v="982" actId="478"/>
          <ac:spMkLst>
            <pc:docMk/>
            <pc:sldMk cId="3391556035" sldId="765"/>
            <ac:spMk id="4" creationId="{00000000-0000-0000-0000-000000000000}"/>
          </ac:spMkLst>
        </pc:spChg>
        <pc:spChg chg="add mod">
          <ac:chgData name="Marion Lacroix" userId="9df64882-6113-4c49-9d2b-3e68714ee988" providerId="ADAL" clId="{50925B17-DBF0-4DD9-AB5C-F0142C421E6A}" dt="2025-11-14T15:16:10.239" v="927"/>
          <ac:spMkLst>
            <pc:docMk/>
            <pc:sldMk cId="3391556035" sldId="765"/>
            <ac:spMk id="10" creationId="{ACA5AA55-4944-494B-AE2F-E60D5AE09758}"/>
          </ac:spMkLst>
        </pc:spChg>
        <pc:spChg chg="add del mod">
          <ac:chgData name="Marion Lacroix" userId="9df64882-6113-4c49-9d2b-3e68714ee988" providerId="ADAL" clId="{50925B17-DBF0-4DD9-AB5C-F0142C421E6A}" dt="2025-11-14T15:18:56.620" v="989" actId="478"/>
          <ac:spMkLst>
            <pc:docMk/>
            <pc:sldMk cId="3391556035" sldId="765"/>
            <ac:spMk id="11" creationId="{FD4A9627-13B8-4C5F-ADAB-357B223C1E97}"/>
          </ac:spMkLst>
        </pc:spChg>
        <pc:spChg chg="add mod">
          <ac:chgData name="Marion Lacroix" userId="9df64882-6113-4c49-9d2b-3e68714ee988" providerId="ADAL" clId="{50925B17-DBF0-4DD9-AB5C-F0142C421E6A}" dt="2025-11-14T15:18:56.931" v="990"/>
          <ac:spMkLst>
            <pc:docMk/>
            <pc:sldMk cId="3391556035" sldId="765"/>
            <ac:spMk id="13" creationId="{86F9FF89-4547-44A3-9827-EF30F4337D6C}"/>
          </ac:spMkLst>
        </pc:spChg>
        <pc:spChg chg="add mod">
          <ac:chgData name="Marion Lacroix" userId="9df64882-6113-4c49-9d2b-3e68714ee988" providerId="ADAL" clId="{50925B17-DBF0-4DD9-AB5C-F0142C421E6A}" dt="2025-11-14T15:21:48.333" v="1037" actId="113"/>
          <ac:spMkLst>
            <pc:docMk/>
            <pc:sldMk cId="3391556035" sldId="765"/>
            <ac:spMk id="15" creationId="{14A00CCA-0266-482F-9902-F820C1DFE544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2:29.863" v="1052" actId="113"/>
        <pc:sldMkLst>
          <pc:docMk/>
          <pc:sldMk cId="3686782687" sldId="770"/>
        </pc:sldMkLst>
        <pc:spChg chg="mod">
          <ac:chgData name="Marion Lacroix" userId="9df64882-6113-4c49-9d2b-3e68714ee988" providerId="ADAL" clId="{50925B17-DBF0-4DD9-AB5C-F0142C421E6A}" dt="2025-11-14T15:16:40.073" v="956" actId="1035"/>
          <ac:spMkLst>
            <pc:docMk/>
            <pc:sldMk cId="3686782687" sldId="770"/>
            <ac:spMk id="3" creationId="{BE34F1E9-E0B0-4D42-8B7D-D8AAF906B584}"/>
          </ac:spMkLst>
        </pc:spChg>
        <pc:spChg chg="del">
          <ac:chgData name="Marion Lacroix" userId="9df64882-6113-4c49-9d2b-3e68714ee988" providerId="ADAL" clId="{50925B17-DBF0-4DD9-AB5C-F0142C421E6A}" dt="2025-11-14T15:19:22.585" v="1000" actId="478"/>
          <ac:spMkLst>
            <pc:docMk/>
            <pc:sldMk cId="3686782687" sldId="770"/>
            <ac:spMk id="4" creationId="{C465A94C-A29D-49E0-AD1A-F280953E436B}"/>
          </ac:spMkLst>
        </pc:spChg>
        <pc:spChg chg="mod">
          <ac:chgData name="Marion Lacroix" userId="9df64882-6113-4c49-9d2b-3e68714ee988" providerId="ADAL" clId="{50925B17-DBF0-4DD9-AB5C-F0142C421E6A}" dt="2025-11-14T15:16:40.073" v="956" actId="1035"/>
          <ac:spMkLst>
            <pc:docMk/>
            <pc:sldMk cId="3686782687" sldId="770"/>
            <ac:spMk id="12" creationId="{176B83BD-B4A7-46E2-BA65-69DA73B2ED84}"/>
          </ac:spMkLst>
        </pc:spChg>
        <pc:spChg chg="mod">
          <ac:chgData name="Marion Lacroix" userId="9df64882-6113-4c49-9d2b-3e68714ee988" providerId="ADAL" clId="{50925B17-DBF0-4DD9-AB5C-F0142C421E6A}" dt="2025-11-14T15:16:40.073" v="956" actId="1035"/>
          <ac:spMkLst>
            <pc:docMk/>
            <pc:sldMk cId="3686782687" sldId="770"/>
            <ac:spMk id="14" creationId="{E090DFCB-E332-42CF-93CF-4B422CF17AF9}"/>
          </ac:spMkLst>
        </pc:spChg>
        <pc:spChg chg="add mod">
          <ac:chgData name="Marion Lacroix" userId="9df64882-6113-4c49-9d2b-3e68714ee988" providerId="ADAL" clId="{50925B17-DBF0-4DD9-AB5C-F0142C421E6A}" dt="2025-11-14T15:16:18.890" v="933"/>
          <ac:spMkLst>
            <pc:docMk/>
            <pc:sldMk cId="3686782687" sldId="770"/>
            <ac:spMk id="16" creationId="{4972FAA4-AED6-4054-BA59-F437A686F84E}"/>
          </ac:spMkLst>
        </pc:spChg>
        <pc:spChg chg="mod">
          <ac:chgData name="Marion Lacroix" userId="9df64882-6113-4c49-9d2b-3e68714ee988" providerId="ADAL" clId="{50925B17-DBF0-4DD9-AB5C-F0142C421E6A}" dt="2025-11-14T15:16:40.073" v="956" actId="1035"/>
          <ac:spMkLst>
            <pc:docMk/>
            <pc:sldMk cId="3686782687" sldId="770"/>
            <ac:spMk id="18" creationId="{B8A44BCC-2C58-428D-AFBA-723D9F139340}"/>
          </ac:spMkLst>
        </pc:spChg>
        <pc:spChg chg="add mod">
          <ac:chgData name="Marion Lacroix" userId="9df64882-6113-4c49-9d2b-3e68714ee988" providerId="ADAL" clId="{50925B17-DBF0-4DD9-AB5C-F0142C421E6A}" dt="2025-11-14T15:19:22.894" v="1001"/>
          <ac:spMkLst>
            <pc:docMk/>
            <pc:sldMk cId="3686782687" sldId="770"/>
            <ac:spMk id="19" creationId="{90A98CE7-3F03-4530-81C9-0B1848276301}"/>
          </ac:spMkLst>
        </pc:spChg>
        <pc:spChg chg="mod">
          <ac:chgData name="Marion Lacroix" userId="9df64882-6113-4c49-9d2b-3e68714ee988" providerId="ADAL" clId="{50925B17-DBF0-4DD9-AB5C-F0142C421E6A}" dt="2025-11-14T15:16:40.073" v="956" actId="1035"/>
          <ac:spMkLst>
            <pc:docMk/>
            <pc:sldMk cId="3686782687" sldId="770"/>
            <ac:spMk id="21" creationId="{216807BD-A839-43F2-818D-A1B45D2AF318}"/>
          </ac:spMkLst>
        </pc:spChg>
        <pc:spChg chg="add mod">
          <ac:chgData name="Marion Lacroix" userId="9df64882-6113-4c49-9d2b-3e68714ee988" providerId="ADAL" clId="{50925B17-DBF0-4DD9-AB5C-F0142C421E6A}" dt="2025-11-14T15:22:29.863" v="1052" actId="113"/>
          <ac:spMkLst>
            <pc:docMk/>
            <pc:sldMk cId="3686782687" sldId="770"/>
            <ac:spMk id="23" creationId="{4E7E72DB-A706-4DD3-8AD3-0145B4D04F79}"/>
          </ac:spMkLst>
        </pc:spChg>
      </pc:sldChg>
      <pc:sldChg chg="modSp mod">
        <pc:chgData name="Marion Lacroix" userId="9df64882-6113-4c49-9d2b-3e68714ee988" providerId="ADAL" clId="{50925B17-DBF0-4DD9-AB5C-F0142C421E6A}" dt="2025-11-14T14:41:23.455" v="255" actId="207"/>
        <pc:sldMkLst>
          <pc:docMk/>
          <pc:sldMk cId="2150675422" sldId="772"/>
        </pc:sldMkLst>
        <pc:spChg chg="mod">
          <ac:chgData name="Marion Lacroix" userId="9df64882-6113-4c49-9d2b-3e68714ee988" providerId="ADAL" clId="{50925B17-DBF0-4DD9-AB5C-F0142C421E6A}" dt="2025-11-14T14:41:23.455" v="255" actId="207"/>
          <ac:spMkLst>
            <pc:docMk/>
            <pc:sldMk cId="2150675422" sldId="772"/>
            <ac:spMk id="9" creationId="{BEFE395B-DB4E-4519-807C-CB8B92945B67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0:24.127" v="1018"/>
        <pc:sldMkLst>
          <pc:docMk/>
          <pc:sldMk cId="391908494" sldId="773"/>
        </pc:sldMkLst>
        <pc:spChg chg="del mod">
          <ac:chgData name="Marion Lacroix" userId="9df64882-6113-4c49-9d2b-3e68714ee988" providerId="ADAL" clId="{50925B17-DBF0-4DD9-AB5C-F0142C421E6A}" dt="2025-11-14T15:18:46.665" v="987" actId="478"/>
          <ac:spMkLst>
            <pc:docMk/>
            <pc:sldMk cId="391908494" sldId="773"/>
            <ac:spMk id="2" creationId="{2AAE5965-B16C-41CC-8A6A-05A28C5CCF11}"/>
          </ac:spMkLst>
        </pc:spChg>
        <pc:spChg chg="del">
          <ac:chgData name="Marion Lacroix" userId="9df64882-6113-4c49-9d2b-3e68714ee988" providerId="ADAL" clId="{50925B17-DBF0-4DD9-AB5C-F0142C421E6A}" dt="2025-11-14T15:18:43.916" v="985" actId="478"/>
          <ac:spMkLst>
            <pc:docMk/>
            <pc:sldMk cId="391908494" sldId="773"/>
            <ac:spMk id="7" creationId="{00000000-0000-0000-0000-000000000000}"/>
          </ac:spMkLst>
        </pc:spChg>
        <pc:spChg chg="del">
          <ac:chgData name="Marion Lacroix" userId="9df64882-6113-4c49-9d2b-3e68714ee988" providerId="ADAL" clId="{50925B17-DBF0-4DD9-AB5C-F0142C421E6A}" dt="2025-11-14T15:18:48.281" v="988" actId="478"/>
          <ac:spMkLst>
            <pc:docMk/>
            <pc:sldMk cId="391908494" sldId="773"/>
            <ac:spMk id="8" creationId="{00000000-0000-0000-0000-000000000000}"/>
          </ac:spMkLst>
        </pc:spChg>
        <pc:spChg chg="add mod ord">
          <ac:chgData name="Marion Lacroix" userId="9df64882-6113-4c49-9d2b-3e68714ee988" providerId="ADAL" clId="{50925B17-DBF0-4DD9-AB5C-F0142C421E6A}" dt="2025-11-14T14:34:11.009" v="75" actId="171"/>
          <ac:spMkLst>
            <pc:docMk/>
            <pc:sldMk cId="391908494" sldId="773"/>
            <ac:spMk id="9" creationId="{54DC4471-B8A5-4B73-8555-B7BA0053226A}"/>
          </ac:spMkLst>
        </pc:spChg>
        <pc:spChg chg="add mod">
          <ac:chgData name="Marion Lacroix" userId="9df64882-6113-4c49-9d2b-3e68714ee988" providerId="ADAL" clId="{50925B17-DBF0-4DD9-AB5C-F0142C421E6A}" dt="2025-11-14T15:16:11.638" v="928"/>
          <ac:spMkLst>
            <pc:docMk/>
            <pc:sldMk cId="391908494" sldId="773"/>
            <ac:spMk id="11" creationId="{90835FC4-D128-4AF0-A0B8-128A789B529C}"/>
          </ac:spMkLst>
        </pc:spChg>
        <pc:spChg chg="add del mod">
          <ac:chgData name="Marion Lacroix" userId="9df64882-6113-4c49-9d2b-3e68714ee988" providerId="ADAL" clId="{50925B17-DBF0-4DD9-AB5C-F0142C421E6A}" dt="2025-11-14T15:18:41.877" v="984"/>
          <ac:spMkLst>
            <pc:docMk/>
            <pc:sldMk cId="391908494" sldId="773"/>
            <ac:spMk id="12" creationId="{27F2F4C2-A32F-4F11-ADB7-C004CCCD35A4}"/>
          </ac:spMkLst>
        </pc:spChg>
        <pc:spChg chg="add mod">
          <ac:chgData name="Marion Lacroix" userId="9df64882-6113-4c49-9d2b-3e68714ee988" providerId="ADAL" clId="{50925B17-DBF0-4DD9-AB5C-F0142C421E6A}" dt="2025-11-14T15:18:58.722" v="991"/>
          <ac:spMkLst>
            <pc:docMk/>
            <pc:sldMk cId="391908494" sldId="773"/>
            <ac:spMk id="13" creationId="{A199AD93-81D5-4230-A017-FEE7DFE19438}"/>
          </ac:spMkLst>
        </pc:spChg>
        <pc:spChg chg="add mod">
          <ac:chgData name="Marion Lacroix" userId="9df64882-6113-4c49-9d2b-3e68714ee988" providerId="ADAL" clId="{50925B17-DBF0-4DD9-AB5C-F0142C421E6A}" dt="2025-11-14T15:20:24.127" v="1018"/>
          <ac:spMkLst>
            <pc:docMk/>
            <pc:sldMk cId="391908494" sldId="773"/>
            <ac:spMk id="14" creationId="{2C88D9A1-279A-4DC3-849D-ABB8CBC4DE90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2:01.855" v="1040" actId="113"/>
        <pc:sldMkLst>
          <pc:docMk/>
          <pc:sldMk cId="1522850905" sldId="774"/>
        </pc:sldMkLst>
        <pc:spChg chg="del">
          <ac:chgData name="Marion Lacroix" userId="9df64882-6113-4c49-9d2b-3e68714ee988" providerId="ADAL" clId="{50925B17-DBF0-4DD9-AB5C-F0142C421E6A}" dt="2025-11-14T15:19:02.755" v="993" actId="478"/>
          <ac:spMkLst>
            <pc:docMk/>
            <pc:sldMk cId="1522850905" sldId="774"/>
            <ac:spMk id="4" creationId="{00000000-0000-0000-0000-000000000000}"/>
          </ac:spMkLst>
        </pc:spChg>
        <pc:spChg chg="mod">
          <ac:chgData name="Marion Lacroix" userId="9df64882-6113-4c49-9d2b-3e68714ee988" providerId="ADAL" clId="{50925B17-DBF0-4DD9-AB5C-F0142C421E6A}" dt="2025-11-14T14:34:36.653" v="84" actId="20577"/>
          <ac:spMkLst>
            <pc:docMk/>
            <pc:sldMk cId="1522850905" sldId="774"/>
            <ac:spMk id="18" creationId="{DF117B8F-B6D4-4D51-8F8E-85528445702D}"/>
          </ac:spMkLst>
        </pc:spChg>
        <pc:spChg chg="add mod">
          <ac:chgData name="Marion Lacroix" userId="9df64882-6113-4c49-9d2b-3e68714ee988" providerId="ADAL" clId="{50925B17-DBF0-4DD9-AB5C-F0142C421E6A}" dt="2025-11-14T15:16:12.733" v="929"/>
          <ac:spMkLst>
            <pc:docMk/>
            <pc:sldMk cId="1522850905" sldId="774"/>
            <ac:spMk id="20" creationId="{9D5E8599-C60C-46C0-8435-BB6A4CF655D5}"/>
          </ac:spMkLst>
        </pc:spChg>
        <pc:spChg chg="add mod">
          <ac:chgData name="Marion Lacroix" userId="9df64882-6113-4c49-9d2b-3e68714ee988" providerId="ADAL" clId="{50925B17-DBF0-4DD9-AB5C-F0142C421E6A}" dt="2025-11-14T15:19:00.081" v="992"/>
          <ac:spMkLst>
            <pc:docMk/>
            <pc:sldMk cId="1522850905" sldId="774"/>
            <ac:spMk id="21" creationId="{9B5C1AD5-F646-4687-B7E1-0A99057E1598}"/>
          </ac:spMkLst>
        </pc:spChg>
        <pc:spChg chg="add mod">
          <ac:chgData name="Marion Lacroix" userId="9df64882-6113-4c49-9d2b-3e68714ee988" providerId="ADAL" clId="{50925B17-DBF0-4DD9-AB5C-F0142C421E6A}" dt="2025-11-14T15:22:01.855" v="1040" actId="113"/>
          <ac:spMkLst>
            <pc:docMk/>
            <pc:sldMk cId="1522850905" sldId="774"/>
            <ac:spMk id="22" creationId="{0531D660-77F6-49BD-AD88-49BBB6CBD073}"/>
          </ac:spMkLst>
        </pc:spChg>
      </pc:sldChg>
      <pc:sldChg chg="del">
        <pc:chgData name="Marion Lacroix" userId="9df64882-6113-4c49-9d2b-3e68714ee988" providerId="ADAL" clId="{50925B17-DBF0-4DD9-AB5C-F0142C421E6A}" dt="2025-11-14T14:29:06.500" v="1" actId="47"/>
        <pc:sldMkLst>
          <pc:docMk/>
          <pc:sldMk cId="568638231" sldId="775"/>
        </pc:sldMkLst>
      </pc:sldChg>
      <pc:sldChg chg="addSp delSp modSp add mod">
        <pc:chgData name="Marion Lacroix" userId="9df64882-6113-4c49-9d2b-3e68714ee988" providerId="ADAL" clId="{50925B17-DBF0-4DD9-AB5C-F0142C421E6A}" dt="2025-11-14T15:22:07.472" v="1043" actId="113"/>
        <pc:sldMkLst>
          <pc:docMk/>
          <pc:sldMk cId="150817860" sldId="776"/>
        </pc:sldMkLst>
        <pc:spChg chg="del">
          <ac:chgData name="Marion Lacroix" userId="9df64882-6113-4c49-9d2b-3e68714ee988" providerId="ADAL" clId="{50925B17-DBF0-4DD9-AB5C-F0142C421E6A}" dt="2025-11-14T15:19:08.023" v="994" actId="478"/>
          <ac:spMkLst>
            <pc:docMk/>
            <pc:sldMk cId="150817860" sldId="776"/>
            <ac:spMk id="4" creationId="{00000000-0000-0000-0000-000000000000}"/>
          </ac:spMkLst>
        </pc:spChg>
        <pc:spChg chg="mod">
          <ac:chgData name="Marion Lacroix" userId="9df64882-6113-4c49-9d2b-3e68714ee988" providerId="ADAL" clId="{50925B17-DBF0-4DD9-AB5C-F0142C421E6A}" dt="2025-11-14T14:39:39.661" v="247" actId="20577"/>
          <ac:spMkLst>
            <pc:docMk/>
            <pc:sldMk cId="150817860" sldId="776"/>
            <ac:spMk id="7" creationId="{41114B76-0EAD-492D-B12C-3059C9651E4E}"/>
          </ac:spMkLst>
        </pc:spChg>
        <pc:spChg chg="add mod">
          <ac:chgData name="Marion Lacroix" userId="9df64882-6113-4c49-9d2b-3e68714ee988" providerId="ADAL" clId="{50925B17-DBF0-4DD9-AB5C-F0142C421E6A}" dt="2025-11-14T15:16:14.102" v="930"/>
          <ac:spMkLst>
            <pc:docMk/>
            <pc:sldMk cId="150817860" sldId="776"/>
            <ac:spMk id="11" creationId="{ADDD59FF-C10E-4D70-94CF-5423E96963FA}"/>
          </ac:spMkLst>
        </pc:spChg>
        <pc:spChg chg="add mod">
          <ac:chgData name="Marion Lacroix" userId="9df64882-6113-4c49-9d2b-3e68714ee988" providerId="ADAL" clId="{50925B17-DBF0-4DD9-AB5C-F0142C421E6A}" dt="2025-11-14T15:19:09.148" v="995"/>
          <ac:spMkLst>
            <pc:docMk/>
            <pc:sldMk cId="150817860" sldId="776"/>
            <ac:spMk id="13" creationId="{C2A77FFB-FA0A-4490-ACDA-DF555C7F618E}"/>
          </ac:spMkLst>
        </pc:spChg>
        <pc:spChg chg="add mod">
          <ac:chgData name="Marion Lacroix" userId="9df64882-6113-4c49-9d2b-3e68714ee988" providerId="ADAL" clId="{50925B17-DBF0-4DD9-AB5C-F0142C421E6A}" dt="2025-11-14T15:22:07.472" v="1043" actId="113"/>
          <ac:spMkLst>
            <pc:docMk/>
            <pc:sldMk cId="150817860" sldId="776"/>
            <ac:spMk id="15" creationId="{D9D6A77B-C90B-4BA5-B67B-E8110E1FB2FD}"/>
          </ac:spMkLst>
        </pc:spChg>
      </pc:sldChg>
      <pc:sldChg chg="del">
        <pc:chgData name="Marion Lacroix" userId="9df64882-6113-4c49-9d2b-3e68714ee988" providerId="ADAL" clId="{50925B17-DBF0-4DD9-AB5C-F0142C421E6A}" dt="2025-11-14T14:29:06.500" v="1" actId="47"/>
        <pc:sldMkLst>
          <pc:docMk/>
          <pc:sldMk cId="2361454084" sldId="776"/>
        </pc:sldMkLst>
      </pc:sldChg>
      <pc:sldChg chg="del">
        <pc:chgData name="Marion Lacroix" userId="9df64882-6113-4c49-9d2b-3e68714ee988" providerId="ADAL" clId="{50925B17-DBF0-4DD9-AB5C-F0142C421E6A}" dt="2025-11-14T14:29:06.500" v="1" actId="47"/>
        <pc:sldMkLst>
          <pc:docMk/>
          <pc:sldMk cId="3050459992" sldId="777"/>
        </pc:sldMkLst>
      </pc:sldChg>
      <pc:sldChg chg="addSp delSp modSp add mod">
        <pc:chgData name="Marion Lacroix" userId="9df64882-6113-4c49-9d2b-3e68714ee988" providerId="ADAL" clId="{50925B17-DBF0-4DD9-AB5C-F0142C421E6A}" dt="2025-11-14T15:22:14.697" v="1046" actId="113"/>
        <pc:sldMkLst>
          <pc:docMk/>
          <pc:sldMk cId="3209164075" sldId="777"/>
        </pc:sldMkLst>
        <pc:spChg chg="del">
          <ac:chgData name="Marion Lacroix" userId="9df64882-6113-4c49-9d2b-3e68714ee988" providerId="ADAL" clId="{50925B17-DBF0-4DD9-AB5C-F0142C421E6A}" dt="2025-11-14T15:19:12.589" v="996" actId="478"/>
          <ac:spMkLst>
            <pc:docMk/>
            <pc:sldMk cId="3209164075" sldId="777"/>
            <ac:spMk id="4" creationId="{00000000-0000-0000-0000-000000000000}"/>
          </ac:spMkLst>
        </pc:spChg>
        <pc:spChg chg="mod">
          <ac:chgData name="Marion Lacroix" userId="9df64882-6113-4c49-9d2b-3e68714ee988" providerId="ADAL" clId="{50925B17-DBF0-4DD9-AB5C-F0142C421E6A}" dt="2025-11-14T14:54:13.264" v="623" actId="20577"/>
          <ac:spMkLst>
            <pc:docMk/>
            <pc:sldMk cId="3209164075" sldId="777"/>
            <ac:spMk id="7" creationId="{41114B76-0EAD-492D-B12C-3059C9651E4E}"/>
          </ac:spMkLst>
        </pc:spChg>
        <pc:spChg chg="del">
          <ac:chgData name="Marion Lacroix" userId="9df64882-6113-4c49-9d2b-3e68714ee988" providerId="ADAL" clId="{50925B17-DBF0-4DD9-AB5C-F0142C421E6A}" dt="2025-11-14T14:35:19.292" v="87" actId="478"/>
          <ac:spMkLst>
            <pc:docMk/>
            <pc:sldMk cId="3209164075" sldId="777"/>
            <ac:spMk id="13" creationId="{BA0369C6-9D4A-40E2-87F7-710D69EF4982}"/>
          </ac:spMkLst>
        </pc:spChg>
        <pc:spChg chg="add mod">
          <ac:chgData name="Marion Lacroix" userId="9df64882-6113-4c49-9d2b-3e68714ee988" providerId="ADAL" clId="{50925B17-DBF0-4DD9-AB5C-F0142C421E6A}" dt="2025-11-14T14:54:33.703" v="627" actId="1076"/>
          <ac:spMkLst>
            <pc:docMk/>
            <pc:sldMk cId="3209164075" sldId="777"/>
            <ac:spMk id="17" creationId="{C5B0B278-1348-478E-9686-E7D6B8940A23}"/>
          </ac:spMkLst>
        </pc:spChg>
        <pc:spChg chg="add del mod">
          <ac:chgData name="Marion Lacroix" userId="9df64882-6113-4c49-9d2b-3e68714ee988" providerId="ADAL" clId="{50925B17-DBF0-4DD9-AB5C-F0142C421E6A}" dt="2025-11-14T14:38:24.100" v="181" actId="478"/>
          <ac:spMkLst>
            <pc:docMk/>
            <pc:sldMk cId="3209164075" sldId="777"/>
            <ac:spMk id="19" creationId="{DA57E45F-6A15-453E-AE50-F4F1F2A9E376}"/>
          </ac:spMkLst>
        </pc:spChg>
        <pc:spChg chg="add mod">
          <ac:chgData name="Marion Lacroix" userId="9df64882-6113-4c49-9d2b-3e68714ee988" providerId="ADAL" clId="{50925B17-DBF0-4DD9-AB5C-F0142C421E6A}" dt="2025-11-14T15:16:15.557" v="931"/>
          <ac:spMkLst>
            <pc:docMk/>
            <pc:sldMk cId="3209164075" sldId="777"/>
            <ac:spMk id="20" creationId="{9147E123-B256-412F-B3CA-F2CF62229AFA}"/>
          </ac:spMkLst>
        </pc:spChg>
        <pc:spChg chg="add mod">
          <ac:chgData name="Marion Lacroix" userId="9df64882-6113-4c49-9d2b-3e68714ee988" providerId="ADAL" clId="{50925B17-DBF0-4DD9-AB5C-F0142C421E6A}" dt="2025-11-14T15:19:12.843" v="997"/>
          <ac:spMkLst>
            <pc:docMk/>
            <pc:sldMk cId="3209164075" sldId="777"/>
            <ac:spMk id="21" creationId="{A479B797-EC1D-4E90-A497-E9464F94A7BA}"/>
          </ac:spMkLst>
        </pc:spChg>
        <pc:spChg chg="add mod">
          <ac:chgData name="Marion Lacroix" userId="9df64882-6113-4c49-9d2b-3e68714ee988" providerId="ADAL" clId="{50925B17-DBF0-4DD9-AB5C-F0142C421E6A}" dt="2025-11-14T15:22:14.697" v="1046" actId="113"/>
          <ac:spMkLst>
            <pc:docMk/>
            <pc:sldMk cId="3209164075" sldId="777"/>
            <ac:spMk id="22" creationId="{CFCBAEFA-A929-46D9-9807-5BBB4AC45BBA}"/>
          </ac:spMkLst>
        </pc:spChg>
        <pc:picChg chg="mod">
          <ac:chgData name="Marion Lacroix" userId="9df64882-6113-4c49-9d2b-3e68714ee988" providerId="ADAL" clId="{50925B17-DBF0-4DD9-AB5C-F0142C421E6A}" dt="2025-11-14T14:54:24.543" v="624" actId="1076"/>
          <ac:picMkLst>
            <pc:docMk/>
            <pc:sldMk cId="3209164075" sldId="777"/>
            <ac:picMk id="15" creationId="{FFA5B095-A959-4C51-8417-A8B95DB8B4F5}"/>
          </ac:picMkLst>
        </pc:picChg>
        <pc:picChg chg="mod">
          <ac:chgData name="Marion Lacroix" userId="9df64882-6113-4c49-9d2b-3e68714ee988" providerId="ADAL" clId="{50925B17-DBF0-4DD9-AB5C-F0142C421E6A}" dt="2025-11-14T14:54:24.543" v="624" actId="1076"/>
          <ac:picMkLst>
            <pc:docMk/>
            <pc:sldMk cId="3209164075" sldId="777"/>
            <ac:picMk id="16" creationId="{DD8EFCD4-9BC2-41E0-BB9E-EB9913E202BF}"/>
          </ac:picMkLst>
        </pc:picChg>
        <pc:picChg chg="add mod">
          <ac:chgData name="Marion Lacroix" userId="9df64882-6113-4c49-9d2b-3e68714ee988" providerId="ADAL" clId="{50925B17-DBF0-4DD9-AB5C-F0142C421E6A}" dt="2025-11-14T14:54:33.703" v="627" actId="1076"/>
          <ac:picMkLst>
            <pc:docMk/>
            <pc:sldMk cId="3209164075" sldId="777"/>
            <ac:picMk id="18" creationId="{473273D8-4F83-41A1-BAFC-106FD2FEDEB8}"/>
          </ac:picMkLst>
        </pc:picChg>
      </pc:sldChg>
      <pc:sldChg chg="addSp delSp modSp mod ord">
        <pc:chgData name="Marion Lacroix" userId="9df64882-6113-4c49-9d2b-3e68714ee988" providerId="ADAL" clId="{50925B17-DBF0-4DD9-AB5C-F0142C421E6A}" dt="2025-11-14T16:55:52.177" v="1077" actId="14100"/>
        <pc:sldMkLst>
          <pc:docMk/>
          <pc:sldMk cId="3601713197" sldId="778"/>
        </pc:sldMkLst>
        <pc:spChg chg="mod">
          <ac:chgData name="Marion Lacroix" userId="9df64882-6113-4c49-9d2b-3e68714ee988" providerId="ADAL" clId="{50925B17-DBF0-4DD9-AB5C-F0142C421E6A}" dt="2025-11-14T14:41:11.507" v="253" actId="207"/>
          <ac:spMkLst>
            <pc:docMk/>
            <pc:sldMk cId="3601713197" sldId="778"/>
            <ac:spMk id="6" creationId="{00000000-0000-0000-0000-000000000000}"/>
          </ac:spMkLst>
        </pc:spChg>
        <pc:spChg chg="add mod ord">
          <ac:chgData name="Marion Lacroix" userId="9df64882-6113-4c49-9d2b-3e68714ee988" providerId="ADAL" clId="{50925B17-DBF0-4DD9-AB5C-F0142C421E6A}" dt="2025-11-14T16:55:47.343" v="1075" actId="167"/>
          <ac:spMkLst>
            <pc:docMk/>
            <pc:sldMk cId="3601713197" sldId="778"/>
            <ac:spMk id="20" creationId="{81D4F6B9-F858-4519-8D4C-063D756504E4}"/>
          </ac:spMkLst>
        </pc:spChg>
        <pc:picChg chg="del">
          <ac:chgData name="Marion Lacroix" userId="9df64882-6113-4c49-9d2b-3e68714ee988" providerId="ADAL" clId="{50925B17-DBF0-4DD9-AB5C-F0142C421E6A}" dt="2025-11-14T16:55:26.607" v="1067" actId="478"/>
          <ac:picMkLst>
            <pc:docMk/>
            <pc:sldMk cId="3601713197" sldId="778"/>
            <ac:picMk id="4" creationId="{7C8BCD97-9F6D-4AAF-B243-ACDF4EC3C8DF}"/>
          </ac:picMkLst>
        </pc:picChg>
        <pc:picChg chg="add mod">
          <ac:chgData name="Marion Lacroix" userId="9df64882-6113-4c49-9d2b-3e68714ee988" providerId="ADAL" clId="{50925B17-DBF0-4DD9-AB5C-F0142C421E6A}" dt="2025-11-14T16:55:52.177" v="1077" actId="14100"/>
          <ac:picMkLst>
            <pc:docMk/>
            <pc:sldMk cId="3601713197" sldId="778"/>
            <ac:picMk id="19" creationId="{15A9D933-5A52-49DE-9C4A-9BF3DAB50D5B}"/>
          </ac:picMkLst>
        </pc:picChg>
      </pc:sldChg>
      <pc:sldChg chg="del">
        <pc:chgData name="Marion Lacroix" userId="9df64882-6113-4c49-9d2b-3e68714ee988" providerId="ADAL" clId="{50925B17-DBF0-4DD9-AB5C-F0142C421E6A}" dt="2025-11-14T14:33:30.280" v="67" actId="47"/>
        <pc:sldMkLst>
          <pc:docMk/>
          <pc:sldMk cId="2402705433" sldId="779"/>
        </pc:sldMkLst>
      </pc:sldChg>
      <pc:sldChg chg="modSp del mod">
        <pc:chgData name="Marion Lacroix" userId="9df64882-6113-4c49-9d2b-3e68714ee988" providerId="ADAL" clId="{50925B17-DBF0-4DD9-AB5C-F0142C421E6A}" dt="2025-11-14T14:43:13.049" v="282" actId="47"/>
        <pc:sldMkLst>
          <pc:docMk/>
          <pc:sldMk cId="3542580256" sldId="780"/>
        </pc:sldMkLst>
        <pc:spChg chg="mod">
          <ac:chgData name="Marion Lacroix" userId="9df64882-6113-4c49-9d2b-3e68714ee988" providerId="ADAL" clId="{50925B17-DBF0-4DD9-AB5C-F0142C421E6A}" dt="2025-11-14T14:35:26.765" v="88" actId="14100"/>
          <ac:spMkLst>
            <pc:docMk/>
            <pc:sldMk cId="3542580256" sldId="780"/>
            <ac:spMk id="9" creationId="{649CAF71-85BB-E46B-C9EF-3972E4D631E0}"/>
          </ac:spMkLst>
        </pc:spChg>
        <pc:picChg chg="mod">
          <ac:chgData name="Marion Lacroix" userId="9df64882-6113-4c49-9d2b-3e68714ee988" providerId="ADAL" clId="{50925B17-DBF0-4DD9-AB5C-F0142C421E6A}" dt="2025-11-14T14:37:10.575" v="131" actId="1076"/>
          <ac:picMkLst>
            <pc:docMk/>
            <pc:sldMk cId="3542580256" sldId="780"/>
            <ac:picMk id="4" creationId="{21876233-8D86-460E-BFBC-7E4E3B94B4A0}"/>
          </ac:picMkLst>
        </pc:picChg>
      </pc:sldChg>
      <pc:sldChg chg="modSp add del mod">
        <pc:chgData name="Marion Lacroix" userId="9df64882-6113-4c49-9d2b-3e68714ee988" providerId="ADAL" clId="{50925B17-DBF0-4DD9-AB5C-F0142C421E6A}" dt="2025-11-14T14:52:34.402" v="588" actId="47"/>
        <pc:sldMkLst>
          <pc:docMk/>
          <pc:sldMk cId="2839691219" sldId="781"/>
        </pc:sldMkLst>
        <pc:spChg chg="mod">
          <ac:chgData name="Marion Lacroix" userId="9df64882-6113-4c49-9d2b-3e68714ee988" providerId="ADAL" clId="{50925B17-DBF0-4DD9-AB5C-F0142C421E6A}" dt="2025-11-14T14:43:28.073" v="284"/>
          <ac:spMkLst>
            <pc:docMk/>
            <pc:sldMk cId="2839691219" sldId="781"/>
            <ac:spMk id="2" creationId="{D2914144-4E5E-4757-976A-35690A828941}"/>
          </ac:spMkLst>
        </pc:spChg>
        <pc:spChg chg="mod">
          <ac:chgData name="Marion Lacroix" userId="9df64882-6113-4c49-9d2b-3e68714ee988" providerId="ADAL" clId="{50925B17-DBF0-4DD9-AB5C-F0142C421E6A}" dt="2025-11-14T14:44:07.644" v="305" actId="20577"/>
          <ac:spMkLst>
            <pc:docMk/>
            <pc:sldMk cId="2839691219" sldId="781"/>
            <ac:spMk id="3" creationId="{BE34F1E9-E0B0-4D42-8B7D-D8AAF906B584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17:41.146" v="977" actId="478"/>
        <pc:sldMkLst>
          <pc:docMk/>
          <pc:sldMk cId="2336140454" sldId="782"/>
        </pc:sldMkLst>
        <pc:spChg chg="del">
          <ac:chgData name="Marion Lacroix" userId="9df64882-6113-4c49-9d2b-3e68714ee988" providerId="ADAL" clId="{50925B17-DBF0-4DD9-AB5C-F0142C421E6A}" dt="2025-11-14T15:17:41.146" v="977" actId="478"/>
          <ac:spMkLst>
            <pc:docMk/>
            <pc:sldMk cId="2336140454" sldId="782"/>
            <ac:spMk id="2" creationId="{4BA38D45-0A2C-4043-842D-699F7C544D98}"/>
          </ac:spMkLst>
        </pc:spChg>
        <pc:spChg chg="del">
          <ac:chgData name="Marion Lacroix" userId="9df64882-6113-4c49-9d2b-3e68714ee988" providerId="ADAL" clId="{50925B17-DBF0-4DD9-AB5C-F0142C421E6A}" dt="2025-11-14T15:17:32.848" v="975" actId="478"/>
          <ac:spMkLst>
            <pc:docMk/>
            <pc:sldMk cId="2336140454" sldId="782"/>
            <ac:spMk id="7" creationId="{00000000-0000-0000-0000-000000000000}"/>
          </ac:spMkLst>
        </pc:spChg>
        <pc:spChg chg="del">
          <ac:chgData name="Marion Lacroix" userId="9df64882-6113-4c49-9d2b-3e68714ee988" providerId="ADAL" clId="{50925B17-DBF0-4DD9-AB5C-F0142C421E6A}" dt="2025-11-14T15:17:38.995" v="976" actId="478"/>
          <ac:spMkLst>
            <pc:docMk/>
            <pc:sldMk cId="2336140454" sldId="782"/>
            <ac:spMk id="8" creationId="{00000000-0000-0000-0000-000000000000}"/>
          </ac:spMkLst>
        </pc:spChg>
        <pc:spChg chg="add mod ord">
          <ac:chgData name="Marion Lacroix" userId="9df64882-6113-4c49-9d2b-3e68714ee988" providerId="ADAL" clId="{50925B17-DBF0-4DD9-AB5C-F0142C421E6A}" dt="2025-11-14T14:32:53.017" v="64" actId="171"/>
          <ac:spMkLst>
            <pc:docMk/>
            <pc:sldMk cId="2336140454" sldId="782"/>
            <ac:spMk id="9" creationId="{064A21B9-D2B4-49C3-B39A-984967DE242D}"/>
          </ac:spMkLst>
        </pc:spChg>
        <pc:spChg chg="add mod">
          <ac:chgData name="Marion Lacroix" userId="9df64882-6113-4c49-9d2b-3e68714ee988" providerId="ADAL" clId="{50925B17-DBF0-4DD9-AB5C-F0142C421E6A}" dt="2025-11-14T15:16:05.848" v="925"/>
          <ac:spMkLst>
            <pc:docMk/>
            <pc:sldMk cId="2336140454" sldId="782"/>
            <ac:spMk id="10" creationId="{E202880A-E9CF-4E9D-8B29-5DB98A7B5984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2:22.545" v="1049" actId="113"/>
        <pc:sldMkLst>
          <pc:docMk/>
          <pc:sldMk cId="314572523" sldId="783"/>
        </pc:sldMkLst>
        <pc:spChg chg="del">
          <ac:chgData name="Marion Lacroix" userId="9df64882-6113-4c49-9d2b-3e68714ee988" providerId="ADAL" clId="{50925B17-DBF0-4DD9-AB5C-F0142C421E6A}" dt="2025-11-14T15:19:17.827" v="998" actId="478"/>
          <ac:spMkLst>
            <pc:docMk/>
            <pc:sldMk cId="314572523" sldId="783"/>
            <ac:spMk id="4" creationId="{00000000-0000-0000-0000-000000000000}"/>
          </ac:spMkLst>
        </pc:spChg>
        <pc:spChg chg="add mod">
          <ac:chgData name="Marion Lacroix" userId="9df64882-6113-4c49-9d2b-3e68714ee988" providerId="ADAL" clId="{50925B17-DBF0-4DD9-AB5C-F0142C421E6A}" dt="2025-11-14T15:16:16.924" v="932"/>
          <ac:spMkLst>
            <pc:docMk/>
            <pc:sldMk cId="314572523" sldId="783"/>
            <ac:spMk id="15" creationId="{6D4040AD-2685-4A47-B6EC-3D8C9141D9ED}"/>
          </ac:spMkLst>
        </pc:spChg>
        <pc:spChg chg="add mod">
          <ac:chgData name="Marion Lacroix" userId="9df64882-6113-4c49-9d2b-3e68714ee988" providerId="ADAL" clId="{50925B17-DBF0-4DD9-AB5C-F0142C421E6A}" dt="2025-11-14T15:19:18.104" v="999"/>
          <ac:spMkLst>
            <pc:docMk/>
            <pc:sldMk cId="314572523" sldId="783"/>
            <ac:spMk id="24" creationId="{37A8D7EB-3FA8-4D1E-84E2-64CF7DAD6659}"/>
          </ac:spMkLst>
        </pc:spChg>
        <pc:spChg chg="add mod">
          <ac:chgData name="Marion Lacroix" userId="9df64882-6113-4c49-9d2b-3e68714ee988" providerId="ADAL" clId="{50925B17-DBF0-4DD9-AB5C-F0142C421E6A}" dt="2025-11-14T15:22:22.545" v="1049" actId="113"/>
          <ac:spMkLst>
            <pc:docMk/>
            <pc:sldMk cId="314572523" sldId="783"/>
            <ac:spMk id="25" creationId="{C01EF03E-82CD-4601-8D32-ECA15D836566}"/>
          </ac:spMkLst>
        </pc:spChg>
      </pc:sldChg>
      <pc:sldChg chg="addSp delSp modSp add mod modAnim">
        <pc:chgData name="Marion Lacroix" userId="9df64882-6113-4c49-9d2b-3e68714ee988" providerId="ADAL" clId="{50925B17-DBF0-4DD9-AB5C-F0142C421E6A}" dt="2025-11-14T15:22:45.339" v="1058" actId="113"/>
        <pc:sldMkLst>
          <pc:docMk/>
          <pc:sldMk cId="3881652381" sldId="784"/>
        </pc:sldMkLst>
        <pc:spChg chg="mod">
          <ac:chgData name="Marion Lacroix" userId="9df64882-6113-4c49-9d2b-3e68714ee988" providerId="ADAL" clId="{50925B17-DBF0-4DD9-AB5C-F0142C421E6A}" dt="2025-11-14T14:47:40.684" v="532" actId="20577"/>
          <ac:spMkLst>
            <pc:docMk/>
            <pc:sldMk cId="3881652381" sldId="784"/>
            <ac:spMk id="3" creationId="{BE34F1E9-E0B0-4D42-8B7D-D8AAF906B584}"/>
          </ac:spMkLst>
        </pc:spChg>
        <pc:spChg chg="del">
          <ac:chgData name="Marion Lacroix" userId="9df64882-6113-4c49-9d2b-3e68714ee988" providerId="ADAL" clId="{50925B17-DBF0-4DD9-AB5C-F0142C421E6A}" dt="2025-11-14T15:19:42.454" v="1008" actId="478"/>
          <ac:spMkLst>
            <pc:docMk/>
            <pc:sldMk cId="3881652381" sldId="784"/>
            <ac:spMk id="4" creationId="{C465A94C-A29D-49E0-AD1A-F280953E436B}"/>
          </ac:spMkLst>
        </pc:spChg>
        <pc:spChg chg="add mod">
          <ac:chgData name="Marion Lacroix" userId="9df64882-6113-4c49-9d2b-3e68714ee988" providerId="ADAL" clId="{50925B17-DBF0-4DD9-AB5C-F0142C421E6A}" dt="2025-11-14T14:51:10.394" v="580" actId="207"/>
          <ac:spMkLst>
            <pc:docMk/>
            <pc:sldMk cId="3881652381" sldId="784"/>
            <ac:spMk id="33" creationId="{340C3249-79FA-41A9-A911-7BA976AB399C}"/>
          </ac:spMkLst>
        </pc:spChg>
        <pc:spChg chg="add mod">
          <ac:chgData name="Marion Lacroix" userId="9df64882-6113-4c49-9d2b-3e68714ee988" providerId="ADAL" clId="{50925B17-DBF0-4DD9-AB5C-F0142C421E6A}" dt="2025-11-14T14:51:31.660" v="585" actId="208"/>
          <ac:spMkLst>
            <pc:docMk/>
            <pc:sldMk cId="3881652381" sldId="784"/>
            <ac:spMk id="34" creationId="{735C1D7D-4D9F-4E62-9837-25C5048ACDF7}"/>
          </ac:spMkLst>
        </pc:spChg>
        <pc:spChg chg="add mod">
          <ac:chgData name="Marion Lacroix" userId="9df64882-6113-4c49-9d2b-3e68714ee988" providerId="ADAL" clId="{50925B17-DBF0-4DD9-AB5C-F0142C421E6A}" dt="2025-11-14T15:16:46.701" v="959"/>
          <ac:spMkLst>
            <pc:docMk/>
            <pc:sldMk cId="3881652381" sldId="784"/>
            <ac:spMk id="35" creationId="{47B6F8C0-58CA-451C-9C07-17B5811C8CE2}"/>
          </ac:spMkLst>
        </pc:spChg>
        <pc:spChg chg="add mod">
          <ac:chgData name="Marion Lacroix" userId="9df64882-6113-4c49-9d2b-3e68714ee988" providerId="ADAL" clId="{50925B17-DBF0-4DD9-AB5C-F0142C421E6A}" dt="2025-11-14T15:19:42.771" v="1009"/>
          <ac:spMkLst>
            <pc:docMk/>
            <pc:sldMk cId="3881652381" sldId="784"/>
            <ac:spMk id="37" creationId="{6EC22DE7-352B-4832-A909-B025C6207A40}"/>
          </ac:spMkLst>
        </pc:spChg>
        <pc:spChg chg="add mod">
          <ac:chgData name="Marion Lacroix" userId="9df64882-6113-4c49-9d2b-3e68714ee988" providerId="ADAL" clId="{50925B17-DBF0-4DD9-AB5C-F0142C421E6A}" dt="2025-11-14T15:22:45.339" v="1058" actId="113"/>
          <ac:spMkLst>
            <pc:docMk/>
            <pc:sldMk cId="3881652381" sldId="784"/>
            <ac:spMk id="38" creationId="{1C05F4BB-4BFD-4DBB-9AEF-C5031034515D}"/>
          </ac:spMkLst>
        </pc:spChg>
        <pc:picChg chg="mod">
          <ac:chgData name="Marion Lacroix" userId="9df64882-6113-4c49-9d2b-3e68714ee988" providerId="ADAL" clId="{50925B17-DBF0-4DD9-AB5C-F0142C421E6A}" dt="2025-11-14T14:48:19.003" v="543" actId="1076"/>
          <ac:picMkLst>
            <pc:docMk/>
            <pc:sldMk cId="3881652381" sldId="784"/>
            <ac:picMk id="7" creationId="{427B8787-529B-4DBD-8C14-94ED537BD066}"/>
          </ac:picMkLst>
        </pc:picChg>
        <pc:picChg chg="add mod">
          <ac:chgData name="Marion Lacroix" userId="9df64882-6113-4c49-9d2b-3e68714ee988" providerId="ADAL" clId="{50925B17-DBF0-4DD9-AB5C-F0142C421E6A}" dt="2025-11-14T14:51:17.602" v="583" actId="1076"/>
          <ac:picMkLst>
            <pc:docMk/>
            <pc:sldMk cId="3881652381" sldId="784"/>
            <ac:picMk id="8" creationId="{3D4EE40C-6500-4315-97D3-91DA2331706D}"/>
          </ac:picMkLst>
        </pc:picChg>
        <pc:cxnChg chg="add mod">
          <ac:chgData name="Marion Lacroix" userId="9df64882-6113-4c49-9d2b-3e68714ee988" providerId="ADAL" clId="{50925B17-DBF0-4DD9-AB5C-F0142C421E6A}" dt="2025-11-14T14:51:17.602" v="583" actId="1076"/>
          <ac:cxnSpMkLst>
            <pc:docMk/>
            <pc:sldMk cId="3881652381" sldId="784"/>
            <ac:cxnSpMk id="9" creationId="{0979C447-8465-4500-BD2A-73A7B4E03317}"/>
          </ac:cxnSpMkLst>
        </pc:cxnChg>
        <pc:cxnChg chg="add mod">
          <ac:chgData name="Marion Lacroix" userId="9df64882-6113-4c49-9d2b-3e68714ee988" providerId="ADAL" clId="{50925B17-DBF0-4DD9-AB5C-F0142C421E6A}" dt="2025-11-14T14:50:40.549" v="574" actId="1582"/>
          <ac:cxnSpMkLst>
            <pc:docMk/>
            <pc:sldMk cId="3881652381" sldId="784"/>
            <ac:cxnSpMk id="10" creationId="{455DE883-1EE2-4231-80E2-4665ACB46884}"/>
          </ac:cxnSpMkLst>
        </pc:cxnChg>
        <pc:cxnChg chg="add mod">
          <ac:chgData name="Marion Lacroix" userId="9df64882-6113-4c49-9d2b-3e68714ee988" providerId="ADAL" clId="{50925B17-DBF0-4DD9-AB5C-F0142C421E6A}" dt="2025-11-14T14:50:40.549" v="574" actId="1582"/>
          <ac:cxnSpMkLst>
            <pc:docMk/>
            <pc:sldMk cId="3881652381" sldId="784"/>
            <ac:cxnSpMk id="13" creationId="{31FD90BB-AAC8-4A04-92E6-23DA9915E89C}"/>
          </ac:cxnSpMkLst>
        </pc:cxnChg>
        <pc:cxnChg chg="add mod">
          <ac:chgData name="Marion Lacroix" userId="9df64882-6113-4c49-9d2b-3e68714ee988" providerId="ADAL" clId="{50925B17-DBF0-4DD9-AB5C-F0142C421E6A}" dt="2025-11-14T14:50:40.549" v="574" actId="1582"/>
          <ac:cxnSpMkLst>
            <pc:docMk/>
            <pc:sldMk cId="3881652381" sldId="784"/>
            <ac:cxnSpMk id="16" creationId="{8E9BF77F-2226-4DC1-8F23-D40F4632BD03}"/>
          </ac:cxnSpMkLst>
        </pc:cxnChg>
        <pc:cxnChg chg="add mod">
          <ac:chgData name="Marion Lacroix" userId="9df64882-6113-4c49-9d2b-3e68714ee988" providerId="ADAL" clId="{50925B17-DBF0-4DD9-AB5C-F0142C421E6A}" dt="2025-11-14T14:50:54.941" v="576" actId="1582"/>
          <ac:cxnSpMkLst>
            <pc:docMk/>
            <pc:sldMk cId="3881652381" sldId="784"/>
            <ac:cxnSpMk id="19" creationId="{1C7B80CF-186A-4AD2-9DA4-51AFCC049EA8}"/>
          </ac:cxnSpMkLst>
        </pc:cxnChg>
        <pc:cxnChg chg="add mod">
          <ac:chgData name="Marion Lacroix" userId="9df64882-6113-4c49-9d2b-3e68714ee988" providerId="ADAL" clId="{50925B17-DBF0-4DD9-AB5C-F0142C421E6A}" dt="2025-11-14T14:50:54.941" v="576" actId="1582"/>
          <ac:cxnSpMkLst>
            <pc:docMk/>
            <pc:sldMk cId="3881652381" sldId="784"/>
            <ac:cxnSpMk id="22" creationId="{DF193F05-9A5B-4C65-9265-638A2880B8BC}"/>
          </ac:cxnSpMkLst>
        </pc:cxnChg>
      </pc:sldChg>
      <pc:sldChg chg="addSp delSp modSp add mod">
        <pc:chgData name="Marion Lacroix" userId="9df64882-6113-4c49-9d2b-3e68714ee988" providerId="ADAL" clId="{50925B17-DBF0-4DD9-AB5C-F0142C421E6A}" dt="2025-11-14T15:22:36.548" v="1055" actId="113"/>
        <pc:sldMkLst>
          <pc:docMk/>
          <pc:sldMk cId="3948314181" sldId="785"/>
        </pc:sldMkLst>
        <pc:spChg chg="del">
          <ac:chgData name="Marion Lacroix" userId="9df64882-6113-4c49-9d2b-3e68714ee988" providerId="ADAL" clId="{50925B17-DBF0-4DD9-AB5C-F0142C421E6A}" dt="2025-11-14T15:19:27.374" v="1002" actId="478"/>
          <ac:spMkLst>
            <pc:docMk/>
            <pc:sldMk cId="3948314181" sldId="785"/>
            <ac:spMk id="4" creationId="{C465A94C-A29D-49E0-AD1A-F280953E436B}"/>
          </ac:spMkLst>
        </pc:spChg>
        <pc:spChg chg="add mod">
          <ac:chgData name="Marion Lacroix" userId="9df64882-6113-4c49-9d2b-3e68714ee988" providerId="ADAL" clId="{50925B17-DBF0-4DD9-AB5C-F0142C421E6A}" dt="2025-11-14T15:16:43.462" v="957"/>
          <ac:spMkLst>
            <pc:docMk/>
            <pc:sldMk cId="3948314181" sldId="785"/>
            <ac:spMk id="11" creationId="{C14BE73E-3719-419B-A08A-CA7E96937490}"/>
          </ac:spMkLst>
        </pc:spChg>
        <pc:spChg chg="add mod">
          <ac:chgData name="Marion Lacroix" userId="9df64882-6113-4c49-9d2b-3e68714ee988" providerId="ADAL" clId="{50925B17-DBF0-4DD9-AB5C-F0142C421E6A}" dt="2025-11-14T15:19:27.763" v="1003"/>
          <ac:spMkLst>
            <pc:docMk/>
            <pc:sldMk cId="3948314181" sldId="785"/>
            <ac:spMk id="13" creationId="{146FD404-BF76-4E78-875E-7E06D0BAFB5C}"/>
          </ac:spMkLst>
        </pc:spChg>
        <pc:spChg chg="add mod">
          <ac:chgData name="Marion Lacroix" userId="9df64882-6113-4c49-9d2b-3e68714ee988" providerId="ADAL" clId="{50925B17-DBF0-4DD9-AB5C-F0142C421E6A}" dt="2025-11-14T15:22:36.548" v="1055" actId="113"/>
          <ac:spMkLst>
            <pc:docMk/>
            <pc:sldMk cId="3948314181" sldId="785"/>
            <ac:spMk id="14" creationId="{F0F73F4B-49BE-420F-922E-E1462DB63385}"/>
          </ac:spMkLst>
        </pc:spChg>
      </pc:sldChg>
      <pc:sldChg chg="addSp delSp modSp add mod">
        <pc:chgData name="Marion Lacroix" userId="9df64882-6113-4c49-9d2b-3e68714ee988" providerId="ADAL" clId="{50925B17-DBF0-4DD9-AB5C-F0142C421E6A}" dt="2025-11-14T15:20:34.651" v="1025"/>
        <pc:sldMkLst>
          <pc:docMk/>
          <pc:sldMk cId="964159493" sldId="786"/>
        </pc:sldMkLst>
        <pc:spChg chg="del">
          <ac:chgData name="Marion Lacroix" userId="9df64882-6113-4c49-9d2b-3e68714ee988" providerId="ADAL" clId="{50925B17-DBF0-4DD9-AB5C-F0142C421E6A}" dt="2025-11-14T15:19:35.018" v="1005" actId="478"/>
          <ac:spMkLst>
            <pc:docMk/>
            <pc:sldMk cId="964159493" sldId="786"/>
            <ac:spMk id="2" creationId="{2AAE5965-B16C-41CC-8A6A-05A28C5CCF11}"/>
          </ac:spMkLst>
        </pc:spChg>
        <pc:spChg chg="del">
          <ac:chgData name="Marion Lacroix" userId="9df64882-6113-4c49-9d2b-3e68714ee988" providerId="ADAL" clId="{50925B17-DBF0-4DD9-AB5C-F0142C421E6A}" dt="2025-11-14T15:19:31.612" v="1004" actId="478"/>
          <ac:spMkLst>
            <pc:docMk/>
            <pc:sldMk cId="964159493" sldId="786"/>
            <ac:spMk id="7" creationId="{00000000-0000-0000-0000-000000000000}"/>
          </ac:spMkLst>
        </pc:spChg>
        <pc:spChg chg="del">
          <ac:chgData name="Marion Lacroix" userId="9df64882-6113-4c49-9d2b-3e68714ee988" providerId="ADAL" clId="{50925B17-DBF0-4DD9-AB5C-F0142C421E6A}" dt="2025-11-14T15:19:37.825" v="1006" actId="478"/>
          <ac:spMkLst>
            <pc:docMk/>
            <pc:sldMk cId="964159493" sldId="786"/>
            <ac:spMk id="8" creationId="{00000000-0000-0000-0000-000000000000}"/>
          </ac:spMkLst>
        </pc:spChg>
        <pc:spChg chg="add mod ord">
          <ac:chgData name="Marion Lacroix" userId="9df64882-6113-4c49-9d2b-3e68714ee988" providerId="ADAL" clId="{50925B17-DBF0-4DD9-AB5C-F0142C421E6A}" dt="2025-11-14T14:42:22.754" v="278" actId="171"/>
          <ac:spMkLst>
            <pc:docMk/>
            <pc:sldMk cId="964159493" sldId="786"/>
            <ac:spMk id="9" creationId="{4AF57F93-E69D-4EDF-91CF-48FB63F3C4F3}"/>
          </ac:spMkLst>
        </pc:spChg>
        <pc:spChg chg="add mod">
          <ac:chgData name="Marion Lacroix" userId="9df64882-6113-4c49-9d2b-3e68714ee988" providerId="ADAL" clId="{50925B17-DBF0-4DD9-AB5C-F0142C421E6A}" dt="2025-11-14T15:16:44.567" v="958"/>
          <ac:spMkLst>
            <pc:docMk/>
            <pc:sldMk cId="964159493" sldId="786"/>
            <ac:spMk id="11" creationId="{E3EC4344-ED5F-4153-9098-753293F1ACFD}"/>
          </ac:spMkLst>
        </pc:spChg>
        <pc:spChg chg="add mod">
          <ac:chgData name="Marion Lacroix" userId="9df64882-6113-4c49-9d2b-3e68714ee988" providerId="ADAL" clId="{50925B17-DBF0-4DD9-AB5C-F0142C421E6A}" dt="2025-11-14T15:19:38.199" v="1007"/>
          <ac:spMkLst>
            <pc:docMk/>
            <pc:sldMk cId="964159493" sldId="786"/>
            <ac:spMk id="12" creationId="{623E21CF-B18D-44E1-8F5E-0AAC17F48BBC}"/>
          </ac:spMkLst>
        </pc:spChg>
        <pc:spChg chg="add mod">
          <ac:chgData name="Marion Lacroix" userId="9df64882-6113-4c49-9d2b-3e68714ee988" providerId="ADAL" clId="{50925B17-DBF0-4DD9-AB5C-F0142C421E6A}" dt="2025-11-14T15:20:34.651" v="1025"/>
          <ac:spMkLst>
            <pc:docMk/>
            <pc:sldMk cId="964159493" sldId="786"/>
            <ac:spMk id="13" creationId="{E0970369-BF12-4FAF-965E-C60F2791F03B}"/>
          </ac:spMkLst>
        </pc:spChg>
      </pc:sldChg>
      <pc:sldChg chg="addSp delSp modSp add mod modAnim">
        <pc:chgData name="Marion Lacroix" userId="9df64882-6113-4c49-9d2b-3e68714ee988" providerId="ADAL" clId="{50925B17-DBF0-4DD9-AB5C-F0142C421E6A}" dt="2025-11-14T15:22:54.808" v="1061" actId="113"/>
        <pc:sldMkLst>
          <pc:docMk/>
          <pc:sldMk cId="1714616760" sldId="787"/>
        </pc:sldMkLst>
        <pc:spChg chg="mod">
          <ac:chgData name="Marion Lacroix" userId="9df64882-6113-4c49-9d2b-3e68714ee988" providerId="ADAL" clId="{50925B17-DBF0-4DD9-AB5C-F0142C421E6A}" dt="2025-11-14T15:04:53.512" v="712" actId="113"/>
          <ac:spMkLst>
            <pc:docMk/>
            <pc:sldMk cId="1714616760" sldId="787"/>
            <ac:spMk id="2" creationId="{D2914144-4E5E-4757-976A-35690A828941}"/>
          </ac:spMkLst>
        </pc:spChg>
        <pc:spChg chg="del">
          <ac:chgData name="Marion Lacroix" userId="9df64882-6113-4c49-9d2b-3e68714ee988" providerId="ADAL" clId="{50925B17-DBF0-4DD9-AB5C-F0142C421E6A}" dt="2025-11-14T14:56:31.639" v="642" actId="478"/>
          <ac:spMkLst>
            <pc:docMk/>
            <pc:sldMk cId="1714616760" sldId="787"/>
            <ac:spMk id="3" creationId="{BE34F1E9-E0B0-4D42-8B7D-D8AAF906B584}"/>
          </ac:spMkLst>
        </pc:spChg>
        <pc:spChg chg="del mod">
          <ac:chgData name="Marion Lacroix" userId="9df64882-6113-4c49-9d2b-3e68714ee988" providerId="ADAL" clId="{50925B17-DBF0-4DD9-AB5C-F0142C421E6A}" dt="2025-11-14T15:19:46.836" v="1010" actId="478"/>
          <ac:spMkLst>
            <pc:docMk/>
            <pc:sldMk cId="1714616760" sldId="787"/>
            <ac:spMk id="4" creationId="{C465A94C-A29D-49E0-AD1A-F280953E436B}"/>
          </ac:spMkLst>
        </pc:spChg>
        <pc:spChg chg="add del mod">
          <ac:chgData name="Marion Lacroix" userId="9df64882-6113-4c49-9d2b-3e68714ee988" providerId="ADAL" clId="{50925B17-DBF0-4DD9-AB5C-F0142C421E6A}" dt="2025-11-14T14:56:35.750" v="644" actId="478"/>
          <ac:spMkLst>
            <pc:docMk/>
            <pc:sldMk cId="1714616760" sldId="787"/>
            <ac:spMk id="11" creationId="{036323D4-3CD5-4701-9C0F-BB93793A4C4A}"/>
          </ac:spMkLst>
        </pc:spChg>
        <pc:spChg chg="add mod">
          <ac:chgData name="Marion Lacroix" userId="9df64882-6113-4c49-9d2b-3e68714ee988" providerId="ADAL" clId="{50925B17-DBF0-4DD9-AB5C-F0142C421E6A}" dt="2025-11-14T15:15:38.430" v="923" actId="12788"/>
          <ac:spMkLst>
            <pc:docMk/>
            <pc:sldMk cId="1714616760" sldId="787"/>
            <ac:spMk id="20" creationId="{E7991794-4071-4EC0-B0D0-EF78A599BD2A}"/>
          </ac:spMkLst>
        </pc:spChg>
        <pc:spChg chg="add mod">
          <ac:chgData name="Marion Lacroix" userId="9df64882-6113-4c49-9d2b-3e68714ee988" providerId="ADAL" clId="{50925B17-DBF0-4DD9-AB5C-F0142C421E6A}" dt="2025-11-14T15:16:48.764" v="960"/>
          <ac:spMkLst>
            <pc:docMk/>
            <pc:sldMk cId="1714616760" sldId="787"/>
            <ac:spMk id="26" creationId="{EB106411-2B65-4B85-883B-E4EA1149DED7}"/>
          </ac:spMkLst>
        </pc:spChg>
        <pc:spChg chg="add mod">
          <ac:chgData name="Marion Lacroix" userId="9df64882-6113-4c49-9d2b-3e68714ee988" providerId="ADAL" clId="{50925B17-DBF0-4DD9-AB5C-F0142C421E6A}" dt="2025-11-14T15:19:47.137" v="1011"/>
          <ac:spMkLst>
            <pc:docMk/>
            <pc:sldMk cId="1714616760" sldId="787"/>
            <ac:spMk id="28" creationId="{6F36AE28-1FF9-41D4-B654-E3F9790BE12E}"/>
          </ac:spMkLst>
        </pc:spChg>
        <pc:spChg chg="add mod">
          <ac:chgData name="Marion Lacroix" userId="9df64882-6113-4c49-9d2b-3e68714ee988" providerId="ADAL" clId="{50925B17-DBF0-4DD9-AB5C-F0142C421E6A}" dt="2025-11-14T15:22:54.808" v="1061" actId="113"/>
          <ac:spMkLst>
            <pc:docMk/>
            <pc:sldMk cId="1714616760" sldId="787"/>
            <ac:spMk id="29" creationId="{3CDB60FF-2293-45B8-90AE-58A86C832B44}"/>
          </ac:spMkLst>
        </pc:spChg>
        <pc:spChg chg="del">
          <ac:chgData name="Marion Lacroix" userId="9df64882-6113-4c49-9d2b-3e68714ee988" providerId="ADAL" clId="{50925B17-DBF0-4DD9-AB5C-F0142C421E6A}" dt="2025-11-14T14:56:33.886" v="643" actId="478"/>
          <ac:spMkLst>
            <pc:docMk/>
            <pc:sldMk cId="1714616760" sldId="787"/>
            <ac:spMk id="33" creationId="{340C3249-79FA-41A9-A911-7BA976AB399C}"/>
          </ac:spMkLst>
        </pc:spChg>
        <pc:spChg chg="del">
          <ac:chgData name="Marion Lacroix" userId="9df64882-6113-4c49-9d2b-3e68714ee988" providerId="ADAL" clId="{50925B17-DBF0-4DD9-AB5C-F0142C421E6A}" dt="2025-11-14T14:56:33.886" v="643" actId="478"/>
          <ac:spMkLst>
            <pc:docMk/>
            <pc:sldMk cId="1714616760" sldId="787"/>
            <ac:spMk id="34" creationId="{735C1D7D-4D9F-4E62-9837-25C5048ACDF7}"/>
          </ac:spMkLst>
        </pc:spChg>
        <pc:graphicFrameChg chg="add del mod modGraphic">
          <ac:chgData name="Marion Lacroix" userId="9df64882-6113-4c49-9d2b-3e68714ee988" providerId="ADAL" clId="{50925B17-DBF0-4DD9-AB5C-F0142C421E6A}" dt="2025-11-14T15:01:02.381" v="649" actId="478"/>
          <ac:graphicFrameMkLst>
            <pc:docMk/>
            <pc:sldMk cId="1714616760" sldId="787"/>
            <ac:graphicFrameMk id="12" creationId="{F7F991D6-B924-4B75-902C-D306E2668C13}"/>
          </ac:graphicFrameMkLst>
        </pc:graphicFrameChg>
        <pc:graphicFrameChg chg="add mod modGraphic">
          <ac:chgData name="Marion Lacroix" userId="9df64882-6113-4c49-9d2b-3e68714ee988" providerId="ADAL" clId="{50925B17-DBF0-4DD9-AB5C-F0142C421E6A}" dt="2025-11-14T15:09:25.632" v="898" actId="12788"/>
          <ac:graphicFrameMkLst>
            <pc:docMk/>
            <pc:sldMk cId="1714616760" sldId="787"/>
            <ac:graphicFrameMk id="14" creationId="{F4303A7B-4028-4734-8ECA-ACD667C4C0C6}"/>
          </ac:graphicFrameMkLst>
        </pc:graphicFrameChg>
        <pc:picChg chg="mod">
          <ac:chgData name="Marion Lacroix" userId="9df64882-6113-4c49-9d2b-3e68714ee988" providerId="ADAL" clId="{50925B17-DBF0-4DD9-AB5C-F0142C421E6A}" dt="2025-11-14T15:04:53.512" v="712" actId="113"/>
          <ac:picMkLst>
            <pc:docMk/>
            <pc:sldMk cId="1714616760" sldId="787"/>
            <ac:picMk id="6" creationId="{573BE2D5-0BF8-45D2-A792-A93B5FFBE7D1}"/>
          </ac:picMkLst>
        </pc:picChg>
        <pc:picChg chg="del">
          <ac:chgData name="Marion Lacroix" userId="9df64882-6113-4c49-9d2b-3e68714ee988" providerId="ADAL" clId="{50925B17-DBF0-4DD9-AB5C-F0142C421E6A}" dt="2025-11-14T14:56:37.606" v="645" actId="478"/>
          <ac:picMkLst>
            <pc:docMk/>
            <pc:sldMk cId="1714616760" sldId="787"/>
            <ac:picMk id="7" creationId="{427B8787-529B-4DBD-8C14-94ED537BD066}"/>
          </ac:picMkLst>
        </pc:picChg>
        <pc:picChg chg="del">
          <ac:chgData name="Marion Lacroix" userId="9df64882-6113-4c49-9d2b-3e68714ee988" providerId="ADAL" clId="{50925B17-DBF0-4DD9-AB5C-F0142C421E6A}" dt="2025-11-14T14:56:33.886" v="643" actId="478"/>
          <ac:picMkLst>
            <pc:docMk/>
            <pc:sldMk cId="1714616760" sldId="787"/>
            <ac:picMk id="8" creationId="{3D4EE40C-6500-4315-97D3-91DA2331706D}"/>
          </ac:picMkLst>
        </pc:picChg>
        <pc:picChg chg="add mod">
          <ac:chgData name="Marion Lacroix" userId="9df64882-6113-4c49-9d2b-3e68714ee988" providerId="ADAL" clId="{50925B17-DBF0-4DD9-AB5C-F0142C421E6A}" dt="2025-11-14T15:15:32.818" v="922" actId="1076"/>
          <ac:picMkLst>
            <pc:docMk/>
            <pc:sldMk cId="1714616760" sldId="787"/>
            <ac:picMk id="17" creationId="{BBB48740-B09F-4214-89AB-71960608F260}"/>
          </ac:picMkLst>
        </pc:picChg>
        <pc:picChg chg="add del mod">
          <ac:chgData name="Marion Lacroix" userId="9df64882-6113-4c49-9d2b-3e68714ee988" providerId="ADAL" clId="{50925B17-DBF0-4DD9-AB5C-F0142C421E6A}" dt="2025-11-14T15:10:50.173" v="910" actId="478"/>
          <ac:picMkLst>
            <pc:docMk/>
            <pc:sldMk cId="1714616760" sldId="787"/>
            <ac:picMk id="21" creationId="{445CD59F-603B-456D-8642-95A5DD2A7BB0}"/>
          </ac:picMkLst>
        </pc:picChg>
        <pc:picChg chg="add mod">
          <ac:chgData name="Marion Lacroix" userId="9df64882-6113-4c49-9d2b-3e68714ee988" providerId="ADAL" clId="{50925B17-DBF0-4DD9-AB5C-F0142C421E6A}" dt="2025-11-14T15:15:32.818" v="922" actId="1076"/>
          <ac:picMkLst>
            <pc:docMk/>
            <pc:sldMk cId="1714616760" sldId="787"/>
            <ac:picMk id="23" creationId="{95144120-9D41-4F36-9697-1DB3030C78BB}"/>
          </ac:picMkLst>
        </pc:picChg>
        <pc:cxnChg chg="del">
          <ac:chgData name="Marion Lacroix" userId="9df64882-6113-4c49-9d2b-3e68714ee988" providerId="ADAL" clId="{50925B17-DBF0-4DD9-AB5C-F0142C421E6A}" dt="2025-11-14T14:56:33.886" v="643" actId="478"/>
          <ac:cxnSpMkLst>
            <pc:docMk/>
            <pc:sldMk cId="1714616760" sldId="787"/>
            <ac:cxnSpMk id="9" creationId="{0979C447-8465-4500-BD2A-73A7B4E03317}"/>
          </ac:cxnSpMkLst>
        </pc:cxnChg>
        <pc:cxnChg chg="del">
          <ac:chgData name="Marion Lacroix" userId="9df64882-6113-4c49-9d2b-3e68714ee988" providerId="ADAL" clId="{50925B17-DBF0-4DD9-AB5C-F0142C421E6A}" dt="2025-11-14T14:56:33.886" v="643" actId="478"/>
          <ac:cxnSpMkLst>
            <pc:docMk/>
            <pc:sldMk cId="1714616760" sldId="787"/>
            <ac:cxnSpMk id="10" creationId="{455DE883-1EE2-4231-80E2-4665ACB46884}"/>
          </ac:cxnSpMkLst>
        </pc:cxnChg>
        <pc:cxnChg chg="del">
          <ac:chgData name="Marion Lacroix" userId="9df64882-6113-4c49-9d2b-3e68714ee988" providerId="ADAL" clId="{50925B17-DBF0-4DD9-AB5C-F0142C421E6A}" dt="2025-11-14T14:56:33.886" v="643" actId="478"/>
          <ac:cxnSpMkLst>
            <pc:docMk/>
            <pc:sldMk cId="1714616760" sldId="787"/>
            <ac:cxnSpMk id="13" creationId="{31FD90BB-AAC8-4A04-92E6-23DA9915E89C}"/>
          </ac:cxnSpMkLst>
        </pc:cxnChg>
        <pc:cxnChg chg="del">
          <ac:chgData name="Marion Lacroix" userId="9df64882-6113-4c49-9d2b-3e68714ee988" providerId="ADAL" clId="{50925B17-DBF0-4DD9-AB5C-F0142C421E6A}" dt="2025-11-14T14:56:33.886" v="643" actId="478"/>
          <ac:cxnSpMkLst>
            <pc:docMk/>
            <pc:sldMk cId="1714616760" sldId="787"/>
            <ac:cxnSpMk id="16" creationId="{8E9BF77F-2226-4DC1-8F23-D40F4632BD03}"/>
          </ac:cxnSpMkLst>
        </pc:cxnChg>
        <pc:cxnChg chg="del">
          <ac:chgData name="Marion Lacroix" userId="9df64882-6113-4c49-9d2b-3e68714ee988" providerId="ADAL" clId="{50925B17-DBF0-4DD9-AB5C-F0142C421E6A}" dt="2025-11-14T14:56:33.886" v="643" actId="478"/>
          <ac:cxnSpMkLst>
            <pc:docMk/>
            <pc:sldMk cId="1714616760" sldId="787"/>
            <ac:cxnSpMk id="19" creationId="{1C7B80CF-186A-4AD2-9DA4-51AFCC049EA8}"/>
          </ac:cxnSpMkLst>
        </pc:cxnChg>
        <pc:cxnChg chg="del">
          <ac:chgData name="Marion Lacroix" userId="9df64882-6113-4c49-9d2b-3e68714ee988" providerId="ADAL" clId="{50925B17-DBF0-4DD9-AB5C-F0142C421E6A}" dt="2025-11-14T14:56:33.886" v="643" actId="478"/>
          <ac:cxnSpMkLst>
            <pc:docMk/>
            <pc:sldMk cId="1714616760" sldId="787"/>
            <ac:cxnSpMk id="22" creationId="{DF193F05-9A5B-4C65-9265-638A2880B8BC}"/>
          </ac:cxnSpMkLst>
        </pc:cxnChg>
      </pc:sldChg>
      <pc:sldChg chg="addSp delSp modSp add mod delAnim modAnim">
        <pc:chgData name="Marion Lacroix" userId="9df64882-6113-4c49-9d2b-3e68714ee988" providerId="ADAL" clId="{50925B17-DBF0-4DD9-AB5C-F0142C421E6A}" dt="2025-11-14T15:23:00.962" v="1064" actId="113"/>
        <pc:sldMkLst>
          <pc:docMk/>
          <pc:sldMk cId="1852055849" sldId="788"/>
        </pc:sldMkLst>
        <pc:spChg chg="mod">
          <ac:chgData name="Marion Lacroix" userId="9df64882-6113-4c49-9d2b-3e68714ee988" providerId="ADAL" clId="{50925B17-DBF0-4DD9-AB5C-F0142C421E6A}" dt="2025-11-14T14:56:21.631" v="640" actId="1076"/>
          <ac:spMkLst>
            <pc:docMk/>
            <pc:sldMk cId="1852055849" sldId="788"/>
            <ac:spMk id="2" creationId="{D2914144-4E5E-4757-976A-35690A828941}"/>
          </ac:spMkLst>
        </pc:spChg>
        <pc:spChg chg="del">
          <ac:chgData name="Marion Lacroix" userId="9df64882-6113-4c49-9d2b-3e68714ee988" providerId="ADAL" clId="{50925B17-DBF0-4DD9-AB5C-F0142C421E6A}" dt="2025-11-14T14:55:49.185" v="632" actId="478"/>
          <ac:spMkLst>
            <pc:docMk/>
            <pc:sldMk cId="1852055849" sldId="788"/>
            <ac:spMk id="3" creationId="{BE34F1E9-E0B0-4D42-8B7D-D8AAF906B584}"/>
          </ac:spMkLst>
        </pc:spChg>
        <pc:spChg chg="del">
          <ac:chgData name="Marion Lacroix" userId="9df64882-6113-4c49-9d2b-3e68714ee988" providerId="ADAL" clId="{50925B17-DBF0-4DD9-AB5C-F0142C421E6A}" dt="2025-11-14T15:19:54.929" v="1013" actId="478"/>
          <ac:spMkLst>
            <pc:docMk/>
            <pc:sldMk cId="1852055849" sldId="788"/>
            <ac:spMk id="4" creationId="{C465A94C-A29D-49E0-AD1A-F280953E436B}"/>
          </ac:spMkLst>
        </pc:spChg>
        <pc:spChg chg="add del mod">
          <ac:chgData name="Marion Lacroix" userId="9df64882-6113-4c49-9d2b-3e68714ee988" providerId="ADAL" clId="{50925B17-DBF0-4DD9-AB5C-F0142C421E6A}" dt="2025-11-14T14:55:55.511" v="634" actId="478"/>
          <ac:spMkLst>
            <pc:docMk/>
            <pc:sldMk cId="1852055849" sldId="788"/>
            <ac:spMk id="11" creationId="{C8FA2AEF-98AC-4EB4-BD45-327715E6E166}"/>
          </ac:spMkLst>
        </pc:spChg>
        <pc:spChg chg="add mod">
          <ac:chgData name="Marion Lacroix" userId="9df64882-6113-4c49-9d2b-3e68714ee988" providerId="ADAL" clId="{50925B17-DBF0-4DD9-AB5C-F0142C421E6A}" dt="2025-11-14T15:16:50.043" v="961"/>
          <ac:spMkLst>
            <pc:docMk/>
            <pc:sldMk cId="1852055849" sldId="788"/>
            <ac:spMk id="26" creationId="{FD97CC4D-2600-4B3E-A71F-C9982568893E}"/>
          </ac:spMkLst>
        </pc:spChg>
        <pc:spChg chg="add mod">
          <ac:chgData name="Marion Lacroix" userId="9df64882-6113-4c49-9d2b-3e68714ee988" providerId="ADAL" clId="{50925B17-DBF0-4DD9-AB5C-F0142C421E6A}" dt="2025-11-14T15:19:51.031" v="1012"/>
          <ac:spMkLst>
            <pc:docMk/>
            <pc:sldMk cId="1852055849" sldId="788"/>
            <ac:spMk id="27" creationId="{DD43C42E-1DE8-4F80-B004-F3820F538CE8}"/>
          </ac:spMkLst>
        </pc:spChg>
        <pc:spChg chg="add mod">
          <ac:chgData name="Marion Lacroix" userId="9df64882-6113-4c49-9d2b-3e68714ee988" providerId="ADAL" clId="{50925B17-DBF0-4DD9-AB5C-F0142C421E6A}" dt="2025-11-14T15:23:00.962" v="1064" actId="113"/>
          <ac:spMkLst>
            <pc:docMk/>
            <pc:sldMk cId="1852055849" sldId="788"/>
            <ac:spMk id="28" creationId="{76923110-CAC3-4DAF-AD52-CDA1E90FC388}"/>
          </ac:spMkLst>
        </pc:spChg>
        <pc:spChg chg="del">
          <ac:chgData name="Marion Lacroix" userId="9df64882-6113-4c49-9d2b-3e68714ee988" providerId="ADAL" clId="{50925B17-DBF0-4DD9-AB5C-F0142C421E6A}" dt="2025-11-14T14:55:51.496" v="633" actId="478"/>
          <ac:spMkLst>
            <pc:docMk/>
            <pc:sldMk cId="1852055849" sldId="788"/>
            <ac:spMk id="33" creationId="{340C3249-79FA-41A9-A911-7BA976AB399C}"/>
          </ac:spMkLst>
        </pc:spChg>
        <pc:spChg chg="del">
          <ac:chgData name="Marion Lacroix" userId="9df64882-6113-4c49-9d2b-3e68714ee988" providerId="ADAL" clId="{50925B17-DBF0-4DD9-AB5C-F0142C421E6A}" dt="2025-11-14T14:55:51.496" v="633" actId="478"/>
          <ac:spMkLst>
            <pc:docMk/>
            <pc:sldMk cId="1852055849" sldId="788"/>
            <ac:spMk id="34" creationId="{735C1D7D-4D9F-4E62-9837-25C5048ACDF7}"/>
          </ac:spMkLst>
        </pc:spChg>
        <pc:grpChg chg="add mod">
          <ac:chgData name="Marion Lacroix" userId="9df64882-6113-4c49-9d2b-3e68714ee988" providerId="ADAL" clId="{50925B17-DBF0-4DD9-AB5C-F0142C421E6A}" dt="2025-11-14T14:56:14.251" v="639" actId="12789"/>
          <ac:grpSpMkLst>
            <pc:docMk/>
            <pc:sldMk cId="1852055849" sldId="788"/>
            <ac:grpSpMk id="18" creationId="{805E3675-3310-48C8-A4BE-B4F4B7154945}"/>
          </ac:grpSpMkLst>
        </pc:grpChg>
        <pc:picChg chg="del">
          <ac:chgData name="Marion Lacroix" userId="9df64882-6113-4c49-9d2b-3e68714ee988" providerId="ADAL" clId="{50925B17-DBF0-4DD9-AB5C-F0142C421E6A}" dt="2025-11-14T14:55:38.151" v="630" actId="478"/>
          <ac:picMkLst>
            <pc:docMk/>
            <pc:sldMk cId="1852055849" sldId="788"/>
            <ac:picMk id="7" creationId="{427B8787-529B-4DBD-8C14-94ED537BD066}"/>
          </ac:picMkLst>
        </pc:picChg>
        <pc:picChg chg="del">
          <ac:chgData name="Marion Lacroix" userId="9df64882-6113-4c49-9d2b-3e68714ee988" providerId="ADAL" clId="{50925B17-DBF0-4DD9-AB5C-F0142C421E6A}" dt="2025-11-14T14:55:51.496" v="633" actId="478"/>
          <ac:picMkLst>
            <pc:docMk/>
            <pc:sldMk cId="1852055849" sldId="788"/>
            <ac:picMk id="8" creationId="{3D4EE40C-6500-4315-97D3-91DA2331706D}"/>
          </ac:picMkLst>
        </pc:picChg>
        <pc:picChg chg="mod">
          <ac:chgData name="Marion Lacroix" userId="9df64882-6113-4c49-9d2b-3e68714ee988" providerId="ADAL" clId="{50925B17-DBF0-4DD9-AB5C-F0142C421E6A}" dt="2025-11-14T14:56:00.621" v="636"/>
          <ac:picMkLst>
            <pc:docMk/>
            <pc:sldMk cId="1852055849" sldId="788"/>
            <ac:picMk id="20" creationId="{D4AED9CB-15FF-40C0-8744-D98FE38324C7}"/>
          </ac:picMkLst>
        </pc:picChg>
        <pc:picChg chg="mod">
          <ac:chgData name="Marion Lacroix" userId="9df64882-6113-4c49-9d2b-3e68714ee988" providerId="ADAL" clId="{50925B17-DBF0-4DD9-AB5C-F0142C421E6A}" dt="2025-11-14T14:56:00.621" v="636"/>
          <ac:picMkLst>
            <pc:docMk/>
            <pc:sldMk cId="1852055849" sldId="788"/>
            <ac:picMk id="21" creationId="{5CEF4E11-B1E9-405B-90B5-7BDC8F98CC77}"/>
          </ac:picMkLst>
        </pc:picChg>
        <pc:picChg chg="mod">
          <ac:chgData name="Marion Lacroix" userId="9df64882-6113-4c49-9d2b-3e68714ee988" providerId="ADAL" clId="{50925B17-DBF0-4DD9-AB5C-F0142C421E6A}" dt="2025-11-14T14:56:00.621" v="636"/>
          <ac:picMkLst>
            <pc:docMk/>
            <pc:sldMk cId="1852055849" sldId="788"/>
            <ac:picMk id="23" creationId="{38229820-B450-4BE9-9568-AFBDFC430912}"/>
          </ac:picMkLst>
        </pc:picChg>
        <pc:picChg chg="mod">
          <ac:chgData name="Marion Lacroix" userId="9df64882-6113-4c49-9d2b-3e68714ee988" providerId="ADAL" clId="{50925B17-DBF0-4DD9-AB5C-F0142C421E6A}" dt="2025-11-14T14:56:00.621" v="636"/>
          <ac:picMkLst>
            <pc:docMk/>
            <pc:sldMk cId="1852055849" sldId="788"/>
            <ac:picMk id="24" creationId="{F5118240-9822-419A-8C4D-58AD15D382C1}"/>
          </ac:picMkLst>
        </pc:picChg>
        <pc:picChg chg="mod">
          <ac:chgData name="Marion Lacroix" userId="9df64882-6113-4c49-9d2b-3e68714ee988" providerId="ADAL" clId="{50925B17-DBF0-4DD9-AB5C-F0142C421E6A}" dt="2025-11-14T14:56:00.621" v="636"/>
          <ac:picMkLst>
            <pc:docMk/>
            <pc:sldMk cId="1852055849" sldId="788"/>
            <ac:picMk id="25" creationId="{A39EC4E3-BA64-41E1-AE79-AE4EA8C35CE2}"/>
          </ac:picMkLst>
        </pc:picChg>
        <pc:cxnChg chg="del">
          <ac:chgData name="Marion Lacroix" userId="9df64882-6113-4c49-9d2b-3e68714ee988" providerId="ADAL" clId="{50925B17-DBF0-4DD9-AB5C-F0142C421E6A}" dt="2025-11-14T14:55:56.568" v="635" actId="478"/>
          <ac:cxnSpMkLst>
            <pc:docMk/>
            <pc:sldMk cId="1852055849" sldId="788"/>
            <ac:cxnSpMk id="9" creationId="{0979C447-8465-4500-BD2A-73A7B4E03317}"/>
          </ac:cxnSpMkLst>
        </pc:cxnChg>
        <pc:cxnChg chg="del">
          <ac:chgData name="Marion Lacroix" userId="9df64882-6113-4c49-9d2b-3e68714ee988" providerId="ADAL" clId="{50925B17-DBF0-4DD9-AB5C-F0142C421E6A}" dt="2025-11-14T14:55:51.496" v="633" actId="478"/>
          <ac:cxnSpMkLst>
            <pc:docMk/>
            <pc:sldMk cId="1852055849" sldId="788"/>
            <ac:cxnSpMk id="10" creationId="{455DE883-1EE2-4231-80E2-4665ACB46884}"/>
          </ac:cxnSpMkLst>
        </pc:cxnChg>
        <pc:cxnChg chg="del">
          <ac:chgData name="Marion Lacroix" userId="9df64882-6113-4c49-9d2b-3e68714ee988" providerId="ADAL" clId="{50925B17-DBF0-4DD9-AB5C-F0142C421E6A}" dt="2025-11-14T14:55:51.496" v="633" actId="478"/>
          <ac:cxnSpMkLst>
            <pc:docMk/>
            <pc:sldMk cId="1852055849" sldId="788"/>
            <ac:cxnSpMk id="13" creationId="{31FD90BB-AAC8-4A04-92E6-23DA9915E89C}"/>
          </ac:cxnSpMkLst>
        </pc:cxnChg>
        <pc:cxnChg chg="del">
          <ac:chgData name="Marion Lacroix" userId="9df64882-6113-4c49-9d2b-3e68714ee988" providerId="ADAL" clId="{50925B17-DBF0-4DD9-AB5C-F0142C421E6A}" dt="2025-11-14T14:55:51.496" v="633" actId="478"/>
          <ac:cxnSpMkLst>
            <pc:docMk/>
            <pc:sldMk cId="1852055849" sldId="788"/>
            <ac:cxnSpMk id="16" creationId="{8E9BF77F-2226-4DC1-8F23-D40F4632BD03}"/>
          </ac:cxnSpMkLst>
        </pc:cxnChg>
        <pc:cxnChg chg="del">
          <ac:chgData name="Marion Lacroix" userId="9df64882-6113-4c49-9d2b-3e68714ee988" providerId="ADAL" clId="{50925B17-DBF0-4DD9-AB5C-F0142C421E6A}" dt="2025-11-14T14:55:51.496" v="633" actId="478"/>
          <ac:cxnSpMkLst>
            <pc:docMk/>
            <pc:sldMk cId="1852055849" sldId="788"/>
            <ac:cxnSpMk id="19" creationId="{1C7B80CF-186A-4AD2-9DA4-51AFCC049EA8}"/>
          </ac:cxnSpMkLst>
        </pc:cxnChg>
        <pc:cxnChg chg="del">
          <ac:chgData name="Marion Lacroix" userId="9df64882-6113-4c49-9d2b-3e68714ee988" providerId="ADAL" clId="{50925B17-DBF0-4DD9-AB5C-F0142C421E6A}" dt="2025-11-14T14:55:51.496" v="633" actId="478"/>
          <ac:cxnSpMkLst>
            <pc:docMk/>
            <pc:sldMk cId="1852055849" sldId="788"/>
            <ac:cxnSpMk id="22" creationId="{DF193F05-9A5B-4C65-9265-638A2880B8BC}"/>
          </ac:cxnSpMkLst>
        </pc:cxn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l">
              <a:defRPr sz="1100"/>
            </a:lvl1pPr>
          </a:lstStyle>
          <a:p>
            <a:r>
              <a:rPr lang="fr-FR"/>
              <a:t>CoPil NaviForest n°4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4020508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r">
              <a:defRPr sz="1100"/>
            </a:lvl1pPr>
          </a:lstStyle>
          <a:p>
            <a:r>
              <a:rPr lang="fr-FR"/>
              <a:t>13/06/2023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2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l">
              <a:defRPr sz="1100"/>
            </a:lvl1pPr>
          </a:lstStyle>
          <a:p>
            <a:r>
              <a:rPr lang="fr-FR"/>
              <a:t>FCBA-IGN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4020508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r">
              <a:defRPr sz="1100"/>
            </a:lvl1pPr>
          </a:lstStyle>
          <a:p>
            <a:fld id="{768F9535-FCA2-4290-A8B4-639E928017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8173030"/>
      </p:ext>
    </p:extLst>
  </p:cSld>
  <p:clrMap bg1="lt1" tx1="dk1" bg2="lt2" tx2="dk2" accent1="accent1" accent2="accent2" accent3="accent3" accent4="accent4" accent5="accent5" accent6="accent6" hlink="hlink" folHlink="folHlink"/>
  <p:hf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4-09-30T12:08:08.23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3123 1888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l">
              <a:defRPr sz="1100"/>
            </a:lvl1pPr>
          </a:lstStyle>
          <a:p>
            <a:r>
              <a:rPr lang="fr-FR"/>
              <a:t>CoPil NaviForest n°4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0508" y="0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/>
          <a:lstStyle>
            <a:lvl1pPr algn="r">
              <a:defRPr sz="1100"/>
            </a:lvl1pPr>
          </a:lstStyle>
          <a:p>
            <a:r>
              <a:rPr lang="fr-FR"/>
              <a:t>13/06/2023</a:t>
            </a:r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50" tIns="47375" rIns="94750" bIns="47375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09601" y="4924989"/>
            <a:ext cx="5680103" cy="4029684"/>
          </a:xfrm>
          <a:prstGeom prst="rect">
            <a:avLst/>
          </a:prstGeom>
        </p:spPr>
        <p:txBody>
          <a:bodyPr vert="horz" lIns="94750" tIns="47375" rIns="94750" bIns="47375" rtlCol="0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2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l">
              <a:defRPr sz="1100"/>
            </a:lvl1pPr>
          </a:lstStyle>
          <a:p>
            <a:r>
              <a:rPr lang="fr-FR"/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0508" y="9722309"/>
            <a:ext cx="3077137" cy="512304"/>
          </a:xfrm>
          <a:prstGeom prst="rect">
            <a:avLst/>
          </a:prstGeom>
        </p:spPr>
        <p:txBody>
          <a:bodyPr vert="horz" lIns="94750" tIns="47375" rIns="94750" bIns="47375" rtlCol="0" anchor="b"/>
          <a:lstStyle>
            <a:lvl1pPr algn="r">
              <a:defRPr sz="1100"/>
            </a:lvl1pPr>
          </a:lstStyle>
          <a:p>
            <a:fld id="{135E84F5-E102-4049-B206-4567741B159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5653326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06CD8F-B7ED-4A05-9FB1-A01CC0EF02CC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89158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06CD8F-B7ED-4A05-9FB1-A01CC0EF02CC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8463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43079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191296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737824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4109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ea typeface="Calibri"/>
                <a:cs typeface="Calibri"/>
              </a:rPr>
              <a:t>A </a:t>
            </a:r>
            <a:r>
              <a:rPr lang="en-US" err="1">
                <a:ea typeface="Calibri"/>
                <a:cs typeface="Calibri"/>
              </a:rPr>
              <a:t>mutualiser</a:t>
            </a:r>
            <a:r>
              <a:rPr lang="en-US">
                <a:ea typeface="Calibri"/>
                <a:cs typeface="Calibri"/>
              </a:rPr>
              <a:t> avec la </a:t>
            </a:r>
            <a:r>
              <a:rPr lang="en-US" err="1">
                <a:ea typeface="Calibri"/>
                <a:cs typeface="Calibri"/>
              </a:rPr>
              <a:t>thématique</a:t>
            </a:r>
            <a:r>
              <a:rPr lang="en-US">
                <a:ea typeface="Calibri"/>
                <a:cs typeface="Calibri"/>
              </a:rPr>
              <a:t> DFCI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CoPil NaviForest n°4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13/06/2023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FCBA-IGN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35E84F5-E102-4049-B206-4567741B1597}" type="slidenum">
              <a:rPr kumimoji="0" lang="fr-FR" sz="11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fr-FR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8234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9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9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0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0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0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1"/>
          <p:cNvSpPr>
            <a:spLocks noGrp="1"/>
          </p:cNvSpPr>
          <p:nvPr>
            <p:ph type="ctrTitle" hasCustomPrompt="1"/>
          </p:nvPr>
        </p:nvSpPr>
        <p:spPr>
          <a:xfrm>
            <a:off x="1524000" y="2116670"/>
            <a:ext cx="9144000" cy="163883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 de chapitre</a:t>
            </a:r>
          </a:p>
        </p:txBody>
      </p:sp>
      <p:sp>
        <p:nvSpPr>
          <p:cNvPr id="8" name="Sous-titre 2"/>
          <p:cNvSpPr>
            <a:spLocks noGrp="1"/>
          </p:cNvSpPr>
          <p:nvPr>
            <p:ph type="subTitle" idx="1"/>
          </p:nvPr>
        </p:nvSpPr>
        <p:spPr>
          <a:xfrm>
            <a:off x="1524000" y="3847575"/>
            <a:ext cx="9144000" cy="165576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4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2078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ce réservé du contenu 2"/>
          <p:cNvSpPr>
            <a:spLocks noGrp="1"/>
          </p:cNvSpPr>
          <p:nvPr>
            <p:ph idx="13"/>
          </p:nvPr>
        </p:nvSpPr>
        <p:spPr>
          <a:xfrm>
            <a:off x="243606" y="2647405"/>
            <a:ext cx="11787535" cy="3723704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76348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98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0398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_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9" name="Rectangle 2938"/>
          <p:cNvSpPr/>
          <p:nvPr userDrawn="1"/>
        </p:nvSpPr>
        <p:spPr>
          <a:xfrm>
            <a:off x="0" y="13724"/>
            <a:ext cx="12192000" cy="68442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1064" name="Rectangle 1322"/>
          <p:cNvSpPr/>
          <p:nvPr userDrawn="1"/>
        </p:nvSpPr>
        <p:spPr>
          <a:xfrm>
            <a:off x="4792337" y="710996"/>
            <a:ext cx="5513560" cy="5766004"/>
          </a:xfrm>
          <a:custGeom>
            <a:avLst/>
            <a:gdLst>
              <a:gd name="connsiteX0" fmla="*/ 0 w 4163745"/>
              <a:gd name="connsiteY0" fmla="*/ 0 h 5613604"/>
              <a:gd name="connsiteX1" fmla="*/ 4163745 w 4163745"/>
              <a:gd name="connsiteY1" fmla="*/ 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3268395 w 4163745"/>
              <a:gd name="connsiteY1" fmla="*/ 600075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0 w 4163745"/>
              <a:gd name="connsiteY4" fmla="*/ 5613604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762000 w 4163745"/>
              <a:gd name="connsiteY4" fmla="*/ 2994229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19050 w 4163745"/>
              <a:gd name="connsiteY4" fmla="*/ 4842079 h 5613604"/>
              <a:gd name="connsiteX5" fmla="*/ 0 w 4163745"/>
              <a:gd name="connsiteY5" fmla="*/ 0 h 5613604"/>
              <a:gd name="connsiteX0" fmla="*/ 0 w 4163745"/>
              <a:gd name="connsiteY0" fmla="*/ 0 h 5766004"/>
              <a:gd name="connsiteX1" fmla="*/ 4011345 w 4163745"/>
              <a:gd name="connsiteY1" fmla="*/ 228600 h 5766004"/>
              <a:gd name="connsiteX2" fmla="*/ 4163745 w 4163745"/>
              <a:gd name="connsiteY2" fmla="*/ 5613604 h 5766004"/>
              <a:gd name="connsiteX3" fmla="*/ 1492098 w 4163745"/>
              <a:gd name="connsiteY3" fmla="*/ 5766004 h 5766004"/>
              <a:gd name="connsiteX4" fmla="*/ 19050 w 4163745"/>
              <a:gd name="connsiteY4" fmla="*/ 4842079 h 5766004"/>
              <a:gd name="connsiteX5" fmla="*/ 0 w 4163745"/>
              <a:gd name="connsiteY5" fmla="*/ 0 h 5766004"/>
              <a:gd name="connsiteX0" fmla="*/ 0 w 4011345"/>
              <a:gd name="connsiteY0" fmla="*/ 0 h 5766004"/>
              <a:gd name="connsiteX1" fmla="*/ 4011345 w 4011345"/>
              <a:gd name="connsiteY1" fmla="*/ 228600 h 5766004"/>
              <a:gd name="connsiteX2" fmla="*/ 3916095 w 4011345"/>
              <a:gd name="connsiteY2" fmla="*/ 4680154 h 5766004"/>
              <a:gd name="connsiteX3" fmla="*/ 1492098 w 4011345"/>
              <a:gd name="connsiteY3" fmla="*/ 5766004 h 5766004"/>
              <a:gd name="connsiteX4" fmla="*/ 19050 w 4011345"/>
              <a:gd name="connsiteY4" fmla="*/ 4842079 h 5766004"/>
              <a:gd name="connsiteX5" fmla="*/ 0 w 4011345"/>
              <a:gd name="connsiteY5" fmla="*/ 0 h 5766004"/>
              <a:gd name="connsiteX0" fmla="*/ 0 w 4135170"/>
              <a:gd name="connsiteY0" fmla="*/ 0 h 5766004"/>
              <a:gd name="connsiteX1" fmla="*/ 4011345 w 4135170"/>
              <a:gd name="connsiteY1" fmla="*/ 228600 h 5766004"/>
              <a:gd name="connsiteX2" fmla="*/ 4135170 w 4135170"/>
              <a:gd name="connsiteY2" fmla="*/ 5413579 h 5766004"/>
              <a:gd name="connsiteX3" fmla="*/ 1492098 w 4135170"/>
              <a:gd name="connsiteY3" fmla="*/ 5766004 h 5766004"/>
              <a:gd name="connsiteX4" fmla="*/ 19050 w 4135170"/>
              <a:gd name="connsiteY4" fmla="*/ 4842079 h 5766004"/>
              <a:gd name="connsiteX5" fmla="*/ 0 w 4135170"/>
              <a:gd name="connsiteY5" fmla="*/ 0 h 5766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5170" h="5766004">
                <a:moveTo>
                  <a:pt x="0" y="0"/>
                </a:moveTo>
                <a:lnTo>
                  <a:pt x="4011345" y="228600"/>
                </a:lnTo>
                <a:lnTo>
                  <a:pt x="4135170" y="5413579"/>
                </a:lnTo>
                <a:lnTo>
                  <a:pt x="1492098" y="5766004"/>
                </a:lnTo>
                <a:lnTo>
                  <a:pt x="19050" y="48420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1020356" y="550081"/>
            <a:ext cx="1214845" cy="1000649"/>
            <a:chOff x="2023" y="1221"/>
            <a:chExt cx="1710" cy="1878"/>
          </a:xfrm>
        </p:grpSpPr>
        <p:sp>
          <p:nvSpPr>
            <p:cNvPr id="8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9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0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1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2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grpSp>
        <p:nvGrpSpPr>
          <p:cNvPr id="2937" name="Groupe 2936"/>
          <p:cNvGrpSpPr/>
          <p:nvPr userDrawn="1"/>
        </p:nvGrpSpPr>
        <p:grpSpPr>
          <a:xfrm>
            <a:off x="3660861" y="570436"/>
            <a:ext cx="4516967" cy="2699223"/>
            <a:chOff x="2745640" y="570435"/>
            <a:chExt cx="3387725" cy="2699223"/>
          </a:xfrm>
        </p:grpSpPr>
        <p:grpSp>
          <p:nvGrpSpPr>
            <p:cNvPr id="2011" name="Groupe 2010"/>
            <p:cNvGrpSpPr/>
            <p:nvPr userDrawn="1"/>
          </p:nvGrpSpPr>
          <p:grpSpPr>
            <a:xfrm>
              <a:off x="2745640" y="570435"/>
              <a:ext cx="3387725" cy="111917"/>
              <a:chOff x="2746375" y="570435"/>
              <a:chExt cx="3387725" cy="111917"/>
            </a:xfrm>
          </p:grpSpPr>
          <p:sp>
            <p:nvSpPr>
              <p:cNvPr id="1801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8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12" name="Groupe 2011"/>
            <p:cNvGrpSpPr/>
            <p:nvPr userDrawn="1"/>
          </p:nvGrpSpPr>
          <p:grpSpPr>
            <a:xfrm>
              <a:off x="2745640" y="769459"/>
              <a:ext cx="3387725" cy="111917"/>
              <a:chOff x="2746375" y="570435"/>
              <a:chExt cx="3387725" cy="111917"/>
            </a:xfrm>
          </p:grpSpPr>
          <p:sp>
            <p:nvSpPr>
              <p:cNvPr id="20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83" name="Groupe 2082"/>
            <p:cNvGrpSpPr/>
            <p:nvPr userDrawn="1"/>
          </p:nvGrpSpPr>
          <p:grpSpPr>
            <a:xfrm>
              <a:off x="2745640" y="968483"/>
              <a:ext cx="3387725" cy="111917"/>
              <a:chOff x="2746375" y="570435"/>
              <a:chExt cx="3387725" cy="111917"/>
            </a:xfrm>
          </p:grpSpPr>
          <p:sp>
            <p:nvSpPr>
              <p:cNvPr id="2084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5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6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7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8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9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0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1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2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3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4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5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6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7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8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9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0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1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2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3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4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5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6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7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8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9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0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1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2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3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4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5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6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7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8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9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0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1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2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3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4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5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6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7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8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9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0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1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2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3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4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5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6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7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8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9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0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1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2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3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4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5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6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7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8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9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0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1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2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3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54" name="Groupe 2153"/>
            <p:cNvGrpSpPr/>
            <p:nvPr userDrawn="1"/>
          </p:nvGrpSpPr>
          <p:grpSpPr>
            <a:xfrm>
              <a:off x="2745640" y="1167507"/>
              <a:ext cx="3387725" cy="111917"/>
              <a:chOff x="2746375" y="570435"/>
              <a:chExt cx="3387725" cy="111917"/>
            </a:xfrm>
          </p:grpSpPr>
          <p:sp>
            <p:nvSpPr>
              <p:cNvPr id="21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25" name="Groupe 2224"/>
            <p:cNvGrpSpPr/>
            <p:nvPr userDrawn="1"/>
          </p:nvGrpSpPr>
          <p:grpSpPr>
            <a:xfrm>
              <a:off x="2745640" y="1366531"/>
              <a:ext cx="3387725" cy="111917"/>
              <a:chOff x="2746375" y="570435"/>
              <a:chExt cx="3387725" cy="111917"/>
            </a:xfrm>
          </p:grpSpPr>
          <p:sp>
            <p:nvSpPr>
              <p:cNvPr id="222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96" name="Groupe 2295"/>
            <p:cNvGrpSpPr/>
            <p:nvPr userDrawn="1"/>
          </p:nvGrpSpPr>
          <p:grpSpPr>
            <a:xfrm>
              <a:off x="2745640" y="1565555"/>
              <a:ext cx="3387725" cy="111917"/>
              <a:chOff x="2746375" y="570435"/>
              <a:chExt cx="3387725" cy="111917"/>
            </a:xfrm>
          </p:grpSpPr>
          <p:sp>
            <p:nvSpPr>
              <p:cNvPr id="229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69" name="Groupe 2368"/>
            <p:cNvGrpSpPr/>
            <p:nvPr userDrawn="1"/>
          </p:nvGrpSpPr>
          <p:grpSpPr>
            <a:xfrm>
              <a:off x="2745640" y="1764579"/>
              <a:ext cx="3387725" cy="111917"/>
              <a:chOff x="2746375" y="570435"/>
              <a:chExt cx="3387725" cy="111917"/>
            </a:xfrm>
          </p:grpSpPr>
          <p:sp>
            <p:nvSpPr>
              <p:cNvPr id="272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0" name="Groupe 2369"/>
            <p:cNvGrpSpPr/>
            <p:nvPr userDrawn="1"/>
          </p:nvGrpSpPr>
          <p:grpSpPr>
            <a:xfrm>
              <a:off x="2745640" y="1963603"/>
              <a:ext cx="3387725" cy="111917"/>
              <a:chOff x="2746375" y="570435"/>
              <a:chExt cx="3387725" cy="111917"/>
            </a:xfrm>
          </p:grpSpPr>
          <p:sp>
            <p:nvSpPr>
              <p:cNvPr id="26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1" name="Groupe 2370"/>
            <p:cNvGrpSpPr/>
            <p:nvPr userDrawn="1"/>
          </p:nvGrpSpPr>
          <p:grpSpPr>
            <a:xfrm>
              <a:off x="2745640" y="2162627"/>
              <a:ext cx="3387725" cy="111917"/>
              <a:chOff x="2746375" y="570435"/>
              <a:chExt cx="3387725" cy="111917"/>
            </a:xfrm>
          </p:grpSpPr>
          <p:sp>
            <p:nvSpPr>
              <p:cNvPr id="258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2" name="Groupe 2371"/>
            <p:cNvGrpSpPr/>
            <p:nvPr userDrawn="1"/>
          </p:nvGrpSpPr>
          <p:grpSpPr>
            <a:xfrm>
              <a:off x="2745640" y="2361651"/>
              <a:ext cx="3387725" cy="111917"/>
              <a:chOff x="2746375" y="570435"/>
              <a:chExt cx="3387725" cy="111917"/>
            </a:xfrm>
          </p:grpSpPr>
          <p:sp>
            <p:nvSpPr>
              <p:cNvPr id="251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3" name="Groupe 2372"/>
            <p:cNvGrpSpPr/>
            <p:nvPr userDrawn="1"/>
          </p:nvGrpSpPr>
          <p:grpSpPr>
            <a:xfrm>
              <a:off x="2745640" y="2560675"/>
              <a:ext cx="3387725" cy="111917"/>
              <a:chOff x="2746375" y="570435"/>
              <a:chExt cx="3387725" cy="111917"/>
            </a:xfrm>
          </p:grpSpPr>
          <p:sp>
            <p:nvSpPr>
              <p:cNvPr id="244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4" name="Groupe 2373"/>
            <p:cNvGrpSpPr/>
            <p:nvPr userDrawn="1"/>
          </p:nvGrpSpPr>
          <p:grpSpPr>
            <a:xfrm>
              <a:off x="2745640" y="2759699"/>
              <a:ext cx="3387725" cy="111917"/>
              <a:chOff x="2746375" y="570435"/>
              <a:chExt cx="3387725" cy="111917"/>
            </a:xfrm>
          </p:grpSpPr>
          <p:sp>
            <p:nvSpPr>
              <p:cNvPr id="237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795" name="Groupe 2794"/>
            <p:cNvGrpSpPr/>
            <p:nvPr userDrawn="1"/>
          </p:nvGrpSpPr>
          <p:grpSpPr>
            <a:xfrm>
              <a:off x="2745640" y="2958723"/>
              <a:ext cx="3387725" cy="111917"/>
              <a:chOff x="2746375" y="570435"/>
              <a:chExt cx="3387725" cy="111917"/>
            </a:xfrm>
          </p:grpSpPr>
          <p:sp>
            <p:nvSpPr>
              <p:cNvPr id="279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866" name="Groupe 2865"/>
            <p:cNvGrpSpPr/>
            <p:nvPr userDrawn="1"/>
          </p:nvGrpSpPr>
          <p:grpSpPr>
            <a:xfrm>
              <a:off x="2745640" y="3157741"/>
              <a:ext cx="3387725" cy="111917"/>
              <a:chOff x="2746375" y="570435"/>
              <a:chExt cx="3387725" cy="111917"/>
            </a:xfrm>
          </p:grpSpPr>
          <p:sp>
            <p:nvSpPr>
              <p:cNvPr id="286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</p:grpSp>
      <p:sp>
        <p:nvSpPr>
          <p:cNvPr id="4" name="Espace réservé du texte 3"/>
          <p:cNvSpPr>
            <a:spLocks noGrp="1"/>
          </p:cNvSpPr>
          <p:nvPr>
            <p:ph type="body" sz="quarter" idx="11" hasCustomPrompt="1"/>
          </p:nvPr>
        </p:nvSpPr>
        <p:spPr>
          <a:xfrm>
            <a:off x="4807527" y="1015813"/>
            <a:ext cx="5221316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TITRE DE LA PRESENTATION</a:t>
            </a:r>
          </a:p>
        </p:txBody>
      </p:sp>
      <p:sp>
        <p:nvSpPr>
          <p:cNvPr id="1063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4807527" y="1931396"/>
            <a:ext cx="4495800" cy="283819"/>
          </a:xfr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None/>
              <a:tabLst/>
              <a:defRPr sz="1600" cap="none" baseline="0">
                <a:solidFill>
                  <a:schemeClr val="bg1"/>
                </a:solidFill>
              </a:defRPr>
            </a:lvl1pPr>
          </a:lstStyle>
          <a:p>
            <a:pPr marL="0" marR="0" lvl="0" indent="0" algn="l" defTabSz="685800" rtl="0" eaLnBrk="1" fontAlgn="auto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ClrTx/>
              <a:buSzTx/>
              <a:buFont typeface="Calibri" panose="020F0502020204030204" pitchFamily="34" charset="0"/>
              <a:buNone/>
              <a:tabLst/>
              <a:defRPr/>
            </a:pPr>
            <a:r>
              <a:rPr lang="fr-FR"/>
              <a:t>Sous-titre sur 1 ou 2 lignes</a:t>
            </a:r>
          </a:p>
          <a:p>
            <a:pPr lvl="0"/>
            <a:endParaRPr lang="fr-FR"/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13" y="2633480"/>
            <a:ext cx="10258179" cy="2921395"/>
          </a:xfrm>
          <a:prstGeom prst="rect">
            <a:avLst/>
          </a:prstGeom>
        </p:spPr>
      </p:pic>
      <p:sp>
        <p:nvSpPr>
          <p:cNvPr id="1062" name="ZoneTexte 1061"/>
          <p:cNvSpPr txBox="1"/>
          <p:nvPr userDrawn="1"/>
        </p:nvSpPr>
        <p:spPr>
          <a:xfrm>
            <a:off x="10181277" y="5508724"/>
            <a:ext cx="1778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900">
                <a:solidFill>
                  <a:srgbClr val="231F20"/>
                </a:solidFill>
              </a:rPr>
              <a:t>© IGN-SHOM</a:t>
            </a:r>
          </a:p>
          <a:p>
            <a:endParaRPr lang="fr-FR">
              <a:solidFill>
                <a:srgbClr val="231F20"/>
              </a:solidFill>
            </a:endParaRPr>
          </a:p>
        </p:txBody>
      </p:sp>
      <p:sp>
        <p:nvSpPr>
          <p:cNvPr id="1068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5905482" y="5597609"/>
            <a:ext cx="3750937" cy="283819"/>
          </a:xfrm>
        </p:spPr>
        <p:txBody>
          <a:bodyPr/>
          <a:lstStyle>
            <a:lvl1pPr marL="0" indent="0" algn="ctr">
              <a:buNone/>
              <a:defRPr sz="2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Auteur</a:t>
            </a:r>
          </a:p>
        </p:txBody>
      </p:sp>
      <p:sp>
        <p:nvSpPr>
          <p:cNvPr id="1069" name="Espace réservé du texte 3"/>
          <p:cNvSpPr>
            <a:spLocks noGrp="1"/>
          </p:cNvSpPr>
          <p:nvPr>
            <p:ph type="body" sz="quarter" idx="15" hasCustomPrompt="1"/>
          </p:nvPr>
        </p:nvSpPr>
        <p:spPr>
          <a:xfrm>
            <a:off x="5905482" y="5922729"/>
            <a:ext cx="3750937" cy="283819"/>
          </a:xfrm>
        </p:spPr>
        <p:txBody>
          <a:bodyPr/>
          <a:lstStyle>
            <a:lvl1pPr marL="0" indent="0" algn="ctr">
              <a:buNone/>
              <a:defRPr sz="16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487038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CAL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80" name="Groupe 3879"/>
          <p:cNvGrpSpPr/>
          <p:nvPr userDrawn="1"/>
        </p:nvGrpSpPr>
        <p:grpSpPr>
          <a:xfrm>
            <a:off x="738411" y="544564"/>
            <a:ext cx="6186617" cy="5191661"/>
            <a:chOff x="553803" y="544553"/>
            <a:chExt cx="4639963" cy="5191661"/>
          </a:xfrm>
        </p:grpSpPr>
        <p:grpSp>
          <p:nvGrpSpPr>
            <p:cNvPr id="9" name="Groupe 8"/>
            <p:cNvGrpSpPr/>
            <p:nvPr userDrawn="1"/>
          </p:nvGrpSpPr>
          <p:grpSpPr>
            <a:xfrm>
              <a:off x="553803" y="544557"/>
              <a:ext cx="3679737" cy="121564"/>
              <a:chOff x="2746375" y="570435"/>
              <a:chExt cx="3387725" cy="111917"/>
            </a:xfrm>
          </p:grpSpPr>
          <p:sp>
            <p:nvSpPr>
              <p:cNvPr id="93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" name="Groupe 9"/>
            <p:cNvGrpSpPr/>
            <p:nvPr userDrawn="1"/>
          </p:nvGrpSpPr>
          <p:grpSpPr>
            <a:xfrm>
              <a:off x="553803" y="760736"/>
              <a:ext cx="3679737" cy="121564"/>
              <a:chOff x="2746375" y="570435"/>
              <a:chExt cx="3387725" cy="111917"/>
            </a:xfrm>
          </p:grpSpPr>
          <p:sp>
            <p:nvSpPr>
              <p:cNvPr id="86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3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1" name="Groupe 10"/>
            <p:cNvGrpSpPr/>
            <p:nvPr userDrawn="1"/>
          </p:nvGrpSpPr>
          <p:grpSpPr>
            <a:xfrm>
              <a:off x="553803" y="976916"/>
              <a:ext cx="3679737" cy="121564"/>
              <a:chOff x="2746375" y="570435"/>
              <a:chExt cx="3387725" cy="111917"/>
            </a:xfrm>
          </p:grpSpPr>
          <p:sp>
            <p:nvSpPr>
              <p:cNvPr id="79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2" name="Groupe 11"/>
            <p:cNvGrpSpPr/>
            <p:nvPr userDrawn="1"/>
          </p:nvGrpSpPr>
          <p:grpSpPr>
            <a:xfrm>
              <a:off x="553803" y="1193095"/>
              <a:ext cx="3679737" cy="121564"/>
              <a:chOff x="2746375" y="570435"/>
              <a:chExt cx="3387725" cy="111917"/>
            </a:xfrm>
          </p:grpSpPr>
          <p:sp>
            <p:nvSpPr>
              <p:cNvPr id="72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3" name="Groupe 12"/>
            <p:cNvGrpSpPr/>
            <p:nvPr userDrawn="1"/>
          </p:nvGrpSpPr>
          <p:grpSpPr>
            <a:xfrm>
              <a:off x="553803" y="1409274"/>
              <a:ext cx="3679737" cy="121564"/>
              <a:chOff x="2746375" y="570435"/>
              <a:chExt cx="3387725" cy="111917"/>
            </a:xfrm>
          </p:grpSpPr>
          <p:sp>
            <p:nvSpPr>
              <p:cNvPr id="65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4" name="Groupe 13"/>
            <p:cNvGrpSpPr/>
            <p:nvPr userDrawn="1"/>
          </p:nvGrpSpPr>
          <p:grpSpPr>
            <a:xfrm>
              <a:off x="553803" y="1625453"/>
              <a:ext cx="3679737" cy="121564"/>
              <a:chOff x="2746375" y="570435"/>
              <a:chExt cx="3387725" cy="111917"/>
            </a:xfrm>
          </p:grpSpPr>
          <p:sp>
            <p:nvSpPr>
              <p:cNvPr id="58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5" name="Groupe 14"/>
            <p:cNvGrpSpPr/>
            <p:nvPr userDrawn="1"/>
          </p:nvGrpSpPr>
          <p:grpSpPr>
            <a:xfrm>
              <a:off x="553803" y="1841633"/>
              <a:ext cx="3679737" cy="121564"/>
              <a:chOff x="2746375" y="570435"/>
              <a:chExt cx="3387725" cy="111917"/>
            </a:xfrm>
          </p:grpSpPr>
          <p:sp>
            <p:nvSpPr>
              <p:cNvPr id="5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6" name="Groupe 15"/>
            <p:cNvGrpSpPr/>
            <p:nvPr userDrawn="1"/>
          </p:nvGrpSpPr>
          <p:grpSpPr>
            <a:xfrm>
              <a:off x="553803" y="2057813"/>
              <a:ext cx="3679737" cy="121564"/>
              <a:chOff x="2746375" y="570435"/>
              <a:chExt cx="3387725" cy="111917"/>
            </a:xfrm>
          </p:grpSpPr>
          <p:sp>
            <p:nvSpPr>
              <p:cNvPr id="44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7" name="Groupe 16"/>
            <p:cNvGrpSpPr/>
            <p:nvPr userDrawn="1"/>
          </p:nvGrpSpPr>
          <p:grpSpPr>
            <a:xfrm>
              <a:off x="553803" y="2273992"/>
              <a:ext cx="3679737" cy="121564"/>
              <a:chOff x="2746375" y="570435"/>
              <a:chExt cx="3387725" cy="111917"/>
            </a:xfrm>
          </p:grpSpPr>
          <p:sp>
            <p:nvSpPr>
              <p:cNvPr id="37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8" name="Groupe 17"/>
            <p:cNvGrpSpPr/>
            <p:nvPr userDrawn="1"/>
          </p:nvGrpSpPr>
          <p:grpSpPr>
            <a:xfrm>
              <a:off x="553803" y="2490170"/>
              <a:ext cx="3679737" cy="121564"/>
              <a:chOff x="2746375" y="570435"/>
              <a:chExt cx="3387725" cy="111917"/>
            </a:xfrm>
          </p:grpSpPr>
          <p:sp>
            <p:nvSpPr>
              <p:cNvPr id="30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9" name="Groupe 18"/>
            <p:cNvGrpSpPr/>
            <p:nvPr userDrawn="1"/>
          </p:nvGrpSpPr>
          <p:grpSpPr>
            <a:xfrm>
              <a:off x="553803" y="2706349"/>
              <a:ext cx="3679737" cy="121564"/>
              <a:chOff x="2746375" y="570435"/>
              <a:chExt cx="3387725" cy="111917"/>
            </a:xfrm>
          </p:grpSpPr>
          <p:sp>
            <p:nvSpPr>
              <p:cNvPr id="23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" name="Groupe 19"/>
            <p:cNvGrpSpPr/>
            <p:nvPr userDrawn="1"/>
          </p:nvGrpSpPr>
          <p:grpSpPr>
            <a:xfrm>
              <a:off x="553803" y="2922527"/>
              <a:ext cx="3679737" cy="121564"/>
              <a:chOff x="2746375" y="570435"/>
              <a:chExt cx="3387725" cy="111917"/>
            </a:xfrm>
          </p:grpSpPr>
          <p:sp>
            <p:nvSpPr>
              <p:cNvPr id="16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" name="Groupe 20"/>
            <p:cNvGrpSpPr/>
            <p:nvPr userDrawn="1"/>
          </p:nvGrpSpPr>
          <p:grpSpPr>
            <a:xfrm>
              <a:off x="553803" y="3138703"/>
              <a:ext cx="3679737" cy="121564"/>
              <a:chOff x="2746375" y="570435"/>
              <a:chExt cx="3387725" cy="111917"/>
            </a:xfrm>
          </p:grpSpPr>
          <p:sp>
            <p:nvSpPr>
              <p:cNvPr id="9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0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1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" name="Groupe 21"/>
            <p:cNvGrpSpPr/>
            <p:nvPr userDrawn="1"/>
          </p:nvGrpSpPr>
          <p:grpSpPr>
            <a:xfrm>
              <a:off x="553803" y="3354879"/>
              <a:ext cx="3679737" cy="121564"/>
              <a:chOff x="2746375" y="570435"/>
              <a:chExt cx="3387725" cy="111917"/>
            </a:xfrm>
          </p:grpSpPr>
          <p:sp>
            <p:nvSpPr>
              <p:cNvPr id="2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3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4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5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6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7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8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9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4" name="Groupe 1003"/>
            <p:cNvGrpSpPr/>
            <p:nvPr userDrawn="1"/>
          </p:nvGrpSpPr>
          <p:grpSpPr>
            <a:xfrm>
              <a:off x="553803" y="3563809"/>
              <a:ext cx="3679737" cy="121564"/>
              <a:chOff x="2746375" y="570435"/>
              <a:chExt cx="3387725" cy="111917"/>
            </a:xfrm>
          </p:grpSpPr>
          <p:sp>
            <p:nvSpPr>
              <p:cNvPr id="192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3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4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5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6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7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8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9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5" name="Groupe 1004"/>
            <p:cNvGrpSpPr/>
            <p:nvPr userDrawn="1"/>
          </p:nvGrpSpPr>
          <p:grpSpPr>
            <a:xfrm>
              <a:off x="553803" y="3779988"/>
              <a:ext cx="3679737" cy="121564"/>
              <a:chOff x="2746375" y="570435"/>
              <a:chExt cx="3387725" cy="111917"/>
            </a:xfrm>
          </p:grpSpPr>
          <p:sp>
            <p:nvSpPr>
              <p:cNvPr id="185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8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9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0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1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92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6" name="Groupe 1005"/>
            <p:cNvGrpSpPr/>
            <p:nvPr userDrawn="1"/>
          </p:nvGrpSpPr>
          <p:grpSpPr>
            <a:xfrm>
              <a:off x="553803" y="3996168"/>
              <a:ext cx="3679737" cy="121564"/>
              <a:chOff x="2746375" y="570435"/>
              <a:chExt cx="3387725" cy="111917"/>
            </a:xfrm>
          </p:grpSpPr>
          <p:sp>
            <p:nvSpPr>
              <p:cNvPr id="178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9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7" name="Groupe 1006"/>
            <p:cNvGrpSpPr/>
            <p:nvPr userDrawn="1"/>
          </p:nvGrpSpPr>
          <p:grpSpPr>
            <a:xfrm>
              <a:off x="553803" y="4212347"/>
              <a:ext cx="3679737" cy="121564"/>
              <a:chOff x="2746375" y="570435"/>
              <a:chExt cx="3387725" cy="111917"/>
            </a:xfrm>
          </p:grpSpPr>
          <p:sp>
            <p:nvSpPr>
              <p:cNvPr id="171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2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3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4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5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6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7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8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8" name="Groupe 1007"/>
            <p:cNvGrpSpPr/>
            <p:nvPr userDrawn="1"/>
          </p:nvGrpSpPr>
          <p:grpSpPr>
            <a:xfrm>
              <a:off x="553803" y="4428526"/>
              <a:ext cx="3679737" cy="121564"/>
              <a:chOff x="2746375" y="570435"/>
              <a:chExt cx="3387725" cy="111917"/>
            </a:xfrm>
          </p:grpSpPr>
          <p:sp>
            <p:nvSpPr>
              <p:cNvPr id="164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5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6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7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8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9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0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71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09" name="Groupe 1008"/>
            <p:cNvGrpSpPr/>
            <p:nvPr userDrawn="1"/>
          </p:nvGrpSpPr>
          <p:grpSpPr>
            <a:xfrm>
              <a:off x="553803" y="4644705"/>
              <a:ext cx="3679737" cy="121564"/>
              <a:chOff x="2746375" y="570435"/>
              <a:chExt cx="3387725" cy="111917"/>
            </a:xfrm>
          </p:grpSpPr>
          <p:sp>
            <p:nvSpPr>
              <p:cNvPr id="157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8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9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0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1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2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3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64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0" name="Groupe 1009"/>
            <p:cNvGrpSpPr/>
            <p:nvPr userDrawn="1"/>
          </p:nvGrpSpPr>
          <p:grpSpPr>
            <a:xfrm>
              <a:off x="553803" y="4860885"/>
              <a:ext cx="3679737" cy="121564"/>
              <a:chOff x="2746375" y="570435"/>
              <a:chExt cx="3387725" cy="111917"/>
            </a:xfrm>
          </p:grpSpPr>
          <p:sp>
            <p:nvSpPr>
              <p:cNvPr id="150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1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2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3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4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5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6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7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1" name="Groupe 1010"/>
            <p:cNvGrpSpPr/>
            <p:nvPr userDrawn="1"/>
          </p:nvGrpSpPr>
          <p:grpSpPr>
            <a:xfrm>
              <a:off x="553803" y="5077065"/>
              <a:ext cx="3679737" cy="121564"/>
              <a:chOff x="2746375" y="570435"/>
              <a:chExt cx="3387725" cy="111917"/>
            </a:xfrm>
          </p:grpSpPr>
          <p:sp>
            <p:nvSpPr>
              <p:cNvPr id="143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4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5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6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7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8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9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50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2" name="Groupe 1011"/>
            <p:cNvGrpSpPr/>
            <p:nvPr userDrawn="1"/>
          </p:nvGrpSpPr>
          <p:grpSpPr>
            <a:xfrm>
              <a:off x="553803" y="5293244"/>
              <a:ext cx="3679737" cy="121564"/>
              <a:chOff x="2746375" y="570435"/>
              <a:chExt cx="3387725" cy="111917"/>
            </a:xfrm>
          </p:grpSpPr>
          <p:sp>
            <p:nvSpPr>
              <p:cNvPr id="136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7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8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9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0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1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2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43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1013" name="Groupe 1012"/>
            <p:cNvGrpSpPr/>
            <p:nvPr userDrawn="1"/>
          </p:nvGrpSpPr>
          <p:grpSpPr>
            <a:xfrm>
              <a:off x="553803" y="5509422"/>
              <a:ext cx="3679737" cy="121564"/>
              <a:chOff x="2746375" y="570435"/>
              <a:chExt cx="3387725" cy="111917"/>
            </a:xfrm>
          </p:grpSpPr>
          <p:sp>
            <p:nvSpPr>
              <p:cNvPr id="1298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299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0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1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2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3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4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5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6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7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8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09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0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1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2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3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4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5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6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7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8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19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0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1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2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3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4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5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6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7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8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29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0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1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2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3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4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5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6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7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8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39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0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1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2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3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4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5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6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7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8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49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0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1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2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3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4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5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6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7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8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59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0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1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2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3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4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5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6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367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69" name="Groupe 2068"/>
            <p:cNvGrpSpPr/>
            <p:nvPr userDrawn="1"/>
          </p:nvGrpSpPr>
          <p:grpSpPr>
            <a:xfrm>
              <a:off x="553803" y="5725601"/>
              <a:ext cx="3679737" cy="10613"/>
              <a:chOff x="553803" y="5725601"/>
              <a:chExt cx="3679737" cy="10613"/>
            </a:xfrm>
          </p:grpSpPr>
          <p:sp>
            <p:nvSpPr>
              <p:cNvPr id="2034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553803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660896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767988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877010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985068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109216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1201182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130827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1416331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1525354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1632447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1739539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1848561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1956618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206371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2172733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2279826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2387883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2496905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2603998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2711090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2820112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2928169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3035262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314428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3251377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3359434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3468455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3575548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3683606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3791663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3899720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4006813" y="5725601"/>
                <a:ext cx="1157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4115834" y="5725601"/>
                <a:ext cx="10613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4223892" y="5725601"/>
                <a:ext cx="9648" cy="10613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sp>
          <p:nvSpPr>
            <p:cNvPr id="2139" name="Oval 870"/>
            <p:cNvSpPr>
              <a:spLocks noChangeArrowheads="1"/>
            </p:cNvSpPr>
            <p:nvPr userDrawn="1"/>
          </p:nvSpPr>
          <p:spPr bwMode="auto">
            <a:xfrm flipV="1">
              <a:off x="4319658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0" name="Oval 871"/>
            <p:cNvSpPr>
              <a:spLocks noChangeArrowheads="1"/>
            </p:cNvSpPr>
            <p:nvPr userDrawn="1"/>
          </p:nvSpPr>
          <p:spPr bwMode="auto">
            <a:xfrm flipV="1">
              <a:off x="4426751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1" name="Oval 872"/>
            <p:cNvSpPr>
              <a:spLocks noChangeArrowheads="1"/>
            </p:cNvSpPr>
            <p:nvPr userDrawn="1"/>
          </p:nvSpPr>
          <p:spPr bwMode="auto">
            <a:xfrm flipV="1">
              <a:off x="4533843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2" name="Oval 873"/>
            <p:cNvSpPr>
              <a:spLocks noChangeArrowheads="1"/>
            </p:cNvSpPr>
            <p:nvPr userDrawn="1"/>
          </p:nvSpPr>
          <p:spPr bwMode="auto">
            <a:xfrm flipV="1">
              <a:off x="4642865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3" name="Oval 874"/>
            <p:cNvSpPr>
              <a:spLocks noChangeArrowheads="1"/>
            </p:cNvSpPr>
            <p:nvPr userDrawn="1"/>
          </p:nvSpPr>
          <p:spPr bwMode="auto">
            <a:xfrm flipV="1">
              <a:off x="4750923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4" name="Oval 875"/>
            <p:cNvSpPr>
              <a:spLocks noChangeArrowheads="1"/>
            </p:cNvSpPr>
            <p:nvPr userDrawn="1"/>
          </p:nvSpPr>
          <p:spPr bwMode="auto">
            <a:xfrm flipV="1">
              <a:off x="4858015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5" name="Oval 876"/>
            <p:cNvSpPr>
              <a:spLocks noChangeArrowheads="1"/>
            </p:cNvSpPr>
            <p:nvPr userDrawn="1"/>
          </p:nvSpPr>
          <p:spPr bwMode="auto">
            <a:xfrm flipV="1">
              <a:off x="4967038" y="65550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6" name="Oval 877"/>
            <p:cNvSpPr>
              <a:spLocks noChangeArrowheads="1"/>
            </p:cNvSpPr>
            <p:nvPr userDrawn="1"/>
          </p:nvSpPr>
          <p:spPr bwMode="auto">
            <a:xfrm flipV="1">
              <a:off x="5074129" y="65550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47" name="Oval 878"/>
            <p:cNvSpPr>
              <a:spLocks noChangeArrowheads="1"/>
            </p:cNvSpPr>
            <p:nvPr userDrawn="1"/>
          </p:nvSpPr>
          <p:spPr bwMode="auto">
            <a:xfrm flipV="1">
              <a:off x="5182187" y="65550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4" name="Oval 905"/>
            <p:cNvSpPr>
              <a:spLocks noChangeArrowheads="1"/>
            </p:cNvSpPr>
            <p:nvPr userDrawn="1"/>
          </p:nvSpPr>
          <p:spPr bwMode="auto">
            <a:xfrm flipV="1">
              <a:off x="4319659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5" name="Oval 906"/>
            <p:cNvSpPr>
              <a:spLocks noChangeArrowheads="1"/>
            </p:cNvSpPr>
            <p:nvPr userDrawn="1"/>
          </p:nvSpPr>
          <p:spPr bwMode="auto">
            <a:xfrm flipV="1">
              <a:off x="4426753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6" name="Oval 907"/>
            <p:cNvSpPr>
              <a:spLocks noChangeArrowheads="1"/>
            </p:cNvSpPr>
            <p:nvPr userDrawn="1"/>
          </p:nvSpPr>
          <p:spPr bwMode="auto">
            <a:xfrm flipV="1">
              <a:off x="4533845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7" name="Oval 908"/>
            <p:cNvSpPr>
              <a:spLocks noChangeArrowheads="1"/>
            </p:cNvSpPr>
            <p:nvPr userDrawn="1"/>
          </p:nvSpPr>
          <p:spPr bwMode="auto">
            <a:xfrm flipV="1">
              <a:off x="4642867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8" name="Oval 909"/>
            <p:cNvSpPr>
              <a:spLocks noChangeArrowheads="1"/>
            </p:cNvSpPr>
            <p:nvPr userDrawn="1"/>
          </p:nvSpPr>
          <p:spPr bwMode="auto">
            <a:xfrm flipV="1">
              <a:off x="4750926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79" name="Oval 910"/>
            <p:cNvSpPr>
              <a:spLocks noChangeArrowheads="1"/>
            </p:cNvSpPr>
            <p:nvPr userDrawn="1"/>
          </p:nvSpPr>
          <p:spPr bwMode="auto">
            <a:xfrm flipV="1">
              <a:off x="4858018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0" name="Oval 911"/>
            <p:cNvSpPr>
              <a:spLocks noChangeArrowheads="1"/>
            </p:cNvSpPr>
            <p:nvPr userDrawn="1"/>
          </p:nvSpPr>
          <p:spPr bwMode="auto">
            <a:xfrm flipV="1">
              <a:off x="4967042" y="54455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1" name="Oval 912"/>
            <p:cNvSpPr>
              <a:spLocks noChangeArrowheads="1"/>
            </p:cNvSpPr>
            <p:nvPr userDrawn="1"/>
          </p:nvSpPr>
          <p:spPr bwMode="auto">
            <a:xfrm flipV="1">
              <a:off x="5074131" y="54455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82" name="Oval 913"/>
            <p:cNvSpPr>
              <a:spLocks noChangeArrowheads="1"/>
            </p:cNvSpPr>
            <p:nvPr userDrawn="1"/>
          </p:nvSpPr>
          <p:spPr bwMode="auto">
            <a:xfrm flipV="1">
              <a:off x="5182188" y="54455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0" name="Oval 870"/>
            <p:cNvSpPr>
              <a:spLocks noChangeArrowheads="1"/>
            </p:cNvSpPr>
            <p:nvPr userDrawn="1"/>
          </p:nvSpPr>
          <p:spPr bwMode="auto">
            <a:xfrm flipV="1">
              <a:off x="4319658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1" name="Oval 871"/>
            <p:cNvSpPr>
              <a:spLocks noChangeArrowheads="1"/>
            </p:cNvSpPr>
            <p:nvPr userDrawn="1"/>
          </p:nvSpPr>
          <p:spPr bwMode="auto">
            <a:xfrm flipV="1">
              <a:off x="4426751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2" name="Oval 872"/>
            <p:cNvSpPr>
              <a:spLocks noChangeArrowheads="1"/>
            </p:cNvSpPr>
            <p:nvPr userDrawn="1"/>
          </p:nvSpPr>
          <p:spPr bwMode="auto">
            <a:xfrm flipV="1">
              <a:off x="4533843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3" name="Oval 873"/>
            <p:cNvSpPr>
              <a:spLocks noChangeArrowheads="1"/>
            </p:cNvSpPr>
            <p:nvPr userDrawn="1"/>
          </p:nvSpPr>
          <p:spPr bwMode="auto">
            <a:xfrm flipV="1">
              <a:off x="4642865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4" name="Oval 874"/>
            <p:cNvSpPr>
              <a:spLocks noChangeArrowheads="1"/>
            </p:cNvSpPr>
            <p:nvPr userDrawn="1"/>
          </p:nvSpPr>
          <p:spPr bwMode="auto">
            <a:xfrm flipV="1">
              <a:off x="4750923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5" name="Oval 875"/>
            <p:cNvSpPr>
              <a:spLocks noChangeArrowheads="1"/>
            </p:cNvSpPr>
            <p:nvPr userDrawn="1"/>
          </p:nvSpPr>
          <p:spPr bwMode="auto">
            <a:xfrm flipV="1">
              <a:off x="4858015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6" name="Oval 876"/>
            <p:cNvSpPr>
              <a:spLocks noChangeArrowheads="1"/>
            </p:cNvSpPr>
            <p:nvPr userDrawn="1"/>
          </p:nvSpPr>
          <p:spPr bwMode="auto">
            <a:xfrm flipV="1">
              <a:off x="4967038" y="87168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7" name="Oval 877"/>
            <p:cNvSpPr>
              <a:spLocks noChangeArrowheads="1"/>
            </p:cNvSpPr>
            <p:nvPr userDrawn="1"/>
          </p:nvSpPr>
          <p:spPr bwMode="auto">
            <a:xfrm flipV="1">
              <a:off x="5074129" y="87168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18" name="Oval 878"/>
            <p:cNvSpPr>
              <a:spLocks noChangeArrowheads="1"/>
            </p:cNvSpPr>
            <p:nvPr userDrawn="1"/>
          </p:nvSpPr>
          <p:spPr bwMode="auto">
            <a:xfrm flipV="1">
              <a:off x="5182187" y="87168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5" name="Oval 905"/>
            <p:cNvSpPr>
              <a:spLocks noChangeArrowheads="1"/>
            </p:cNvSpPr>
            <p:nvPr userDrawn="1"/>
          </p:nvSpPr>
          <p:spPr bwMode="auto">
            <a:xfrm flipV="1">
              <a:off x="4319659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6" name="Oval 906"/>
            <p:cNvSpPr>
              <a:spLocks noChangeArrowheads="1"/>
            </p:cNvSpPr>
            <p:nvPr userDrawn="1"/>
          </p:nvSpPr>
          <p:spPr bwMode="auto">
            <a:xfrm flipV="1">
              <a:off x="4426753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7" name="Oval 907"/>
            <p:cNvSpPr>
              <a:spLocks noChangeArrowheads="1"/>
            </p:cNvSpPr>
            <p:nvPr userDrawn="1"/>
          </p:nvSpPr>
          <p:spPr bwMode="auto">
            <a:xfrm flipV="1">
              <a:off x="4533845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8" name="Oval 908"/>
            <p:cNvSpPr>
              <a:spLocks noChangeArrowheads="1"/>
            </p:cNvSpPr>
            <p:nvPr userDrawn="1"/>
          </p:nvSpPr>
          <p:spPr bwMode="auto">
            <a:xfrm flipV="1">
              <a:off x="4642867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49" name="Oval 909"/>
            <p:cNvSpPr>
              <a:spLocks noChangeArrowheads="1"/>
            </p:cNvSpPr>
            <p:nvPr userDrawn="1"/>
          </p:nvSpPr>
          <p:spPr bwMode="auto">
            <a:xfrm flipV="1">
              <a:off x="4750926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0" name="Oval 910"/>
            <p:cNvSpPr>
              <a:spLocks noChangeArrowheads="1"/>
            </p:cNvSpPr>
            <p:nvPr userDrawn="1"/>
          </p:nvSpPr>
          <p:spPr bwMode="auto">
            <a:xfrm flipV="1">
              <a:off x="4858018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1" name="Oval 911"/>
            <p:cNvSpPr>
              <a:spLocks noChangeArrowheads="1"/>
            </p:cNvSpPr>
            <p:nvPr userDrawn="1"/>
          </p:nvSpPr>
          <p:spPr bwMode="auto">
            <a:xfrm flipV="1">
              <a:off x="4967042" y="76073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2" name="Oval 912"/>
            <p:cNvSpPr>
              <a:spLocks noChangeArrowheads="1"/>
            </p:cNvSpPr>
            <p:nvPr userDrawn="1"/>
          </p:nvSpPr>
          <p:spPr bwMode="auto">
            <a:xfrm flipV="1">
              <a:off x="5074131" y="76073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53" name="Oval 913"/>
            <p:cNvSpPr>
              <a:spLocks noChangeArrowheads="1"/>
            </p:cNvSpPr>
            <p:nvPr userDrawn="1"/>
          </p:nvSpPr>
          <p:spPr bwMode="auto">
            <a:xfrm flipV="1">
              <a:off x="5182188" y="76073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1" name="Oval 870"/>
            <p:cNvSpPr>
              <a:spLocks noChangeArrowheads="1"/>
            </p:cNvSpPr>
            <p:nvPr userDrawn="1"/>
          </p:nvSpPr>
          <p:spPr bwMode="auto">
            <a:xfrm flipV="1">
              <a:off x="4319658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2" name="Oval 871"/>
            <p:cNvSpPr>
              <a:spLocks noChangeArrowheads="1"/>
            </p:cNvSpPr>
            <p:nvPr userDrawn="1"/>
          </p:nvSpPr>
          <p:spPr bwMode="auto">
            <a:xfrm flipV="1">
              <a:off x="4426751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3" name="Oval 872"/>
            <p:cNvSpPr>
              <a:spLocks noChangeArrowheads="1"/>
            </p:cNvSpPr>
            <p:nvPr userDrawn="1"/>
          </p:nvSpPr>
          <p:spPr bwMode="auto">
            <a:xfrm flipV="1">
              <a:off x="4533843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4" name="Oval 873"/>
            <p:cNvSpPr>
              <a:spLocks noChangeArrowheads="1"/>
            </p:cNvSpPr>
            <p:nvPr userDrawn="1"/>
          </p:nvSpPr>
          <p:spPr bwMode="auto">
            <a:xfrm flipV="1">
              <a:off x="4642865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5" name="Oval 874"/>
            <p:cNvSpPr>
              <a:spLocks noChangeArrowheads="1"/>
            </p:cNvSpPr>
            <p:nvPr userDrawn="1"/>
          </p:nvSpPr>
          <p:spPr bwMode="auto">
            <a:xfrm flipV="1">
              <a:off x="4750923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6" name="Oval 875"/>
            <p:cNvSpPr>
              <a:spLocks noChangeArrowheads="1"/>
            </p:cNvSpPr>
            <p:nvPr userDrawn="1"/>
          </p:nvSpPr>
          <p:spPr bwMode="auto">
            <a:xfrm flipV="1">
              <a:off x="4858015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7" name="Oval 876"/>
            <p:cNvSpPr>
              <a:spLocks noChangeArrowheads="1"/>
            </p:cNvSpPr>
            <p:nvPr userDrawn="1"/>
          </p:nvSpPr>
          <p:spPr bwMode="auto">
            <a:xfrm flipV="1">
              <a:off x="4967038" y="108786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8" name="Oval 877"/>
            <p:cNvSpPr>
              <a:spLocks noChangeArrowheads="1"/>
            </p:cNvSpPr>
            <p:nvPr userDrawn="1"/>
          </p:nvSpPr>
          <p:spPr bwMode="auto">
            <a:xfrm flipV="1">
              <a:off x="5074129" y="108786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89" name="Oval 878"/>
            <p:cNvSpPr>
              <a:spLocks noChangeArrowheads="1"/>
            </p:cNvSpPr>
            <p:nvPr userDrawn="1"/>
          </p:nvSpPr>
          <p:spPr bwMode="auto">
            <a:xfrm flipV="1">
              <a:off x="5182187" y="108786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6" name="Oval 905"/>
            <p:cNvSpPr>
              <a:spLocks noChangeArrowheads="1"/>
            </p:cNvSpPr>
            <p:nvPr userDrawn="1"/>
          </p:nvSpPr>
          <p:spPr bwMode="auto">
            <a:xfrm flipV="1">
              <a:off x="4319659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7" name="Oval 906"/>
            <p:cNvSpPr>
              <a:spLocks noChangeArrowheads="1"/>
            </p:cNvSpPr>
            <p:nvPr userDrawn="1"/>
          </p:nvSpPr>
          <p:spPr bwMode="auto">
            <a:xfrm flipV="1">
              <a:off x="4426753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8" name="Oval 907"/>
            <p:cNvSpPr>
              <a:spLocks noChangeArrowheads="1"/>
            </p:cNvSpPr>
            <p:nvPr userDrawn="1"/>
          </p:nvSpPr>
          <p:spPr bwMode="auto">
            <a:xfrm flipV="1">
              <a:off x="4533845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19" name="Oval 908"/>
            <p:cNvSpPr>
              <a:spLocks noChangeArrowheads="1"/>
            </p:cNvSpPr>
            <p:nvPr userDrawn="1"/>
          </p:nvSpPr>
          <p:spPr bwMode="auto">
            <a:xfrm flipV="1">
              <a:off x="4642867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0" name="Oval 909"/>
            <p:cNvSpPr>
              <a:spLocks noChangeArrowheads="1"/>
            </p:cNvSpPr>
            <p:nvPr userDrawn="1"/>
          </p:nvSpPr>
          <p:spPr bwMode="auto">
            <a:xfrm flipV="1">
              <a:off x="4750926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1" name="Oval 910"/>
            <p:cNvSpPr>
              <a:spLocks noChangeArrowheads="1"/>
            </p:cNvSpPr>
            <p:nvPr userDrawn="1"/>
          </p:nvSpPr>
          <p:spPr bwMode="auto">
            <a:xfrm flipV="1">
              <a:off x="4858018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2" name="Oval 911"/>
            <p:cNvSpPr>
              <a:spLocks noChangeArrowheads="1"/>
            </p:cNvSpPr>
            <p:nvPr userDrawn="1"/>
          </p:nvSpPr>
          <p:spPr bwMode="auto">
            <a:xfrm flipV="1">
              <a:off x="4967042" y="97691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3" name="Oval 912"/>
            <p:cNvSpPr>
              <a:spLocks noChangeArrowheads="1"/>
            </p:cNvSpPr>
            <p:nvPr userDrawn="1"/>
          </p:nvSpPr>
          <p:spPr bwMode="auto">
            <a:xfrm flipV="1">
              <a:off x="5074131" y="97691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24" name="Oval 913"/>
            <p:cNvSpPr>
              <a:spLocks noChangeArrowheads="1"/>
            </p:cNvSpPr>
            <p:nvPr userDrawn="1"/>
          </p:nvSpPr>
          <p:spPr bwMode="auto">
            <a:xfrm flipV="1">
              <a:off x="5182188" y="97691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2" name="Oval 870"/>
            <p:cNvSpPr>
              <a:spLocks noChangeArrowheads="1"/>
            </p:cNvSpPr>
            <p:nvPr userDrawn="1"/>
          </p:nvSpPr>
          <p:spPr bwMode="auto">
            <a:xfrm flipV="1">
              <a:off x="4319658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3" name="Oval 871"/>
            <p:cNvSpPr>
              <a:spLocks noChangeArrowheads="1"/>
            </p:cNvSpPr>
            <p:nvPr userDrawn="1"/>
          </p:nvSpPr>
          <p:spPr bwMode="auto">
            <a:xfrm flipV="1">
              <a:off x="4426751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4" name="Oval 872"/>
            <p:cNvSpPr>
              <a:spLocks noChangeArrowheads="1"/>
            </p:cNvSpPr>
            <p:nvPr userDrawn="1"/>
          </p:nvSpPr>
          <p:spPr bwMode="auto">
            <a:xfrm flipV="1">
              <a:off x="4533843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5" name="Oval 873"/>
            <p:cNvSpPr>
              <a:spLocks noChangeArrowheads="1"/>
            </p:cNvSpPr>
            <p:nvPr userDrawn="1"/>
          </p:nvSpPr>
          <p:spPr bwMode="auto">
            <a:xfrm flipV="1">
              <a:off x="4642865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6" name="Oval 874"/>
            <p:cNvSpPr>
              <a:spLocks noChangeArrowheads="1"/>
            </p:cNvSpPr>
            <p:nvPr userDrawn="1"/>
          </p:nvSpPr>
          <p:spPr bwMode="auto">
            <a:xfrm flipV="1">
              <a:off x="4750923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7" name="Oval 875"/>
            <p:cNvSpPr>
              <a:spLocks noChangeArrowheads="1"/>
            </p:cNvSpPr>
            <p:nvPr userDrawn="1"/>
          </p:nvSpPr>
          <p:spPr bwMode="auto">
            <a:xfrm flipV="1">
              <a:off x="4858015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8" name="Oval 876"/>
            <p:cNvSpPr>
              <a:spLocks noChangeArrowheads="1"/>
            </p:cNvSpPr>
            <p:nvPr userDrawn="1"/>
          </p:nvSpPr>
          <p:spPr bwMode="auto">
            <a:xfrm flipV="1">
              <a:off x="4967038" y="130404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59" name="Oval 877"/>
            <p:cNvSpPr>
              <a:spLocks noChangeArrowheads="1"/>
            </p:cNvSpPr>
            <p:nvPr userDrawn="1"/>
          </p:nvSpPr>
          <p:spPr bwMode="auto">
            <a:xfrm flipV="1">
              <a:off x="5074129" y="130404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60" name="Oval 878"/>
            <p:cNvSpPr>
              <a:spLocks noChangeArrowheads="1"/>
            </p:cNvSpPr>
            <p:nvPr userDrawn="1"/>
          </p:nvSpPr>
          <p:spPr bwMode="auto">
            <a:xfrm flipV="1">
              <a:off x="5182187" y="130404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7" name="Oval 905"/>
            <p:cNvSpPr>
              <a:spLocks noChangeArrowheads="1"/>
            </p:cNvSpPr>
            <p:nvPr userDrawn="1"/>
          </p:nvSpPr>
          <p:spPr bwMode="auto">
            <a:xfrm flipV="1">
              <a:off x="4319659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8" name="Oval 906"/>
            <p:cNvSpPr>
              <a:spLocks noChangeArrowheads="1"/>
            </p:cNvSpPr>
            <p:nvPr userDrawn="1"/>
          </p:nvSpPr>
          <p:spPr bwMode="auto">
            <a:xfrm flipV="1">
              <a:off x="4426753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89" name="Oval 907"/>
            <p:cNvSpPr>
              <a:spLocks noChangeArrowheads="1"/>
            </p:cNvSpPr>
            <p:nvPr userDrawn="1"/>
          </p:nvSpPr>
          <p:spPr bwMode="auto">
            <a:xfrm flipV="1">
              <a:off x="4533845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0" name="Oval 908"/>
            <p:cNvSpPr>
              <a:spLocks noChangeArrowheads="1"/>
            </p:cNvSpPr>
            <p:nvPr userDrawn="1"/>
          </p:nvSpPr>
          <p:spPr bwMode="auto">
            <a:xfrm flipV="1">
              <a:off x="4642867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1" name="Oval 909"/>
            <p:cNvSpPr>
              <a:spLocks noChangeArrowheads="1"/>
            </p:cNvSpPr>
            <p:nvPr userDrawn="1"/>
          </p:nvSpPr>
          <p:spPr bwMode="auto">
            <a:xfrm flipV="1">
              <a:off x="4750926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2" name="Oval 910"/>
            <p:cNvSpPr>
              <a:spLocks noChangeArrowheads="1"/>
            </p:cNvSpPr>
            <p:nvPr userDrawn="1"/>
          </p:nvSpPr>
          <p:spPr bwMode="auto">
            <a:xfrm flipV="1">
              <a:off x="4858018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3" name="Oval 911"/>
            <p:cNvSpPr>
              <a:spLocks noChangeArrowheads="1"/>
            </p:cNvSpPr>
            <p:nvPr userDrawn="1"/>
          </p:nvSpPr>
          <p:spPr bwMode="auto">
            <a:xfrm flipV="1">
              <a:off x="4967042" y="119309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4" name="Oval 912"/>
            <p:cNvSpPr>
              <a:spLocks noChangeArrowheads="1"/>
            </p:cNvSpPr>
            <p:nvPr userDrawn="1"/>
          </p:nvSpPr>
          <p:spPr bwMode="auto">
            <a:xfrm flipV="1">
              <a:off x="5074131" y="119309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95" name="Oval 913"/>
            <p:cNvSpPr>
              <a:spLocks noChangeArrowheads="1"/>
            </p:cNvSpPr>
            <p:nvPr userDrawn="1"/>
          </p:nvSpPr>
          <p:spPr bwMode="auto">
            <a:xfrm flipV="1">
              <a:off x="5182188" y="119309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3" name="Oval 870"/>
            <p:cNvSpPr>
              <a:spLocks noChangeArrowheads="1"/>
            </p:cNvSpPr>
            <p:nvPr userDrawn="1"/>
          </p:nvSpPr>
          <p:spPr bwMode="auto">
            <a:xfrm flipV="1">
              <a:off x="4319658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4" name="Oval 871"/>
            <p:cNvSpPr>
              <a:spLocks noChangeArrowheads="1"/>
            </p:cNvSpPr>
            <p:nvPr userDrawn="1"/>
          </p:nvSpPr>
          <p:spPr bwMode="auto">
            <a:xfrm flipV="1">
              <a:off x="4426751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5" name="Oval 872"/>
            <p:cNvSpPr>
              <a:spLocks noChangeArrowheads="1"/>
            </p:cNvSpPr>
            <p:nvPr userDrawn="1"/>
          </p:nvSpPr>
          <p:spPr bwMode="auto">
            <a:xfrm flipV="1">
              <a:off x="4533843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6" name="Oval 873"/>
            <p:cNvSpPr>
              <a:spLocks noChangeArrowheads="1"/>
            </p:cNvSpPr>
            <p:nvPr userDrawn="1"/>
          </p:nvSpPr>
          <p:spPr bwMode="auto">
            <a:xfrm flipV="1">
              <a:off x="4642865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7" name="Oval 874"/>
            <p:cNvSpPr>
              <a:spLocks noChangeArrowheads="1"/>
            </p:cNvSpPr>
            <p:nvPr userDrawn="1"/>
          </p:nvSpPr>
          <p:spPr bwMode="auto">
            <a:xfrm flipV="1">
              <a:off x="4750923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8" name="Oval 875"/>
            <p:cNvSpPr>
              <a:spLocks noChangeArrowheads="1"/>
            </p:cNvSpPr>
            <p:nvPr userDrawn="1"/>
          </p:nvSpPr>
          <p:spPr bwMode="auto">
            <a:xfrm flipV="1">
              <a:off x="4858015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29" name="Oval 876"/>
            <p:cNvSpPr>
              <a:spLocks noChangeArrowheads="1"/>
            </p:cNvSpPr>
            <p:nvPr userDrawn="1"/>
          </p:nvSpPr>
          <p:spPr bwMode="auto">
            <a:xfrm flipV="1">
              <a:off x="4967038" y="152022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30" name="Oval 877"/>
            <p:cNvSpPr>
              <a:spLocks noChangeArrowheads="1"/>
            </p:cNvSpPr>
            <p:nvPr userDrawn="1"/>
          </p:nvSpPr>
          <p:spPr bwMode="auto">
            <a:xfrm flipV="1">
              <a:off x="5074129" y="152022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31" name="Oval 878"/>
            <p:cNvSpPr>
              <a:spLocks noChangeArrowheads="1"/>
            </p:cNvSpPr>
            <p:nvPr userDrawn="1"/>
          </p:nvSpPr>
          <p:spPr bwMode="auto">
            <a:xfrm flipV="1">
              <a:off x="5182187" y="152022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58" name="Oval 905"/>
            <p:cNvSpPr>
              <a:spLocks noChangeArrowheads="1"/>
            </p:cNvSpPr>
            <p:nvPr userDrawn="1"/>
          </p:nvSpPr>
          <p:spPr bwMode="auto">
            <a:xfrm flipV="1">
              <a:off x="4319659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59" name="Oval 906"/>
            <p:cNvSpPr>
              <a:spLocks noChangeArrowheads="1"/>
            </p:cNvSpPr>
            <p:nvPr userDrawn="1"/>
          </p:nvSpPr>
          <p:spPr bwMode="auto">
            <a:xfrm flipV="1">
              <a:off x="4426753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0" name="Oval 907"/>
            <p:cNvSpPr>
              <a:spLocks noChangeArrowheads="1"/>
            </p:cNvSpPr>
            <p:nvPr userDrawn="1"/>
          </p:nvSpPr>
          <p:spPr bwMode="auto">
            <a:xfrm flipV="1">
              <a:off x="4533845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1" name="Oval 908"/>
            <p:cNvSpPr>
              <a:spLocks noChangeArrowheads="1"/>
            </p:cNvSpPr>
            <p:nvPr userDrawn="1"/>
          </p:nvSpPr>
          <p:spPr bwMode="auto">
            <a:xfrm flipV="1">
              <a:off x="4642867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2" name="Oval 909"/>
            <p:cNvSpPr>
              <a:spLocks noChangeArrowheads="1"/>
            </p:cNvSpPr>
            <p:nvPr userDrawn="1"/>
          </p:nvSpPr>
          <p:spPr bwMode="auto">
            <a:xfrm flipV="1">
              <a:off x="4750926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3" name="Oval 910"/>
            <p:cNvSpPr>
              <a:spLocks noChangeArrowheads="1"/>
            </p:cNvSpPr>
            <p:nvPr userDrawn="1"/>
          </p:nvSpPr>
          <p:spPr bwMode="auto">
            <a:xfrm flipV="1">
              <a:off x="4858018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4" name="Oval 911"/>
            <p:cNvSpPr>
              <a:spLocks noChangeArrowheads="1"/>
            </p:cNvSpPr>
            <p:nvPr userDrawn="1"/>
          </p:nvSpPr>
          <p:spPr bwMode="auto">
            <a:xfrm flipV="1">
              <a:off x="4967042" y="140927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5" name="Oval 912"/>
            <p:cNvSpPr>
              <a:spLocks noChangeArrowheads="1"/>
            </p:cNvSpPr>
            <p:nvPr userDrawn="1"/>
          </p:nvSpPr>
          <p:spPr bwMode="auto">
            <a:xfrm flipV="1">
              <a:off x="5074131" y="140927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66" name="Oval 913"/>
            <p:cNvSpPr>
              <a:spLocks noChangeArrowheads="1"/>
            </p:cNvSpPr>
            <p:nvPr userDrawn="1"/>
          </p:nvSpPr>
          <p:spPr bwMode="auto">
            <a:xfrm flipV="1">
              <a:off x="5182188" y="140927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4" name="Oval 870"/>
            <p:cNvSpPr>
              <a:spLocks noChangeArrowheads="1"/>
            </p:cNvSpPr>
            <p:nvPr userDrawn="1"/>
          </p:nvSpPr>
          <p:spPr bwMode="auto">
            <a:xfrm flipV="1">
              <a:off x="4319658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5" name="Oval 871"/>
            <p:cNvSpPr>
              <a:spLocks noChangeArrowheads="1"/>
            </p:cNvSpPr>
            <p:nvPr userDrawn="1"/>
          </p:nvSpPr>
          <p:spPr bwMode="auto">
            <a:xfrm flipV="1">
              <a:off x="4426751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6" name="Oval 872"/>
            <p:cNvSpPr>
              <a:spLocks noChangeArrowheads="1"/>
            </p:cNvSpPr>
            <p:nvPr userDrawn="1"/>
          </p:nvSpPr>
          <p:spPr bwMode="auto">
            <a:xfrm flipV="1">
              <a:off x="4533843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7" name="Oval 873"/>
            <p:cNvSpPr>
              <a:spLocks noChangeArrowheads="1"/>
            </p:cNvSpPr>
            <p:nvPr userDrawn="1"/>
          </p:nvSpPr>
          <p:spPr bwMode="auto">
            <a:xfrm flipV="1">
              <a:off x="4642865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8" name="Oval 874"/>
            <p:cNvSpPr>
              <a:spLocks noChangeArrowheads="1"/>
            </p:cNvSpPr>
            <p:nvPr userDrawn="1"/>
          </p:nvSpPr>
          <p:spPr bwMode="auto">
            <a:xfrm flipV="1">
              <a:off x="4750923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99" name="Oval 875"/>
            <p:cNvSpPr>
              <a:spLocks noChangeArrowheads="1"/>
            </p:cNvSpPr>
            <p:nvPr userDrawn="1"/>
          </p:nvSpPr>
          <p:spPr bwMode="auto">
            <a:xfrm flipV="1">
              <a:off x="4858015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0" name="Oval 876"/>
            <p:cNvSpPr>
              <a:spLocks noChangeArrowheads="1"/>
            </p:cNvSpPr>
            <p:nvPr userDrawn="1"/>
          </p:nvSpPr>
          <p:spPr bwMode="auto">
            <a:xfrm flipV="1">
              <a:off x="4967038" y="173640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1" name="Oval 877"/>
            <p:cNvSpPr>
              <a:spLocks noChangeArrowheads="1"/>
            </p:cNvSpPr>
            <p:nvPr userDrawn="1"/>
          </p:nvSpPr>
          <p:spPr bwMode="auto">
            <a:xfrm flipV="1">
              <a:off x="5074129" y="173640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02" name="Oval 878"/>
            <p:cNvSpPr>
              <a:spLocks noChangeArrowheads="1"/>
            </p:cNvSpPr>
            <p:nvPr userDrawn="1"/>
          </p:nvSpPr>
          <p:spPr bwMode="auto">
            <a:xfrm flipV="1">
              <a:off x="5182187" y="173640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29" name="Oval 905"/>
            <p:cNvSpPr>
              <a:spLocks noChangeArrowheads="1"/>
            </p:cNvSpPr>
            <p:nvPr userDrawn="1"/>
          </p:nvSpPr>
          <p:spPr bwMode="auto">
            <a:xfrm flipV="1">
              <a:off x="4319659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0" name="Oval 906"/>
            <p:cNvSpPr>
              <a:spLocks noChangeArrowheads="1"/>
            </p:cNvSpPr>
            <p:nvPr userDrawn="1"/>
          </p:nvSpPr>
          <p:spPr bwMode="auto">
            <a:xfrm flipV="1">
              <a:off x="4426753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1" name="Oval 907"/>
            <p:cNvSpPr>
              <a:spLocks noChangeArrowheads="1"/>
            </p:cNvSpPr>
            <p:nvPr userDrawn="1"/>
          </p:nvSpPr>
          <p:spPr bwMode="auto">
            <a:xfrm flipV="1">
              <a:off x="4533845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2" name="Oval 908"/>
            <p:cNvSpPr>
              <a:spLocks noChangeArrowheads="1"/>
            </p:cNvSpPr>
            <p:nvPr userDrawn="1"/>
          </p:nvSpPr>
          <p:spPr bwMode="auto">
            <a:xfrm flipV="1">
              <a:off x="4642867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3" name="Oval 909"/>
            <p:cNvSpPr>
              <a:spLocks noChangeArrowheads="1"/>
            </p:cNvSpPr>
            <p:nvPr userDrawn="1"/>
          </p:nvSpPr>
          <p:spPr bwMode="auto">
            <a:xfrm flipV="1">
              <a:off x="4750926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4" name="Oval 910"/>
            <p:cNvSpPr>
              <a:spLocks noChangeArrowheads="1"/>
            </p:cNvSpPr>
            <p:nvPr userDrawn="1"/>
          </p:nvSpPr>
          <p:spPr bwMode="auto">
            <a:xfrm flipV="1">
              <a:off x="4858018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5" name="Oval 911"/>
            <p:cNvSpPr>
              <a:spLocks noChangeArrowheads="1"/>
            </p:cNvSpPr>
            <p:nvPr userDrawn="1"/>
          </p:nvSpPr>
          <p:spPr bwMode="auto">
            <a:xfrm flipV="1">
              <a:off x="4967042" y="162544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6" name="Oval 912"/>
            <p:cNvSpPr>
              <a:spLocks noChangeArrowheads="1"/>
            </p:cNvSpPr>
            <p:nvPr userDrawn="1"/>
          </p:nvSpPr>
          <p:spPr bwMode="auto">
            <a:xfrm flipV="1">
              <a:off x="5074131" y="162544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37" name="Oval 913"/>
            <p:cNvSpPr>
              <a:spLocks noChangeArrowheads="1"/>
            </p:cNvSpPr>
            <p:nvPr userDrawn="1"/>
          </p:nvSpPr>
          <p:spPr bwMode="auto">
            <a:xfrm flipV="1">
              <a:off x="5182188" y="162544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5" name="Oval 870"/>
            <p:cNvSpPr>
              <a:spLocks noChangeArrowheads="1"/>
            </p:cNvSpPr>
            <p:nvPr userDrawn="1"/>
          </p:nvSpPr>
          <p:spPr bwMode="auto">
            <a:xfrm flipV="1">
              <a:off x="4319658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6" name="Oval 871"/>
            <p:cNvSpPr>
              <a:spLocks noChangeArrowheads="1"/>
            </p:cNvSpPr>
            <p:nvPr userDrawn="1"/>
          </p:nvSpPr>
          <p:spPr bwMode="auto">
            <a:xfrm flipV="1">
              <a:off x="4426751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7" name="Oval 872"/>
            <p:cNvSpPr>
              <a:spLocks noChangeArrowheads="1"/>
            </p:cNvSpPr>
            <p:nvPr userDrawn="1"/>
          </p:nvSpPr>
          <p:spPr bwMode="auto">
            <a:xfrm flipV="1">
              <a:off x="4533843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8" name="Oval 873"/>
            <p:cNvSpPr>
              <a:spLocks noChangeArrowheads="1"/>
            </p:cNvSpPr>
            <p:nvPr userDrawn="1"/>
          </p:nvSpPr>
          <p:spPr bwMode="auto">
            <a:xfrm flipV="1">
              <a:off x="4642865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69" name="Oval 874"/>
            <p:cNvSpPr>
              <a:spLocks noChangeArrowheads="1"/>
            </p:cNvSpPr>
            <p:nvPr userDrawn="1"/>
          </p:nvSpPr>
          <p:spPr bwMode="auto">
            <a:xfrm flipV="1">
              <a:off x="4750923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0" name="Oval 875"/>
            <p:cNvSpPr>
              <a:spLocks noChangeArrowheads="1"/>
            </p:cNvSpPr>
            <p:nvPr userDrawn="1"/>
          </p:nvSpPr>
          <p:spPr bwMode="auto">
            <a:xfrm flipV="1">
              <a:off x="4858015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1" name="Oval 876"/>
            <p:cNvSpPr>
              <a:spLocks noChangeArrowheads="1"/>
            </p:cNvSpPr>
            <p:nvPr userDrawn="1"/>
          </p:nvSpPr>
          <p:spPr bwMode="auto">
            <a:xfrm flipV="1">
              <a:off x="4967038" y="19525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2" name="Oval 877"/>
            <p:cNvSpPr>
              <a:spLocks noChangeArrowheads="1"/>
            </p:cNvSpPr>
            <p:nvPr userDrawn="1"/>
          </p:nvSpPr>
          <p:spPr bwMode="auto">
            <a:xfrm flipV="1">
              <a:off x="5074129" y="19525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73" name="Oval 878"/>
            <p:cNvSpPr>
              <a:spLocks noChangeArrowheads="1"/>
            </p:cNvSpPr>
            <p:nvPr userDrawn="1"/>
          </p:nvSpPr>
          <p:spPr bwMode="auto">
            <a:xfrm flipV="1">
              <a:off x="5182187" y="19525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0" name="Oval 905"/>
            <p:cNvSpPr>
              <a:spLocks noChangeArrowheads="1"/>
            </p:cNvSpPr>
            <p:nvPr userDrawn="1"/>
          </p:nvSpPr>
          <p:spPr bwMode="auto">
            <a:xfrm flipV="1">
              <a:off x="4319659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1" name="Oval 906"/>
            <p:cNvSpPr>
              <a:spLocks noChangeArrowheads="1"/>
            </p:cNvSpPr>
            <p:nvPr userDrawn="1"/>
          </p:nvSpPr>
          <p:spPr bwMode="auto">
            <a:xfrm flipV="1">
              <a:off x="4426753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2" name="Oval 907"/>
            <p:cNvSpPr>
              <a:spLocks noChangeArrowheads="1"/>
            </p:cNvSpPr>
            <p:nvPr userDrawn="1"/>
          </p:nvSpPr>
          <p:spPr bwMode="auto">
            <a:xfrm flipV="1">
              <a:off x="4533845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3" name="Oval 908"/>
            <p:cNvSpPr>
              <a:spLocks noChangeArrowheads="1"/>
            </p:cNvSpPr>
            <p:nvPr userDrawn="1"/>
          </p:nvSpPr>
          <p:spPr bwMode="auto">
            <a:xfrm flipV="1">
              <a:off x="4642867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4" name="Oval 909"/>
            <p:cNvSpPr>
              <a:spLocks noChangeArrowheads="1"/>
            </p:cNvSpPr>
            <p:nvPr userDrawn="1"/>
          </p:nvSpPr>
          <p:spPr bwMode="auto">
            <a:xfrm flipV="1">
              <a:off x="4750926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5" name="Oval 910"/>
            <p:cNvSpPr>
              <a:spLocks noChangeArrowheads="1"/>
            </p:cNvSpPr>
            <p:nvPr userDrawn="1"/>
          </p:nvSpPr>
          <p:spPr bwMode="auto">
            <a:xfrm flipV="1">
              <a:off x="4858018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6" name="Oval 911"/>
            <p:cNvSpPr>
              <a:spLocks noChangeArrowheads="1"/>
            </p:cNvSpPr>
            <p:nvPr userDrawn="1"/>
          </p:nvSpPr>
          <p:spPr bwMode="auto">
            <a:xfrm flipV="1">
              <a:off x="4967042" y="184162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7" name="Oval 912"/>
            <p:cNvSpPr>
              <a:spLocks noChangeArrowheads="1"/>
            </p:cNvSpPr>
            <p:nvPr userDrawn="1"/>
          </p:nvSpPr>
          <p:spPr bwMode="auto">
            <a:xfrm flipV="1">
              <a:off x="5074131" y="184162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08" name="Oval 913"/>
            <p:cNvSpPr>
              <a:spLocks noChangeArrowheads="1"/>
            </p:cNvSpPr>
            <p:nvPr userDrawn="1"/>
          </p:nvSpPr>
          <p:spPr bwMode="auto">
            <a:xfrm flipV="1">
              <a:off x="5182188" y="184162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6" name="Oval 870"/>
            <p:cNvSpPr>
              <a:spLocks noChangeArrowheads="1"/>
            </p:cNvSpPr>
            <p:nvPr userDrawn="1"/>
          </p:nvSpPr>
          <p:spPr bwMode="auto">
            <a:xfrm flipV="1">
              <a:off x="4319658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7" name="Oval 871"/>
            <p:cNvSpPr>
              <a:spLocks noChangeArrowheads="1"/>
            </p:cNvSpPr>
            <p:nvPr userDrawn="1"/>
          </p:nvSpPr>
          <p:spPr bwMode="auto">
            <a:xfrm flipV="1">
              <a:off x="4426751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8" name="Oval 872"/>
            <p:cNvSpPr>
              <a:spLocks noChangeArrowheads="1"/>
            </p:cNvSpPr>
            <p:nvPr userDrawn="1"/>
          </p:nvSpPr>
          <p:spPr bwMode="auto">
            <a:xfrm flipV="1">
              <a:off x="4533843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39" name="Oval 873"/>
            <p:cNvSpPr>
              <a:spLocks noChangeArrowheads="1"/>
            </p:cNvSpPr>
            <p:nvPr userDrawn="1"/>
          </p:nvSpPr>
          <p:spPr bwMode="auto">
            <a:xfrm flipV="1">
              <a:off x="4642865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0" name="Oval 874"/>
            <p:cNvSpPr>
              <a:spLocks noChangeArrowheads="1"/>
            </p:cNvSpPr>
            <p:nvPr userDrawn="1"/>
          </p:nvSpPr>
          <p:spPr bwMode="auto">
            <a:xfrm flipV="1">
              <a:off x="4750923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1" name="Oval 875"/>
            <p:cNvSpPr>
              <a:spLocks noChangeArrowheads="1"/>
            </p:cNvSpPr>
            <p:nvPr userDrawn="1"/>
          </p:nvSpPr>
          <p:spPr bwMode="auto">
            <a:xfrm flipV="1">
              <a:off x="4858015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2" name="Oval 876"/>
            <p:cNvSpPr>
              <a:spLocks noChangeArrowheads="1"/>
            </p:cNvSpPr>
            <p:nvPr userDrawn="1"/>
          </p:nvSpPr>
          <p:spPr bwMode="auto">
            <a:xfrm flipV="1">
              <a:off x="4967038" y="21687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3" name="Oval 877"/>
            <p:cNvSpPr>
              <a:spLocks noChangeArrowheads="1"/>
            </p:cNvSpPr>
            <p:nvPr userDrawn="1"/>
          </p:nvSpPr>
          <p:spPr bwMode="auto">
            <a:xfrm flipV="1">
              <a:off x="5074129" y="21687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44" name="Oval 878"/>
            <p:cNvSpPr>
              <a:spLocks noChangeArrowheads="1"/>
            </p:cNvSpPr>
            <p:nvPr userDrawn="1"/>
          </p:nvSpPr>
          <p:spPr bwMode="auto">
            <a:xfrm flipV="1">
              <a:off x="5182187" y="21687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1" name="Oval 905"/>
            <p:cNvSpPr>
              <a:spLocks noChangeArrowheads="1"/>
            </p:cNvSpPr>
            <p:nvPr userDrawn="1"/>
          </p:nvSpPr>
          <p:spPr bwMode="auto">
            <a:xfrm flipV="1">
              <a:off x="4319659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2" name="Oval 906"/>
            <p:cNvSpPr>
              <a:spLocks noChangeArrowheads="1"/>
            </p:cNvSpPr>
            <p:nvPr userDrawn="1"/>
          </p:nvSpPr>
          <p:spPr bwMode="auto">
            <a:xfrm flipV="1">
              <a:off x="4426753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3" name="Oval 907"/>
            <p:cNvSpPr>
              <a:spLocks noChangeArrowheads="1"/>
            </p:cNvSpPr>
            <p:nvPr userDrawn="1"/>
          </p:nvSpPr>
          <p:spPr bwMode="auto">
            <a:xfrm flipV="1">
              <a:off x="4533845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4" name="Oval 908"/>
            <p:cNvSpPr>
              <a:spLocks noChangeArrowheads="1"/>
            </p:cNvSpPr>
            <p:nvPr userDrawn="1"/>
          </p:nvSpPr>
          <p:spPr bwMode="auto">
            <a:xfrm flipV="1">
              <a:off x="4642867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5" name="Oval 909"/>
            <p:cNvSpPr>
              <a:spLocks noChangeArrowheads="1"/>
            </p:cNvSpPr>
            <p:nvPr userDrawn="1"/>
          </p:nvSpPr>
          <p:spPr bwMode="auto">
            <a:xfrm flipV="1">
              <a:off x="4750926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6" name="Oval 910"/>
            <p:cNvSpPr>
              <a:spLocks noChangeArrowheads="1"/>
            </p:cNvSpPr>
            <p:nvPr userDrawn="1"/>
          </p:nvSpPr>
          <p:spPr bwMode="auto">
            <a:xfrm flipV="1">
              <a:off x="4858018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7" name="Oval 911"/>
            <p:cNvSpPr>
              <a:spLocks noChangeArrowheads="1"/>
            </p:cNvSpPr>
            <p:nvPr userDrawn="1"/>
          </p:nvSpPr>
          <p:spPr bwMode="auto">
            <a:xfrm flipV="1">
              <a:off x="4967042" y="205780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8" name="Oval 912"/>
            <p:cNvSpPr>
              <a:spLocks noChangeArrowheads="1"/>
            </p:cNvSpPr>
            <p:nvPr userDrawn="1"/>
          </p:nvSpPr>
          <p:spPr bwMode="auto">
            <a:xfrm flipV="1">
              <a:off x="5074131" y="205780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79" name="Oval 913"/>
            <p:cNvSpPr>
              <a:spLocks noChangeArrowheads="1"/>
            </p:cNvSpPr>
            <p:nvPr userDrawn="1"/>
          </p:nvSpPr>
          <p:spPr bwMode="auto">
            <a:xfrm flipV="1">
              <a:off x="5182188" y="205780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7" name="Oval 870"/>
            <p:cNvSpPr>
              <a:spLocks noChangeArrowheads="1"/>
            </p:cNvSpPr>
            <p:nvPr userDrawn="1"/>
          </p:nvSpPr>
          <p:spPr bwMode="auto">
            <a:xfrm flipV="1">
              <a:off x="4319658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8" name="Oval 871"/>
            <p:cNvSpPr>
              <a:spLocks noChangeArrowheads="1"/>
            </p:cNvSpPr>
            <p:nvPr userDrawn="1"/>
          </p:nvSpPr>
          <p:spPr bwMode="auto">
            <a:xfrm flipV="1">
              <a:off x="4426751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09" name="Oval 872"/>
            <p:cNvSpPr>
              <a:spLocks noChangeArrowheads="1"/>
            </p:cNvSpPr>
            <p:nvPr userDrawn="1"/>
          </p:nvSpPr>
          <p:spPr bwMode="auto">
            <a:xfrm flipV="1">
              <a:off x="4533843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0" name="Oval 873"/>
            <p:cNvSpPr>
              <a:spLocks noChangeArrowheads="1"/>
            </p:cNvSpPr>
            <p:nvPr userDrawn="1"/>
          </p:nvSpPr>
          <p:spPr bwMode="auto">
            <a:xfrm flipV="1">
              <a:off x="4642865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1" name="Oval 874"/>
            <p:cNvSpPr>
              <a:spLocks noChangeArrowheads="1"/>
            </p:cNvSpPr>
            <p:nvPr userDrawn="1"/>
          </p:nvSpPr>
          <p:spPr bwMode="auto">
            <a:xfrm flipV="1">
              <a:off x="4750923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2" name="Oval 875"/>
            <p:cNvSpPr>
              <a:spLocks noChangeArrowheads="1"/>
            </p:cNvSpPr>
            <p:nvPr userDrawn="1"/>
          </p:nvSpPr>
          <p:spPr bwMode="auto">
            <a:xfrm flipV="1">
              <a:off x="4858015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3" name="Oval 876"/>
            <p:cNvSpPr>
              <a:spLocks noChangeArrowheads="1"/>
            </p:cNvSpPr>
            <p:nvPr userDrawn="1"/>
          </p:nvSpPr>
          <p:spPr bwMode="auto">
            <a:xfrm flipV="1">
              <a:off x="4967038" y="23849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4" name="Oval 877"/>
            <p:cNvSpPr>
              <a:spLocks noChangeArrowheads="1"/>
            </p:cNvSpPr>
            <p:nvPr userDrawn="1"/>
          </p:nvSpPr>
          <p:spPr bwMode="auto">
            <a:xfrm flipV="1">
              <a:off x="5074129" y="23849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15" name="Oval 878"/>
            <p:cNvSpPr>
              <a:spLocks noChangeArrowheads="1"/>
            </p:cNvSpPr>
            <p:nvPr userDrawn="1"/>
          </p:nvSpPr>
          <p:spPr bwMode="auto">
            <a:xfrm flipV="1">
              <a:off x="5182187" y="23849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2" name="Oval 905"/>
            <p:cNvSpPr>
              <a:spLocks noChangeArrowheads="1"/>
            </p:cNvSpPr>
            <p:nvPr userDrawn="1"/>
          </p:nvSpPr>
          <p:spPr bwMode="auto">
            <a:xfrm flipV="1">
              <a:off x="4319659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3" name="Oval 906"/>
            <p:cNvSpPr>
              <a:spLocks noChangeArrowheads="1"/>
            </p:cNvSpPr>
            <p:nvPr userDrawn="1"/>
          </p:nvSpPr>
          <p:spPr bwMode="auto">
            <a:xfrm flipV="1">
              <a:off x="4426753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4" name="Oval 907"/>
            <p:cNvSpPr>
              <a:spLocks noChangeArrowheads="1"/>
            </p:cNvSpPr>
            <p:nvPr userDrawn="1"/>
          </p:nvSpPr>
          <p:spPr bwMode="auto">
            <a:xfrm flipV="1">
              <a:off x="4533845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5" name="Oval 908"/>
            <p:cNvSpPr>
              <a:spLocks noChangeArrowheads="1"/>
            </p:cNvSpPr>
            <p:nvPr userDrawn="1"/>
          </p:nvSpPr>
          <p:spPr bwMode="auto">
            <a:xfrm flipV="1">
              <a:off x="4642867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6" name="Oval 909"/>
            <p:cNvSpPr>
              <a:spLocks noChangeArrowheads="1"/>
            </p:cNvSpPr>
            <p:nvPr userDrawn="1"/>
          </p:nvSpPr>
          <p:spPr bwMode="auto">
            <a:xfrm flipV="1">
              <a:off x="4750926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7" name="Oval 910"/>
            <p:cNvSpPr>
              <a:spLocks noChangeArrowheads="1"/>
            </p:cNvSpPr>
            <p:nvPr userDrawn="1"/>
          </p:nvSpPr>
          <p:spPr bwMode="auto">
            <a:xfrm flipV="1">
              <a:off x="4858018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8" name="Oval 911"/>
            <p:cNvSpPr>
              <a:spLocks noChangeArrowheads="1"/>
            </p:cNvSpPr>
            <p:nvPr userDrawn="1"/>
          </p:nvSpPr>
          <p:spPr bwMode="auto">
            <a:xfrm flipV="1">
              <a:off x="4967042" y="227398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49" name="Oval 912"/>
            <p:cNvSpPr>
              <a:spLocks noChangeArrowheads="1"/>
            </p:cNvSpPr>
            <p:nvPr userDrawn="1"/>
          </p:nvSpPr>
          <p:spPr bwMode="auto">
            <a:xfrm flipV="1">
              <a:off x="5074131" y="227398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50" name="Oval 913"/>
            <p:cNvSpPr>
              <a:spLocks noChangeArrowheads="1"/>
            </p:cNvSpPr>
            <p:nvPr userDrawn="1"/>
          </p:nvSpPr>
          <p:spPr bwMode="auto">
            <a:xfrm flipV="1">
              <a:off x="5182188" y="227398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78" name="Oval 870"/>
            <p:cNvSpPr>
              <a:spLocks noChangeArrowheads="1"/>
            </p:cNvSpPr>
            <p:nvPr userDrawn="1"/>
          </p:nvSpPr>
          <p:spPr bwMode="auto">
            <a:xfrm flipV="1">
              <a:off x="4319658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79" name="Oval 871"/>
            <p:cNvSpPr>
              <a:spLocks noChangeArrowheads="1"/>
            </p:cNvSpPr>
            <p:nvPr userDrawn="1"/>
          </p:nvSpPr>
          <p:spPr bwMode="auto">
            <a:xfrm flipV="1">
              <a:off x="4426751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0" name="Oval 872"/>
            <p:cNvSpPr>
              <a:spLocks noChangeArrowheads="1"/>
            </p:cNvSpPr>
            <p:nvPr userDrawn="1"/>
          </p:nvSpPr>
          <p:spPr bwMode="auto">
            <a:xfrm flipV="1">
              <a:off x="4533843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1" name="Oval 873"/>
            <p:cNvSpPr>
              <a:spLocks noChangeArrowheads="1"/>
            </p:cNvSpPr>
            <p:nvPr userDrawn="1"/>
          </p:nvSpPr>
          <p:spPr bwMode="auto">
            <a:xfrm flipV="1">
              <a:off x="4642865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2" name="Oval 874"/>
            <p:cNvSpPr>
              <a:spLocks noChangeArrowheads="1"/>
            </p:cNvSpPr>
            <p:nvPr userDrawn="1"/>
          </p:nvSpPr>
          <p:spPr bwMode="auto">
            <a:xfrm flipV="1">
              <a:off x="4750923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3" name="Oval 875"/>
            <p:cNvSpPr>
              <a:spLocks noChangeArrowheads="1"/>
            </p:cNvSpPr>
            <p:nvPr userDrawn="1"/>
          </p:nvSpPr>
          <p:spPr bwMode="auto">
            <a:xfrm flipV="1">
              <a:off x="4858015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4" name="Oval 876"/>
            <p:cNvSpPr>
              <a:spLocks noChangeArrowheads="1"/>
            </p:cNvSpPr>
            <p:nvPr userDrawn="1"/>
          </p:nvSpPr>
          <p:spPr bwMode="auto">
            <a:xfrm flipV="1">
              <a:off x="4967038" y="260112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5" name="Oval 877"/>
            <p:cNvSpPr>
              <a:spLocks noChangeArrowheads="1"/>
            </p:cNvSpPr>
            <p:nvPr userDrawn="1"/>
          </p:nvSpPr>
          <p:spPr bwMode="auto">
            <a:xfrm flipV="1">
              <a:off x="5074129" y="260112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86" name="Oval 878"/>
            <p:cNvSpPr>
              <a:spLocks noChangeArrowheads="1"/>
            </p:cNvSpPr>
            <p:nvPr userDrawn="1"/>
          </p:nvSpPr>
          <p:spPr bwMode="auto">
            <a:xfrm flipV="1">
              <a:off x="5182187" y="260112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3" name="Oval 905"/>
            <p:cNvSpPr>
              <a:spLocks noChangeArrowheads="1"/>
            </p:cNvSpPr>
            <p:nvPr userDrawn="1"/>
          </p:nvSpPr>
          <p:spPr bwMode="auto">
            <a:xfrm flipV="1">
              <a:off x="4319659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4" name="Oval 906"/>
            <p:cNvSpPr>
              <a:spLocks noChangeArrowheads="1"/>
            </p:cNvSpPr>
            <p:nvPr userDrawn="1"/>
          </p:nvSpPr>
          <p:spPr bwMode="auto">
            <a:xfrm flipV="1">
              <a:off x="4426753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5" name="Oval 907"/>
            <p:cNvSpPr>
              <a:spLocks noChangeArrowheads="1"/>
            </p:cNvSpPr>
            <p:nvPr userDrawn="1"/>
          </p:nvSpPr>
          <p:spPr bwMode="auto">
            <a:xfrm flipV="1">
              <a:off x="4533845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6" name="Oval 908"/>
            <p:cNvSpPr>
              <a:spLocks noChangeArrowheads="1"/>
            </p:cNvSpPr>
            <p:nvPr userDrawn="1"/>
          </p:nvSpPr>
          <p:spPr bwMode="auto">
            <a:xfrm flipV="1">
              <a:off x="4642867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7" name="Oval 909"/>
            <p:cNvSpPr>
              <a:spLocks noChangeArrowheads="1"/>
            </p:cNvSpPr>
            <p:nvPr userDrawn="1"/>
          </p:nvSpPr>
          <p:spPr bwMode="auto">
            <a:xfrm flipV="1">
              <a:off x="4750926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8" name="Oval 910"/>
            <p:cNvSpPr>
              <a:spLocks noChangeArrowheads="1"/>
            </p:cNvSpPr>
            <p:nvPr userDrawn="1"/>
          </p:nvSpPr>
          <p:spPr bwMode="auto">
            <a:xfrm flipV="1">
              <a:off x="4858018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19" name="Oval 911"/>
            <p:cNvSpPr>
              <a:spLocks noChangeArrowheads="1"/>
            </p:cNvSpPr>
            <p:nvPr userDrawn="1"/>
          </p:nvSpPr>
          <p:spPr bwMode="auto">
            <a:xfrm flipV="1">
              <a:off x="4967042" y="249016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20" name="Oval 912"/>
            <p:cNvSpPr>
              <a:spLocks noChangeArrowheads="1"/>
            </p:cNvSpPr>
            <p:nvPr userDrawn="1"/>
          </p:nvSpPr>
          <p:spPr bwMode="auto">
            <a:xfrm flipV="1">
              <a:off x="5074131" y="249016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21" name="Oval 913"/>
            <p:cNvSpPr>
              <a:spLocks noChangeArrowheads="1"/>
            </p:cNvSpPr>
            <p:nvPr userDrawn="1"/>
          </p:nvSpPr>
          <p:spPr bwMode="auto">
            <a:xfrm flipV="1">
              <a:off x="5182188" y="249016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49" name="Oval 870"/>
            <p:cNvSpPr>
              <a:spLocks noChangeArrowheads="1"/>
            </p:cNvSpPr>
            <p:nvPr userDrawn="1"/>
          </p:nvSpPr>
          <p:spPr bwMode="auto">
            <a:xfrm flipV="1">
              <a:off x="4319658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0" name="Oval 871"/>
            <p:cNvSpPr>
              <a:spLocks noChangeArrowheads="1"/>
            </p:cNvSpPr>
            <p:nvPr userDrawn="1"/>
          </p:nvSpPr>
          <p:spPr bwMode="auto">
            <a:xfrm flipV="1">
              <a:off x="4426751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1" name="Oval 872"/>
            <p:cNvSpPr>
              <a:spLocks noChangeArrowheads="1"/>
            </p:cNvSpPr>
            <p:nvPr userDrawn="1"/>
          </p:nvSpPr>
          <p:spPr bwMode="auto">
            <a:xfrm flipV="1">
              <a:off x="4533843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2" name="Oval 873"/>
            <p:cNvSpPr>
              <a:spLocks noChangeArrowheads="1"/>
            </p:cNvSpPr>
            <p:nvPr userDrawn="1"/>
          </p:nvSpPr>
          <p:spPr bwMode="auto">
            <a:xfrm flipV="1">
              <a:off x="4642865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3" name="Oval 874"/>
            <p:cNvSpPr>
              <a:spLocks noChangeArrowheads="1"/>
            </p:cNvSpPr>
            <p:nvPr userDrawn="1"/>
          </p:nvSpPr>
          <p:spPr bwMode="auto">
            <a:xfrm flipV="1">
              <a:off x="4750923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4" name="Oval 875"/>
            <p:cNvSpPr>
              <a:spLocks noChangeArrowheads="1"/>
            </p:cNvSpPr>
            <p:nvPr userDrawn="1"/>
          </p:nvSpPr>
          <p:spPr bwMode="auto">
            <a:xfrm flipV="1">
              <a:off x="4858015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5" name="Oval 876"/>
            <p:cNvSpPr>
              <a:spLocks noChangeArrowheads="1"/>
            </p:cNvSpPr>
            <p:nvPr userDrawn="1"/>
          </p:nvSpPr>
          <p:spPr bwMode="auto">
            <a:xfrm flipV="1">
              <a:off x="4967038" y="281730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6" name="Oval 877"/>
            <p:cNvSpPr>
              <a:spLocks noChangeArrowheads="1"/>
            </p:cNvSpPr>
            <p:nvPr userDrawn="1"/>
          </p:nvSpPr>
          <p:spPr bwMode="auto">
            <a:xfrm flipV="1">
              <a:off x="5074129" y="281730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57" name="Oval 878"/>
            <p:cNvSpPr>
              <a:spLocks noChangeArrowheads="1"/>
            </p:cNvSpPr>
            <p:nvPr userDrawn="1"/>
          </p:nvSpPr>
          <p:spPr bwMode="auto">
            <a:xfrm flipV="1">
              <a:off x="5182187" y="281730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4" name="Oval 905"/>
            <p:cNvSpPr>
              <a:spLocks noChangeArrowheads="1"/>
            </p:cNvSpPr>
            <p:nvPr userDrawn="1"/>
          </p:nvSpPr>
          <p:spPr bwMode="auto">
            <a:xfrm flipV="1">
              <a:off x="4319659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5" name="Oval 906"/>
            <p:cNvSpPr>
              <a:spLocks noChangeArrowheads="1"/>
            </p:cNvSpPr>
            <p:nvPr userDrawn="1"/>
          </p:nvSpPr>
          <p:spPr bwMode="auto">
            <a:xfrm flipV="1">
              <a:off x="4426753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6" name="Oval 907"/>
            <p:cNvSpPr>
              <a:spLocks noChangeArrowheads="1"/>
            </p:cNvSpPr>
            <p:nvPr userDrawn="1"/>
          </p:nvSpPr>
          <p:spPr bwMode="auto">
            <a:xfrm flipV="1">
              <a:off x="4533845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7" name="Oval 908"/>
            <p:cNvSpPr>
              <a:spLocks noChangeArrowheads="1"/>
            </p:cNvSpPr>
            <p:nvPr userDrawn="1"/>
          </p:nvSpPr>
          <p:spPr bwMode="auto">
            <a:xfrm flipV="1">
              <a:off x="4642867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8" name="Oval 909"/>
            <p:cNvSpPr>
              <a:spLocks noChangeArrowheads="1"/>
            </p:cNvSpPr>
            <p:nvPr userDrawn="1"/>
          </p:nvSpPr>
          <p:spPr bwMode="auto">
            <a:xfrm flipV="1">
              <a:off x="4750926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89" name="Oval 910"/>
            <p:cNvSpPr>
              <a:spLocks noChangeArrowheads="1"/>
            </p:cNvSpPr>
            <p:nvPr userDrawn="1"/>
          </p:nvSpPr>
          <p:spPr bwMode="auto">
            <a:xfrm flipV="1">
              <a:off x="4858018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0" name="Oval 911"/>
            <p:cNvSpPr>
              <a:spLocks noChangeArrowheads="1"/>
            </p:cNvSpPr>
            <p:nvPr userDrawn="1"/>
          </p:nvSpPr>
          <p:spPr bwMode="auto">
            <a:xfrm flipV="1">
              <a:off x="4967042" y="270634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1" name="Oval 912"/>
            <p:cNvSpPr>
              <a:spLocks noChangeArrowheads="1"/>
            </p:cNvSpPr>
            <p:nvPr userDrawn="1"/>
          </p:nvSpPr>
          <p:spPr bwMode="auto">
            <a:xfrm flipV="1">
              <a:off x="5074131" y="270634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92" name="Oval 913"/>
            <p:cNvSpPr>
              <a:spLocks noChangeArrowheads="1"/>
            </p:cNvSpPr>
            <p:nvPr userDrawn="1"/>
          </p:nvSpPr>
          <p:spPr bwMode="auto">
            <a:xfrm flipV="1">
              <a:off x="5182188" y="270634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0" name="Oval 870"/>
            <p:cNvSpPr>
              <a:spLocks noChangeArrowheads="1"/>
            </p:cNvSpPr>
            <p:nvPr userDrawn="1"/>
          </p:nvSpPr>
          <p:spPr bwMode="auto">
            <a:xfrm flipV="1">
              <a:off x="4319658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1" name="Oval 871"/>
            <p:cNvSpPr>
              <a:spLocks noChangeArrowheads="1"/>
            </p:cNvSpPr>
            <p:nvPr userDrawn="1"/>
          </p:nvSpPr>
          <p:spPr bwMode="auto">
            <a:xfrm flipV="1">
              <a:off x="4426751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2" name="Oval 872"/>
            <p:cNvSpPr>
              <a:spLocks noChangeArrowheads="1"/>
            </p:cNvSpPr>
            <p:nvPr userDrawn="1"/>
          </p:nvSpPr>
          <p:spPr bwMode="auto">
            <a:xfrm flipV="1">
              <a:off x="4533843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3" name="Oval 873"/>
            <p:cNvSpPr>
              <a:spLocks noChangeArrowheads="1"/>
            </p:cNvSpPr>
            <p:nvPr userDrawn="1"/>
          </p:nvSpPr>
          <p:spPr bwMode="auto">
            <a:xfrm flipV="1">
              <a:off x="4642865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4" name="Oval 874"/>
            <p:cNvSpPr>
              <a:spLocks noChangeArrowheads="1"/>
            </p:cNvSpPr>
            <p:nvPr userDrawn="1"/>
          </p:nvSpPr>
          <p:spPr bwMode="auto">
            <a:xfrm flipV="1">
              <a:off x="4750923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5" name="Oval 875"/>
            <p:cNvSpPr>
              <a:spLocks noChangeArrowheads="1"/>
            </p:cNvSpPr>
            <p:nvPr userDrawn="1"/>
          </p:nvSpPr>
          <p:spPr bwMode="auto">
            <a:xfrm flipV="1">
              <a:off x="4858015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6" name="Oval 876"/>
            <p:cNvSpPr>
              <a:spLocks noChangeArrowheads="1"/>
            </p:cNvSpPr>
            <p:nvPr userDrawn="1"/>
          </p:nvSpPr>
          <p:spPr bwMode="auto">
            <a:xfrm flipV="1">
              <a:off x="4967038" y="303347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7" name="Oval 877"/>
            <p:cNvSpPr>
              <a:spLocks noChangeArrowheads="1"/>
            </p:cNvSpPr>
            <p:nvPr userDrawn="1"/>
          </p:nvSpPr>
          <p:spPr bwMode="auto">
            <a:xfrm flipV="1">
              <a:off x="5074129" y="303347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28" name="Oval 878"/>
            <p:cNvSpPr>
              <a:spLocks noChangeArrowheads="1"/>
            </p:cNvSpPr>
            <p:nvPr userDrawn="1"/>
          </p:nvSpPr>
          <p:spPr bwMode="auto">
            <a:xfrm flipV="1">
              <a:off x="5182187" y="303347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5" name="Oval 905"/>
            <p:cNvSpPr>
              <a:spLocks noChangeArrowheads="1"/>
            </p:cNvSpPr>
            <p:nvPr userDrawn="1"/>
          </p:nvSpPr>
          <p:spPr bwMode="auto">
            <a:xfrm flipV="1">
              <a:off x="4319659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6" name="Oval 906"/>
            <p:cNvSpPr>
              <a:spLocks noChangeArrowheads="1"/>
            </p:cNvSpPr>
            <p:nvPr userDrawn="1"/>
          </p:nvSpPr>
          <p:spPr bwMode="auto">
            <a:xfrm flipV="1">
              <a:off x="4426753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7" name="Oval 907"/>
            <p:cNvSpPr>
              <a:spLocks noChangeArrowheads="1"/>
            </p:cNvSpPr>
            <p:nvPr userDrawn="1"/>
          </p:nvSpPr>
          <p:spPr bwMode="auto">
            <a:xfrm flipV="1">
              <a:off x="4533845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8" name="Oval 908"/>
            <p:cNvSpPr>
              <a:spLocks noChangeArrowheads="1"/>
            </p:cNvSpPr>
            <p:nvPr userDrawn="1"/>
          </p:nvSpPr>
          <p:spPr bwMode="auto">
            <a:xfrm flipV="1">
              <a:off x="4642867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59" name="Oval 909"/>
            <p:cNvSpPr>
              <a:spLocks noChangeArrowheads="1"/>
            </p:cNvSpPr>
            <p:nvPr userDrawn="1"/>
          </p:nvSpPr>
          <p:spPr bwMode="auto">
            <a:xfrm flipV="1">
              <a:off x="4750926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0" name="Oval 910"/>
            <p:cNvSpPr>
              <a:spLocks noChangeArrowheads="1"/>
            </p:cNvSpPr>
            <p:nvPr userDrawn="1"/>
          </p:nvSpPr>
          <p:spPr bwMode="auto">
            <a:xfrm flipV="1">
              <a:off x="4858018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1" name="Oval 911"/>
            <p:cNvSpPr>
              <a:spLocks noChangeArrowheads="1"/>
            </p:cNvSpPr>
            <p:nvPr userDrawn="1"/>
          </p:nvSpPr>
          <p:spPr bwMode="auto">
            <a:xfrm flipV="1">
              <a:off x="4967042" y="292252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2" name="Oval 912"/>
            <p:cNvSpPr>
              <a:spLocks noChangeArrowheads="1"/>
            </p:cNvSpPr>
            <p:nvPr userDrawn="1"/>
          </p:nvSpPr>
          <p:spPr bwMode="auto">
            <a:xfrm flipV="1">
              <a:off x="5074131" y="292252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63" name="Oval 913"/>
            <p:cNvSpPr>
              <a:spLocks noChangeArrowheads="1"/>
            </p:cNvSpPr>
            <p:nvPr userDrawn="1"/>
          </p:nvSpPr>
          <p:spPr bwMode="auto">
            <a:xfrm flipV="1">
              <a:off x="5182188" y="292252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1" name="Oval 870"/>
            <p:cNvSpPr>
              <a:spLocks noChangeArrowheads="1"/>
            </p:cNvSpPr>
            <p:nvPr userDrawn="1"/>
          </p:nvSpPr>
          <p:spPr bwMode="auto">
            <a:xfrm flipV="1">
              <a:off x="4319658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2" name="Oval 871"/>
            <p:cNvSpPr>
              <a:spLocks noChangeArrowheads="1"/>
            </p:cNvSpPr>
            <p:nvPr userDrawn="1"/>
          </p:nvSpPr>
          <p:spPr bwMode="auto">
            <a:xfrm flipV="1">
              <a:off x="4426751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3" name="Oval 872"/>
            <p:cNvSpPr>
              <a:spLocks noChangeArrowheads="1"/>
            </p:cNvSpPr>
            <p:nvPr userDrawn="1"/>
          </p:nvSpPr>
          <p:spPr bwMode="auto">
            <a:xfrm flipV="1">
              <a:off x="4533843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4" name="Oval 873"/>
            <p:cNvSpPr>
              <a:spLocks noChangeArrowheads="1"/>
            </p:cNvSpPr>
            <p:nvPr userDrawn="1"/>
          </p:nvSpPr>
          <p:spPr bwMode="auto">
            <a:xfrm flipV="1">
              <a:off x="4642865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5" name="Oval 874"/>
            <p:cNvSpPr>
              <a:spLocks noChangeArrowheads="1"/>
            </p:cNvSpPr>
            <p:nvPr userDrawn="1"/>
          </p:nvSpPr>
          <p:spPr bwMode="auto">
            <a:xfrm flipV="1">
              <a:off x="4750923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6" name="Oval 875"/>
            <p:cNvSpPr>
              <a:spLocks noChangeArrowheads="1"/>
            </p:cNvSpPr>
            <p:nvPr userDrawn="1"/>
          </p:nvSpPr>
          <p:spPr bwMode="auto">
            <a:xfrm flipV="1">
              <a:off x="4858015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7" name="Oval 876"/>
            <p:cNvSpPr>
              <a:spLocks noChangeArrowheads="1"/>
            </p:cNvSpPr>
            <p:nvPr userDrawn="1"/>
          </p:nvSpPr>
          <p:spPr bwMode="auto">
            <a:xfrm flipV="1">
              <a:off x="4967038" y="324965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8" name="Oval 877"/>
            <p:cNvSpPr>
              <a:spLocks noChangeArrowheads="1"/>
            </p:cNvSpPr>
            <p:nvPr userDrawn="1"/>
          </p:nvSpPr>
          <p:spPr bwMode="auto">
            <a:xfrm flipV="1">
              <a:off x="5074129" y="324965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99" name="Oval 878"/>
            <p:cNvSpPr>
              <a:spLocks noChangeArrowheads="1"/>
            </p:cNvSpPr>
            <p:nvPr userDrawn="1"/>
          </p:nvSpPr>
          <p:spPr bwMode="auto">
            <a:xfrm flipV="1">
              <a:off x="5182187" y="324965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6" name="Oval 905"/>
            <p:cNvSpPr>
              <a:spLocks noChangeArrowheads="1"/>
            </p:cNvSpPr>
            <p:nvPr userDrawn="1"/>
          </p:nvSpPr>
          <p:spPr bwMode="auto">
            <a:xfrm flipV="1">
              <a:off x="4319659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7" name="Oval 906"/>
            <p:cNvSpPr>
              <a:spLocks noChangeArrowheads="1"/>
            </p:cNvSpPr>
            <p:nvPr userDrawn="1"/>
          </p:nvSpPr>
          <p:spPr bwMode="auto">
            <a:xfrm flipV="1">
              <a:off x="4426753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8" name="Oval 907"/>
            <p:cNvSpPr>
              <a:spLocks noChangeArrowheads="1"/>
            </p:cNvSpPr>
            <p:nvPr userDrawn="1"/>
          </p:nvSpPr>
          <p:spPr bwMode="auto">
            <a:xfrm flipV="1">
              <a:off x="4533845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29" name="Oval 908"/>
            <p:cNvSpPr>
              <a:spLocks noChangeArrowheads="1"/>
            </p:cNvSpPr>
            <p:nvPr userDrawn="1"/>
          </p:nvSpPr>
          <p:spPr bwMode="auto">
            <a:xfrm flipV="1">
              <a:off x="4642867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0" name="Oval 909"/>
            <p:cNvSpPr>
              <a:spLocks noChangeArrowheads="1"/>
            </p:cNvSpPr>
            <p:nvPr userDrawn="1"/>
          </p:nvSpPr>
          <p:spPr bwMode="auto">
            <a:xfrm flipV="1">
              <a:off x="4750926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1" name="Oval 910"/>
            <p:cNvSpPr>
              <a:spLocks noChangeArrowheads="1"/>
            </p:cNvSpPr>
            <p:nvPr userDrawn="1"/>
          </p:nvSpPr>
          <p:spPr bwMode="auto">
            <a:xfrm flipV="1">
              <a:off x="4858018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2" name="Oval 911"/>
            <p:cNvSpPr>
              <a:spLocks noChangeArrowheads="1"/>
            </p:cNvSpPr>
            <p:nvPr userDrawn="1"/>
          </p:nvSpPr>
          <p:spPr bwMode="auto">
            <a:xfrm flipV="1">
              <a:off x="4967042" y="313869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3" name="Oval 912"/>
            <p:cNvSpPr>
              <a:spLocks noChangeArrowheads="1"/>
            </p:cNvSpPr>
            <p:nvPr userDrawn="1"/>
          </p:nvSpPr>
          <p:spPr bwMode="auto">
            <a:xfrm flipV="1">
              <a:off x="5074131" y="313869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34" name="Oval 913"/>
            <p:cNvSpPr>
              <a:spLocks noChangeArrowheads="1"/>
            </p:cNvSpPr>
            <p:nvPr userDrawn="1"/>
          </p:nvSpPr>
          <p:spPr bwMode="auto">
            <a:xfrm flipV="1">
              <a:off x="5182188" y="313869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2" name="Oval 870"/>
            <p:cNvSpPr>
              <a:spLocks noChangeArrowheads="1"/>
            </p:cNvSpPr>
            <p:nvPr userDrawn="1"/>
          </p:nvSpPr>
          <p:spPr bwMode="auto">
            <a:xfrm flipV="1">
              <a:off x="4319658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3" name="Oval 871"/>
            <p:cNvSpPr>
              <a:spLocks noChangeArrowheads="1"/>
            </p:cNvSpPr>
            <p:nvPr userDrawn="1"/>
          </p:nvSpPr>
          <p:spPr bwMode="auto">
            <a:xfrm flipV="1">
              <a:off x="4426751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4" name="Oval 872"/>
            <p:cNvSpPr>
              <a:spLocks noChangeArrowheads="1"/>
            </p:cNvSpPr>
            <p:nvPr userDrawn="1"/>
          </p:nvSpPr>
          <p:spPr bwMode="auto">
            <a:xfrm flipV="1">
              <a:off x="4533843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5" name="Oval 873"/>
            <p:cNvSpPr>
              <a:spLocks noChangeArrowheads="1"/>
            </p:cNvSpPr>
            <p:nvPr userDrawn="1"/>
          </p:nvSpPr>
          <p:spPr bwMode="auto">
            <a:xfrm flipV="1">
              <a:off x="4642865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6" name="Oval 874"/>
            <p:cNvSpPr>
              <a:spLocks noChangeArrowheads="1"/>
            </p:cNvSpPr>
            <p:nvPr userDrawn="1"/>
          </p:nvSpPr>
          <p:spPr bwMode="auto">
            <a:xfrm flipV="1">
              <a:off x="4750923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7" name="Oval 875"/>
            <p:cNvSpPr>
              <a:spLocks noChangeArrowheads="1"/>
            </p:cNvSpPr>
            <p:nvPr userDrawn="1"/>
          </p:nvSpPr>
          <p:spPr bwMode="auto">
            <a:xfrm flipV="1">
              <a:off x="4858015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8" name="Oval 876"/>
            <p:cNvSpPr>
              <a:spLocks noChangeArrowheads="1"/>
            </p:cNvSpPr>
            <p:nvPr userDrawn="1"/>
          </p:nvSpPr>
          <p:spPr bwMode="auto">
            <a:xfrm flipV="1">
              <a:off x="4967038" y="346583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69" name="Oval 877"/>
            <p:cNvSpPr>
              <a:spLocks noChangeArrowheads="1"/>
            </p:cNvSpPr>
            <p:nvPr userDrawn="1"/>
          </p:nvSpPr>
          <p:spPr bwMode="auto">
            <a:xfrm flipV="1">
              <a:off x="5074129" y="346583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70" name="Oval 878"/>
            <p:cNvSpPr>
              <a:spLocks noChangeArrowheads="1"/>
            </p:cNvSpPr>
            <p:nvPr userDrawn="1"/>
          </p:nvSpPr>
          <p:spPr bwMode="auto">
            <a:xfrm flipV="1">
              <a:off x="5182187" y="346583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7" name="Oval 905"/>
            <p:cNvSpPr>
              <a:spLocks noChangeArrowheads="1"/>
            </p:cNvSpPr>
            <p:nvPr userDrawn="1"/>
          </p:nvSpPr>
          <p:spPr bwMode="auto">
            <a:xfrm flipV="1">
              <a:off x="4319659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8" name="Oval 906"/>
            <p:cNvSpPr>
              <a:spLocks noChangeArrowheads="1"/>
            </p:cNvSpPr>
            <p:nvPr userDrawn="1"/>
          </p:nvSpPr>
          <p:spPr bwMode="auto">
            <a:xfrm flipV="1">
              <a:off x="4426753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99" name="Oval 907"/>
            <p:cNvSpPr>
              <a:spLocks noChangeArrowheads="1"/>
            </p:cNvSpPr>
            <p:nvPr userDrawn="1"/>
          </p:nvSpPr>
          <p:spPr bwMode="auto">
            <a:xfrm flipV="1">
              <a:off x="4533845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0" name="Oval 908"/>
            <p:cNvSpPr>
              <a:spLocks noChangeArrowheads="1"/>
            </p:cNvSpPr>
            <p:nvPr userDrawn="1"/>
          </p:nvSpPr>
          <p:spPr bwMode="auto">
            <a:xfrm flipV="1">
              <a:off x="4642867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1" name="Oval 909"/>
            <p:cNvSpPr>
              <a:spLocks noChangeArrowheads="1"/>
            </p:cNvSpPr>
            <p:nvPr userDrawn="1"/>
          </p:nvSpPr>
          <p:spPr bwMode="auto">
            <a:xfrm flipV="1">
              <a:off x="4750926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2" name="Oval 910"/>
            <p:cNvSpPr>
              <a:spLocks noChangeArrowheads="1"/>
            </p:cNvSpPr>
            <p:nvPr userDrawn="1"/>
          </p:nvSpPr>
          <p:spPr bwMode="auto">
            <a:xfrm flipV="1">
              <a:off x="4858018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3" name="Oval 911"/>
            <p:cNvSpPr>
              <a:spLocks noChangeArrowheads="1"/>
            </p:cNvSpPr>
            <p:nvPr userDrawn="1"/>
          </p:nvSpPr>
          <p:spPr bwMode="auto">
            <a:xfrm flipV="1">
              <a:off x="4967042" y="335487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4" name="Oval 912"/>
            <p:cNvSpPr>
              <a:spLocks noChangeArrowheads="1"/>
            </p:cNvSpPr>
            <p:nvPr userDrawn="1"/>
          </p:nvSpPr>
          <p:spPr bwMode="auto">
            <a:xfrm flipV="1">
              <a:off x="5074131" y="335487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05" name="Oval 913"/>
            <p:cNvSpPr>
              <a:spLocks noChangeArrowheads="1"/>
            </p:cNvSpPr>
            <p:nvPr userDrawn="1"/>
          </p:nvSpPr>
          <p:spPr bwMode="auto">
            <a:xfrm flipV="1">
              <a:off x="5182188" y="335487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3" name="Oval 870"/>
            <p:cNvSpPr>
              <a:spLocks noChangeArrowheads="1"/>
            </p:cNvSpPr>
            <p:nvPr userDrawn="1"/>
          </p:nvSpPr>
          <p:spPr bwMode="auto">
            <a:xfrm flipV="1">
              <a:off x="4319658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4" name="Oval 871"/>
            <p:cNvSpPr>
              <a:spLocks noChangeArrowheads="1"/>
            </p:cNvSpPr>
            <p:nvPr userDrawn="1"/>
          </p:nvSpPr>
          <p:spPr bwMode="auto">
            <a:xfrm flipV="1">
              <a:off x="4426751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5" name="Oval 872"/>
            <p:cNvSpPr>
              <a:spLocks noChangeArrowheads="1"/>
            </p:cNvSpPr>
            <p:nvPr userDrawn="1"/>
          </p:nvSpPr>
          <p:spPr bwMode="auto">
            <a:xfrm flipV="1">
              <a:off x="4533843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6" name="Oval 873"/>
            <p:cNvSpPr>
              <a:spLocks noChangeArrowheads="1"/>
            </p:cNvSpPr>
            <p:nvPr userDrawn="1"/>
          </p:nvSpPr>
          <p:spPr bwMode="auto">
            <a:xfrm flipV="1">
              <a:off x="4642865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7" name="Oval 874"/>
            <p:cNvSpPr>
              <a:spLocks noChangeArrowheads="1"/>
            </p:cNvSpPr>
            <p:nvPr userDrawn="1"/>
          </p:nvSpPr>
          <p:spPr bwMode="auto">
            <a:xfrm flipV="1">
              <a:off x="4750923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8" name="Oval 875"/>
            <p:cNvSpPr>
              <a:spLocks noChangeArrowheads="1"/>
            </p:cNvSpPr>
            <p:nvPr userDrawn="1"/>
          </p:nvSpPr>
          <p:spPr bwMode="auto">
            <a:xfrm flipV="1">
              <a:off x="4858015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39" name="Oval 876"/>
            <p:cNvSpPr>
              <a:spLocks noChangeArrowheads="1"/>
            </p:cNvSpPr>
            <p:nvPr userDrawn="1"/>
          </p:nvSpPr>
          <p:spPr bwMode="auto">
            <a:xfrm flipV="1">
              <a:off x="4967038" y="367476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40" name="Oval 877"/>
            <p:cNvSpPr>
              <a:spLocks noChangeArrowheads="1"/>
            </p:cNvSpPr>
            <p:nvPr userDrawn="1"/>
          </p:nvSpPr>
          <p:spPr bwMode="auto">
            <a:xfrm flipV="1">
              <a:off x="5074129" y="367476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41" name="Oval 878"/>
            <p:cNvSpPr>
              <a:spLocks noChangeArrowheads="1"/>
            </p:cNvSpPr>
            <p:nvPr userDrawn="1"/>
          </p:nvSpPr>
          <p:spPr bwMode="auto">
            <a:xfrm flipV="1">
              <a:off x="5182187" y="367476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68" name="Oval 905"/>
            <p:cNvSpPr>
              <a:spLocks noChangeArrowheads="1"/>
            </p:cNvSpPr>
            <p:nvPr userDrawn="1"/>
          </p:nvSpPr>
          <p:spPr bwMode="auto">
            <a:xfrm flipV="1">
              <a:off x="4319659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69" name="Oval 906"/>
            <p:cNvSpPr>
              <a:spLocks noChangeArrowheads="1"/>
            </p:cNvSpPr>
            <p:nvPr userDrawn="1"/>
          </p:nvSpPr>
          <p:spPr bwMode="auto">
            <a:xfrm flipV="1">
              <a:off x="4426753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0" name="Oval 907"/>
            <p:cNvSpPr>
              <a:spLocks noChangeArrowheads="1"/>
            </p:cNvSpPr>
            <p:nvPr userDrawn="1"/>
          </p:nvSpPr>
          <p:spPr bwMode="auto">
            <a:xfrm flipV="1">
              <a:off x="4533845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1" name="Oval 908"/>
            <p:cNvSpPr>
              <a:spLocks noChangeArrowheads="1"/>
            </p:cNvSpPr>
            <p:nvPr userDrawn="1"/>
          </p:nvSpPr>
          <p:spPr bwMode="auto">
            <a:xfrm flipV="1">
              <a:off x="4642867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2" name="Oval 909"/>
            <p:cNvSpPr>
              <a:spLocks noChangeArrowheads="1"/>
            </p:cNvSpPr>
            <p:nvPr userDrawn="1"/>
          </p:nvSpPr>
          <p:spPr bwMode="auto">
            <a:xfrm flipV="1">
              <a:off x="4750926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3" name="Oval 910"/>
            <p:cNvSpPr>
              <a:spLocks noChangeArrowheads="1"/>
            </p:cNvSpPr>
            <p:nvPr userDrawn="1"/>
          </p:nvSpPr>
          <p:spPr bwMode="auto">
            <a:xfrm flipV="1">
              <a:off x="4858018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4" name="Oval 911"/>
            <p:cNvSpPr>
              <a:spLocks noChangeArrowheads="1"/>
            </p:cNvSpPr>
            <p:nvPr userDrawn="1"/>
          </p:nvSpPr>
          <p:spPr bwMode="auto">
            <a:xfrm flipV="1">
              <a:off x="4967042" y="356380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5" name="Oval 912"/>
            <p:cNvSpPr>
              <a:spLocks noChangeArrowheads="1"/>
            </p:cNvSpPr>
            <p:nvPr userDrawn="1"/>
          </p:nvSpPr>
          <p:spPr bwMode="auto">
            <a:xfrm flipV="1">
              <a:off x="5074131" y="356380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76" name="Oval 913"/>
            <p:cNvSpPr>
              <a:spLocks noChangeArrowheads="1"/>
            </p:cNvSpPr>
            <p:nvPr userDrawn="1"/>
          </p:nvSpPr>
          <p:spPr bwMode="auto">
            <a:xfrm flipV="1">
              <a:off x="5182188" y="356380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4" name="Oval 870"/>
            <p:cNvSpPr>
              <a:spLocks noChangeArrowheads="1"/>
            </p:cNvSpPr>
            <p:nvPr userDrawn="1"/>
          </p:nvSpPr>
          <p:spPr bwMode="auto">
            <a:xfrm flipV="1">
              <a:off x="4319658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5" name="Oval 871"/>
            <p:cNvSpPr>
              <a:spLocks noChangeArrowheads="1"/>
            </p:cNvSpPr>
            <p:nvPr userDrawn="1"/>
          </p:nvSpPr>
          <p:spPr bwMode="auto">
            <a:xfrm flipV="1">
              <a:off x="4426751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6" name="Oval 872"/>
            <p:cNvSpPr>
              <a:spLocks noChangeArrowheads="1"/>
            </p:cNvSpPr>
            <p:nvPr userDrawn="1"/>
          </p:nvSpPr>
          <p:spPr bwMode="auto">
            <a:xfrm flipV="1">
              <a:off x="4533843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7" name="Oval 873"/>
            <p:cNvSpPr>
              <a:spLocks noChangeArrowheads="1"/>
            </p:cNvSpPr>
            <p:nvPr userDrawn="1"/>
          </p:nvSpPr>
          <p:spPr bwMode="auto">
            <a:xfrm flipV="1">
              <a:off x="4642865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8" name="Oval 874"/>
            <p:cNvSpPr>
              <a:spLocks noChangeArrowheads="1"/>
            </p:cNvSpPr>
            <p:nvPr userDrawn="1"/>
          </p:nvSpPr>
          <p:spPr bwMode="auto">
            <a:xfrm flipV="1">
              <a:off x="4750923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09" name="Oval 875"/>
            <p:cNvSpPr>
              <a:spLocks noChangeArrowheads="1"/>
            </p:cNvSpPr>
            <p:nvPr userDrawn="1"/>
          </p:nvSpPr>
          <p:spPr bwMode="auto">
            <a:xfrm flipV="1">
              <a:off x="4858015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0" name="Oval 876"/>
            <p:cNvSpPr>
              <a:spLocks noChangeArrowheads="1"/>
            </p:cNvSpPr>
            <p:nvPr userDrawn="1"/>
          </p:nvSpPr>
          <p:spPr bwMode="auto">
            <a:xfrm flipV="1">
              <a:off x="4967038" y="389093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1" name="Oval 877"/>
            <p:cNvSpPr>
              <a:spLocks noChangeArrowheads="1"/>
            </p:cNvSpPr>
            <p:nvPr userDrawn="1"/>
          </p:nvSpPr>
          <p:spPr bwMode="auto">
            <a:xfrm flipV="1">
              <a:off x="5074129" y="389093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12" name="Oval 878"/>
            <p:cNvSpPr>
              <a:spLocks noChangeArrowheads="1"/>
            </p:cNvSpPr>
            <p:nvPr userDrawn="1"/>
          </p:nvSpPr>
          <p:spPr bwMode="auto">
            <a:xfrm flipV="1">
              <a:off x="5182187" y="389093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39" name="Oval 905"/>
            <p:cNvSpPr>
              <a:spLocks noChangeArrowheads="1"/>
            </p:cNvSpPr>
            <p:nvPr userDrawn="1"/>
          </p:nvSpPr>
          <p:spPr bwMode="auto">
            <a:xfrm flipV="1">
              <a:off x="4319659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0" name="Oval 906"/>
            <p:cNvSpPr>
              <a:spLocks noChangeArrowheads="1"/>
            </p:cNvSpPr>
            <p:nvPr userDrawn="1"/>
          </p:nvSpPr>
          <p:spPr bwMode="auto">
            <a:xfrm flipV="1">
              <a:off x="4426753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1" name="Oval 907"/>
            <p:cNvSpPr>
              <a:spLocks noChangeArrowheads="1"/>
            </p:cNvSpPr>
            <p:nvPr userDrawn="1"/>
          </p:nvSpPr>
          <p:spPr bwMode="auto">
            <a:xfrm flipV="1">
              <a:off x="4533845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2" name="Oval 908"/>
            <p:cNvSpPr>
              <a:spLocks noChangeArrowheads="1"/>
            </p:cNvSpPr>
            <p:nvPr userDrawn="1"/>
          </p:nvSpPr>
          <p:spPr bwMode="auto">
            <a:xfrm flipV="1">
              <a:off x="4642867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3" name="Oval 909"/>
            <p:cNvSpPr>
              <a:spLocks noChangeArrowheads="1"/>
            </p:cNvSpPr>
            <p:nvPr userDrawn="1"/>
          </p:nvSpPr>
          <p:spPr bwMode="auto">
            <a:xfrm flipV="1">
              <a:off x="4750926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4" name="Oval 910"/>
            <p:cNvSpPr>
              <a:spLocks noChangeArrowheads="1"/>
            </p:cNvSpPr>
            <p:nvPr userDrawn="1"/>
          </p:nvSpPr>
          <p:spPr bwMode="auto">
            <a:xfrm flipV="1">
              <a:off x="4858018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5" name="Oval 911"/>
            <p:cNvSpPr>
              <a:spLocks noChangeArrowheads="1"/>
            </p:cNvSpPr>
            <p:nvPr userDrawn="1"/>
          </p:nvSpPr>
          <p:spPr bwMode="auto">
            <a:xfrm flipV="1">
              <a:off x="4967042" y="377998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6" name="Oval 912"/>
            <p:cNvSpPr>
              <a:spLocks noChangeArrowheads="1"/>
            </p:cNvSpPr>
            <p:nvPr userDrawn="1"/>
          </p:nvSpPr>
          <p:spPr bwMode="auto">
            <a:xfrm flipV="1">
              <a:off x="5074131" y="377998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47" name="Oval 913"/>
            <p:cNvSpPr>
              <a:spLocks noChangeArrowheads="1"/>
            </p:cNvSpPr>
            <p:nvPr userDrawn="1"/>
          </p:nvSpPr>
          <p:spPr bwMode="auto">
            <a:xfrm flipV="1">
              <a:off x="5182188" y="377998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5" name="Oval 870"/>
            <p:cNvSpPr>
              <a:spLocks noChangeArrowheads="1"/>
            </p:cNvSpPr>
            <p:nvPr userDrawn="1"/>
          </p:nvSpPr>
          <p:spPr bwMode="auto">
            <a:xfrm flipV="1">
              <a:off x="4319658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6" name="Oval 871"/>
            <p:cNvSpPr>
              <a:spLocks noChangeArrowheads="1"/>
            </p:cNvSpPr>
            <p:nvPr userDrawn="1"/>
          </p:nvSpPr>
          <p:spPr bwMode="auto">
            <a:xfrm flipV="1">
              <a:off x="4426751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7" name="Oval 872"/>
            <p:cNvSpPr>
              <a:spLocks noChangeArrowheads="1"/>
            </p:cNvSpPr>
            <p:nvPr userDrawn="1"/>
          </p:nvSpPr>
          <p:spPr bwMode="auto">
            <a:xfrm flipV="1">
              <a:off x="4533843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8" name="Oval 873"/>
            <p:cNvSpPr>
              <a:spLocks noChangeArrowheads="1"/>
            </p:cNvSpPr>
            <p:nvPr userDrawn="1"/>
          </p:nvSpPr>
          <p:spPr bwMode="auto">
            <a:xfrm flipV="1">
              <a:off x="4642865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79" name="Oval 874"/>
            <p:cNvSpPr>
              <a:spLocks noChangeArrowheads="1"/>
            </p:cNvSpPr>
            <p:nvPr userDrawn="1"/>
          </p:nvSpPr>
          <p:spPr bwMode="auto">
            <a:xfrm flipV="1">
              <a:off x="4750923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0" name="Oval 875"/>
            <p:cNvSpPr>
              <a:spLocks noChangeArrowheads="1"/>
            </p:cNvSpPr>
            <p:nvPr userDrawn="1"/>
          </p:nvSpPr>
          <p:spPr bwMode="auto">
            <a:xfrm flipV="1">
              <a:off x="4858015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1" name="Oval 876"/>
            <p:cNvSpPr>
              <a:spLocks noChangeArrowheads="1"/>
            </p:cNvSpPr>
            <p:nvPr userDrawn="1"/>
          </p:nvSpPr>
          <p:spPr bwMode="auto">
            <a:xfrm flipV="1">
              <a:off x="4967038" y="4107119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2" name="Oval 877"/>
            <p:cNvSpPr>
              <a:spLocks noChangeArrowheads="1"/>
            </p:cNvSpPr>
            <p:nvPr userDrawn="1"/>
          </p:nvSpPr>
          <p:spPr bwMode="auto">
            <a:xfrm flipV="1">
              <a:off x="5074129" y="4107119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83" name="Oval 878"/>
            <p:cNvSpPr>
              <a:spLocks noChangeArrowheads="1"/>
            </p:cNvSpPr>
            <p:nvPr userDrawn="1"/>
          </p:nvSpPr>
          <p:spPr bwMode="auto">
            <a:xfrm flipV="1">
              <a:off x="5182187" y="4107119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0" name="Oval 905"/>
            <p:cNvSpPr>
              <a:spLocks noChangeArrowheads="1"/>
            </p:cNvSpPr>
            <p:nvPr userDrawn="1"/>
          </p:nvSpPr>
          <p:spPr bwMode="auto">
            <a:xfrm flipV="1">
              <a:off x="4319659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1" name="Oval 906"/>
            <p:cNvSpPr>
              <a:spLocks noChangeArrowheads="1"/>
            </p:cNvSpPr>
            <p:nvPr userDrawn="1"/>
          </p:nvSpPr>
          <p:spPr bwMode="auto">
            <a:xfrm flipV="1">
              <a:off x="4426753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2" name="Oval 907"/>
            <p:cNvSpPr>
              <a:spLocks noChangeArrowheads="1"/>
            </p:cNvSpPr>
            <p:nvPr userDrawn="1"/>
          </p:nvSpPr>
          <p:spPr bwMode="auto">
            <a:xfrm flipV="1">
              <a:off x="4533845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3" name="Oval 908"/>
            <p:cNvSpPr>
              <a:spLocks noChangeArrowheads="1"/>
            </p:cNvSpPr>
            <p:nvPr userDrawn="1"/>
          </p:nvSpPr>
          <p:spPr bwMode="auto">
            <a:xfrm flipV="1">
              <a:off x="4642867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4" name="Oval 909"/>
            <p:cNvSpPr>
              <a:spLocks noChangeArrowheads="1"/>
            </p:cNvSpPr>
            <p:nvPr userDrawn="1"/>
          </p:nvSpPr>
          <p:spPr bwMode="auto">
            <a:xfrm flipV="1">
              <a:off x="4750926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5" name="Oval 910"/>
            <p:cNvSpPr>
              <a:spLocks noChangeArrowheads="1"/>
            </p:cNvSpPr>
            <p:nvPr userDrawn="1"/>
          </p:nvSpPr>
          <p:spPr bwMode="auto">
            <a:xfrm flipV="1">
              <a:off x="4858018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6" name="Oval 911"/>
            <p:cNvSpPr>
              <a:spLocks noChangeArrowheads="1"/>
            </p:cNvSpPr>
            <p:nvPr userDrawn="1"/>
          </p:nvSpPr>
          <p:spPr bwMode="auto">
            <a:xfrm flipV="1">
              <a:off x="4967042" y="3996164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7" name="Oval 912"/>
            <p:cNvSpPr>
              <a:spLocks noChangeArrowheads="1"/>
            </p:cNvSpPr>
            <p:nvPr userDrawn="1"/>
          </p:nvSpPr>
          <p:spPr bwMode="auto">
            <a:xfrm flipV="1">
              <a:off x="5074131" y="3996164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18" name="Oval 913"/>
            <p:cNvSpPr>
              <a:spLocks noChangeArrowheads="1"/>
            </p:cNvSpPr>
            <p:nvPr userDrawn="1"/>
          </p:nvSpPr>
          <p:spPr bwMode="auto">
            <a:xfrm flipV="1">
              <a:off x="5182188" y="3996164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6" name="Oval 870"/>
            <p:cNvSpPr>
              <a:spLocks noChangeArrowheads="1"/>
            </p:cNvSpPr>
            <p:nvPr userDrawn="1"/>
          </p:nvSpPr>
          <p:spPr bwMode="auto">
            <a:xfrm flipV="1">
              <a:off x="4319658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7" name="Oval 871"/>
            <p:cNvSpPr>
              <a:spLocks noChangeArrowheads="1"/>
            </p:cNvSpPr>
            <p:nvPr userDrawn="1"/>
          </p:nvSpPr>
          <p:spPr bwMode="auto">
            <a:xfrm flipV="1">
              <a:off x="4426751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8" name="Oval 872"/>
            <p:cNvSpPr>
              <a:spLocks noChangeArrowheads="1"/>
            </p:cNvSpPr>
            <p:nvPr userDrawn="1"/>
          </p:nvSpPr>
          <p:spPr bwMode="auto">
            <a:xfrm flipV="1">
              <a:off x="4533843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49" name="Oval 873"/>
            <p:cNvSpPr>
              <a:spLocks noChangeArrowheads="1"/>
            </p:cNvSpPr>
            <p:nvPr userDrawn="1"/>
          </p:nvSpPr>
          <p:spPr bwMode="auto">
            <a:xfrm flipV="1">
              <a:off x="4642865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0" name="Oval 874"/>
            <p:cNvSpPr>
              <a:spLocks noChangeArrowheads="1"/>
            </p:cNvSpPr>
            <p:nvPr userDrawn="1"/>
          </p:nvSpPr>
          <p:spPr bwMode="auto">
            <a:xfrm flipV="1">
              <a:off x="4750923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1" name="Oval 875"/>
            <p:cNvSpPr>
              <a:spLocks noChangeArrowheads="1"/>
            </p:cNvSpPr>
            <p:nvPr userDrawn="1"/>
          </p:nvSpPr>
          <p:spPr bwMode="auto">
            <a:xfrm flipV="1">
              <a:off x="4858015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2" name="Oval 876"/>
            <p:cNvSpPr>
              <a:spLocks noChangeArrowheads="1"/>
            </p:cNvSpPr>
            <p:nvPr userDrawn="1"/>
          </p:nvSpPr>
          <p:spPr bwMode="auto">
            <a:xfrm flipV="1">
              <a:off x="4967038" y="432329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3" name="Oval 877"/>
            <p:cNvSpPr>
              <a:spLocks noChangeArrowheads="1"/>
            </p:cNvSpPr>
            <p:nvPr userDrawn="1"/>
          </p:nvSpPr>
          <p:spPr bwMode="auto">
            <a:xfrm flipV="1">
              <a:off x="5074129" y="432329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54" name="Oval 878"/>
            <p:cNvSpPr>
              <a:spLocks noChangeArrowheads="1"/>
            </p:cNvSpPr>
            <p:nvPr userDrawn="1"/>
          </p:nvSpPr>
          <p:spPr bwMode="auto">
            <a:xfrm flipV="1">
              <a:off x="5182187" y="432329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1" name="Oval 905"/>
            <p:cNvSpPr>
              <a:spLocks noChangeArrowheads="1"/>
            </p:cNvSpPr>
            <p:nvPr userDrawn="1"/>
          </p:nvSpPr>
          <p:spPr bwMode="auto">
            <a:xfrm flipV="1">
              <a:off x="4319659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2" name="Oval 906"/>
            <p:cNvSpPr>
              <a:spLocks noChangeArrowheads="1"/>
            </p:cNvSpPr>
            <p:nvPr userDrawn="1"/>
          </p:nvSpPr>
          <p:spPr bwMode="auto">
            <a:xfrm flipV="1">
              <a:off x="4426753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3" name="Oval 907"/>
            <p:cNvSpPr>
              <a:spLocks noChangeArrowheads="1"/>
            </p:cNvSpPr>
            <p:nvPr userDrawn="1"/>
          </p:nvSpPr>
          <p:spPr bwMode="auto">
            <a:xfrm flipV="1">
              <a:off x="4533845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4" name="Oval 908"/>
            <p:cNvSpPr>
              <a:spLocks noChangeArrowheads="1"/>
            </p:cNvSpPr>
            <p:nvPr userDrawn="1"/>
          </p:nvSpPr>
          <p:spPr bwMode="auto">
            <a:xfrm flipV="1">
              <a:off x="4642867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5" name="Oval 909"/>
            <p:cNvSpPr>
              <a:spLocks noChangeArrowheads="1"/>
            </p:cNvSpPr>
            <p:nvPr userDrawn="1"/>
          </p:nvSpPr>
          <p:spPr bwMode="auto">
            <a:xfrm flipV="1">
              <a:off x="4750926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6" name="Oval 910"/>
            <p:cNvSpPr>
              <a:spLocks noChangeArrowheads="1"/>
            </p:cNvSpPr>
            <p:nvPr userDrawn="1"/>
          </p:nvSpPr>
          <p:spPr bwMode="auto">
            <a:xfrm flipV="1">
              <a:off x="4858018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7" name="Oval 911"/>
            <p:cNvSpPr>
              <a:spLocks noChangeArrowheads="1"/>
            </p:cNvSpPr>
            <p:nvPr userDrawn="1"/>
          </p:nvSpPr>
          <p:spPr bwMode="auto">
            <a:xfrm flipV="1">
              <a:off x="4967042" y="421234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8" name="Oval 912"/>
            <p:cNvSpPr>
              <a:spLocks noChangeArrowheads="1"/>
            </p:cNvSpPr>
            <p:nvPr userDrawn="1"/>
          </p:nvSpPr>
          <p:spPr bwMode="auto">
            <a:xfrm flipV="1">
              <a:off x="5074131" y="421234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89" name="Oval 913"/>
            <p:cNvSpPr>
              <a:spLocks noChangeArrowheads="1"/>
            </p:cNvSpPr>
            <p:nvPr userDrawn="1"/>
          </p:nvSpPr>
          <p:spPr bwMode="auto">
            <a:xfrm flipV="1">
              <a:off x="5182188" y="421234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7" name="Oval 870"/>
            <p:cNvSpPr>
              <a:spLocks noChangeArrowheads="1"/>
            </p:cNvSpPr>
            <p:nvPr userDrawn="1"/>
          </p:nvSpPr>
          <p:spPr bwMode="auto">
            <a:xfrm flipV="1">
              <a:off x="4319658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8" name="Oval 871"/>
            <p:cNvSpPr>
              <a:spLocks noChangeArrowheads="1"/>
            </p:cNvSpPr>
            <p:nvPr userDrawn="1"/>
          </p:nvSpPr>
          <p:spPr bwMode="auto">
            <a:xfrm flipV="1">
              <a:off x="4426751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19" name="Oval 872"/>
            <p:cNvSpPr>
              <a:spLocks noChangeArrowheads="1"/>
            </p:cNvSpPr>
            <p:nvPr userDrawn="1"/>
          </p:nvSpPr>
          <p:spPr bwMode="auto">
            <a:xfrm flipV="1">
              <a:off x="4533843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0" name="Oval 873"/>
            <p:cNvSpPr>
              <a:spLocks noChangeArrowheads="1"/>
            </p:cNvSpPr>
            <p:nvPr userDrawn="1"/>
          </p:nvSpPr>
          <p:spPr bwMode="auto">
            <a:xfrm flipV="1">
              <a:off x="4642865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1" name="Oval 874"/>
            <p:cNvSpPr>
              <a:spLocks noChangeArrowheads="1"/>
            </p:cNvSpPr>
            <p:nvPr userDrawn="1"/>
          </p:nvSpPr>
          <p:spPr bwMode="auto">
            <a:xfrm flipV="1">
              <a:off x="4750923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2" name="Oval 875"/>
            <p:cNvSpPr>
              <a:spLocks noChangeArrowheads="1"/>
            </p:cNvSpPr>
            <p:nvPr userDrawn="1"/>
          </p:nvSpPr>
          <p:spPr bwMode="auto">
            <a:xfrm flipV="1">
              <a:off x="4858015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3" name="Oval 876"/>
            <p:cNvSpPr>
              <a:spLocks noChangeArrowheads="1"/>
            </p:cNvSpPr>
            <p:nvPr userDrawn="1"/>
          </p:nvSpPr>
          <p:spPr bwMode="auto">
            <a:xfrm flipV="1">
              <a:off x="4967038" y="4539477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4" name="Oval 877"/>
            <p:cNvSpPr>
              <a:spLocks noChangeArrowheads="1"/>
            </p:cNvSpPr>
            <p:nvPr userDrawn="1"/>
          </p:nvSpPr>
          <p:spPr bwMode="auto">
            <a:xfrm flipV="1">
              <a:off x="5074129" y="4539477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25" name="Oval 878"/>
            <p:cNvSpPr>
              <a:spLocks noChangeArrowheads="1"/>
            </p:cNvSpPr>
            <p:nvPr userDrawn="1"/>
          </p:nvSpPr>
          <p:spPr bwMode="auto">
            <a:xfrm flipV="1">
              <a:off x="5182187" y="4539477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2" name="Oval 905"/>
            <p:cNvSpPr>
              <a:spLocks noChangeArrowheads="1"/>
            </p:cNvSpPr>
            <p:nvPr userDrawn="1"/>
          </p:nvSpPr>
          <p:spPr bwMode="auto">
            <a:xfrm flipV="1">
              <a:off x="4319659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3" name="Oval 906"/>
            <p:cNvSpPr>
              <a:spLocks noChangeArrowheads="1"/>
            </p:cNvSpPr>
            <p:nvPr userDrawn="1"/>
          </p:nvSpPr>
          <p:spPr bwMode="auto">
            <a:xfrm flipV="1">
              <a:off x="4426753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4" name="Oval 907"/>
            <p:cNvSpPr>
              <a:spLocks noChangeArrowheads="1"/>
            </p:cNvSpPr>
            <p:nvPr userDrawn="1"/>
          </p:nvSpPr>
          <p:spPr bwMode="auto">
            <a:xfrm flipV="1">
              <a:off x="4533845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5" name="Oval 908"/>
            <p:cNvSpPr>
              <a:spLocks noChangeArrowheads="1"/>
            </p:cNvSpPr>
            <p:nvPr userDrawn="1"/>
          </p:nvSpPr>
          <p:spPr bwMode="auto">
            <a:xfrm flipV="1">
              <a:off x="4642867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6" name="Oval 909"/>
            <p:cNvSpPr>
              <a:spLocks noChangeArrowheads="1"/>
            </p:cNvSpPr>
            <p:nvPr userDrawn="1"/>
          </p:nvSpPr>
          <p:spPr bwMode="auto">
            <a:xfrm flipV="1">
              <a:off x="4750926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7" name="Oval 910"/>
            <p:cNvSpPr>
              <a:spLocks noChangeArrowheads="1"/>
            </p:cNvSpPr>
            <p:nvPr userDrawn="1"/>
          </p:nvSpPr>
          <p:spPr bwMode="auto">
            <a:xfrm flipV="1">
              <a:off x="4858018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8" name="Oval 911"/>
            <p:cNvSpPr>
              <a:spLocks noChangeArrowheads="1"/>
            </p:cNvSpPr>
            <p:nvPr userDrawn="1"/>
          </p:nvSpPr>
          <p:spPr bwMode="auto">
            <a:xfrm flipV="1">
              <a:off x="4967042" y="4428522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59" name="Oval 912"/>
            <p:cNvSpPr>
              <a:spLocks noChangeArrowheads="1"/>
            </p:cNvSpPr>
            <p:nvPr userDrawn="1"/>
          </p:nvSpPr>
          <p:spPr bwMode="auto">
            <a:xfrm flipV="1">
              <a:off x="5074131" y="4428522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60" name="Oval 913"/>
            <p:cNvSpPr>
              <a:spLocks noChangeArrowheads="1"/>
            </p:cNvSpPr>
            <p:nvPr userDrawn="1"/>
          </p:nvSpPr>
          <p:spPr bwMode="auto">
            <a:xfrm flipV="1">
              <a:off x="5182188" y="4428522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88" name="Oval 870"/>
            <p:cNvSpPr>
              <a:spLocks noChangeArrowheads="1"/>
            </p:cNvSpPr>
            <p:nvPr userDrawn="1"/>
          </p:nvSpPr>
          <p:spPr bwMode="auto">
            <a:xfrm flipV="1">
              <a:off x="4319658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89" name="Oval 871"/>
            <p:cNvSpPr>
              <a:spLocks noChangeArrowheads="1"/>
            </p:cNvSpPr>
            <p:nvPr userDrawn="1"/>
          </p:nvSpPr>
          <p:spPr bwMode="auto">
            <a:xfrm flipV="1">
              <a:off x="4426751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0" name="Oval 872"/>
            <p:cNvSpPr>
              <a:spLocks noChangeArrowheads="1"/>
            </p:cNvSpPr>
            <p:nvPr userDrawn="1"/>
          </p:nvSpPr>
          <p:spPr bwMode="auto">
            <a:xfrm flipV="1">
              <a:off x="4533843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1" name="Oval 873"/>
            <p:cNvSpPr>
              <a:spLocks noChangeArrowheads="1"/>
            </p:cNvSpPr>
            <p:nvPr userDrawn="1"/>
          </p:nvSpPr>
          <p:spPr bwMode="auto">
            <a:xfrm flipV="1">
              <a:off x="4642865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2" name="Oval 874"/>
            <p:cNvSpPr>
              <a:spLocks noChangeArrowheads="1"/>
            </p:cNvSpPr>
            <p:nvPr userDrawn="1"/>
          </p:nvSpPr>
          <p:spPr bwMode="auto">
            <a:xfrm flipV="1">
              <a:off x="4750923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3" name="Oval 875"/>
            <p:cNvSpPr>
              <a:spLocks noChangeArrowheads="1"/>
            </p:cNvSpPr>
            <p:nvPr userDrawn="1"/>
          </p:nvSpPr>
          <p:spPr bwMode="auto">
            <a:xfrm flipV="1">
              <a:off x="4858015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4" name="Oval 876"/>
            <p:cNvSpPr>
              <a:spLocks noChangeArrowheads="1"/>
            </p:cNvSpPr>
            <p:nvPr userDrawn="1"/>
          </p:nvSpPr>
          <p:spPr bwMode="auto">
            <a:xfrm flipV="1">
              <a:off x="4967038" y="475565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5" name="Oval 877"/>
            <p:cNvSpPr>
              <a:spLocks noChangeArrowheads="1"/>
            </p:cNvSpPr>
            <p:nvPr userDrawn="1"/>
          </p:nvSpPr>
          <p:spPr bwMode="auto">
            <a:xfrm flipV="1">
              <a:off x="5074129" y="475565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96" name="Oval 878"/>
            <p:cNvSpPr>
              <a:spLocks noChangeArrowheads="1"/>
            </p:cNvSpPr>
            <p:nvPr userDrawn="1"/>
          </p:nvSpPr>
          <p:spPr bwMode="auto">
            <a:xfrm flipV="1">
              <a:off x="5182187" y="475565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3" name="Oval 905"/>
            <p:cNvSpPr>
              <a:spLocks noChangeArrowheads="1"/>
            </p:cNvSpPr>
            <p:nvPr userDrawn="1"/>
          </p:nvSpPr>
          <p:spPr bwMode="auto">
            <a:xfrm flipV="1">
              <a:off x="4319659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4" name="Oval 906"/>
            <p:cNvSpPr>
              <a:spLocks noChangeArrowheads="1"/>
            </p:cNvSpPr>
            <p:nvPr userDrawn="1"/>
          </p:nvSpPr>
          <p:spPr bwMode="auto">
            <a:xfrm flipV="1">
              <a:off x="4426753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5" name="Oval 907"/>
            <p:cNvSpPr>
              <a:spLocks noChangeArrowheads="1"/>
            </p:cNvSpPr>
            <p:nvPr userDrawn="1"/>
          </p:nvSpPr>
          <p:spPr bwMode="auto">
            <a:xfrm flipV="1">
              <a:off x="4533845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6" name="Oval 908"/>
            <p:cNvSpPr>
              <a:spLocks noChangeArrowheads="1"/>
            </p:cNvSpPr>
            <p:nvPr userDrawn="1"/>
          </p:nvSpPr>
          <p:spPr bwMode="auto">
            <a:xfrm flipV="1">
              <a:off x="4642867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7" name="Oval 909"/>
            <p:cNvSpPr>
              <a:spLocks noChangeArrowheads="1"/>
            </p:cNvSpPr>
            <p:nvPr userDrawn="1"/>
          </p:nvSpPr>
          <p:spPr bwMode="auto">
            <a:xfrm flipV="1">
              <a:off x="4750926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8" name="Oval 910"/>
            <p:cNvSpPr>
              <a:spLocks noChangeArrowheads="1"/>
            </p:cNvSpPr>
            <p:nvPr userDrawn="1"/>
          </p:nvSpPr>
          <p:spPr bwMode="auto">
            <a:xfrm flipV="1">
              <a:off x="4858018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29" name="Oval 911"/>
            <p:cNvSpPr>
              <a:spLocks noChangeArrowheads="1"/>
            </p:cNvSpPr>
            <p:nvPr userDrawn="1"/>
          </p:nvSpPr>
          <p:spPr bwMode="auto">
            <a:xfrm flipV="1">
              <a:off x="4967042" y="46447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30" name="Oval 912"/>
            <p:cNvSpPr>
              <a:spLocks noChangeArrowheads="1"/>
            </p:cNvSpPr>
            <p:nvPr userDrawn="1"/>
          </p:nvSpPr>
          <p:spPr bwMode="auto">
            <a:xfrm flipV="1">
              <a:off x="5074131" y="46447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31" name="Oval 913"/>
            <p:cNvSpPr>
              <a:spLocks noChangeArrowheads="1"/>
            </p:cNvSpPr>
            <p:nvPr userDrawn="1"/>
          </p:nvSpPr>
          <p:spPr bwMode="auto">
            <a:xfrm flipV="1">
              <a:off x="5182188" y="46447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59" name="Oval 870"/>
            <p:cNvSpPr>
              <a:spLocks noChangeArrowheads="1"/>
            </p:cNvSpPr>
            <p:nvPr userDrawn="1"/>
          </p:nvSpPr>
          <p:spPr bwMode="auto">
            <a:xfrm flipV="1">
              <a:off x="4319658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0" name="Oval 871"/>
            <p:cNvSpPr>
              <a:spLocks noChangeArrowheads="1"/>
            </p:cNvSpPr>
            <p:nvPr userDrawn="1"/>
          </p:nvSpPr>
          <p:spPr bwMode="auto">
            <a:xfrm flipV="1">
              <a:off x="4426751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1" name="Oval 872"/>
            <p:cNvSpPr>
              <a:spLocks noChangeArrowheads="1"/>
            </p:cNvSpPr>
            <p:nvPr userDrawn="1"/>
          </p:nvSpPr>
          <p:spPr bwMode="auto">
            <a:xfrm flipV="1">
              <a:off x="4533843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2" name="Oval 873"/>
            <p:cNvSpPr>
              <a:spLocks noChangeArrowheads="1"/>
            </p:cNvSpPr>
            <p:nvPr userDrawn="1"/>
          </p:nvSpPr>
          <p:spPr bwMode="auto">
            <a:xfrm flipV="1">
              <a:off x="4642865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3" name="Oval 874"/>
            <p:cNvSpPr>
              <a:spLocks noChangeArrowheads="1"/>
            </p:cNvSpPr>
            <p:nvPr userDrawn="1"/>
          </p:nvSpPr>
          <p:spPr bwMode="auto">
            <a:xfrm flipV="1">
              <a:off x="4750923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4" name="Oval 875"/>
            <p:cNvSpPr>
              <a:spLocks noChangeArrowheads="1"/>
            </p:cNvSpPr>
            <p:nvPr userDrawn="1"/>
          </p:nvSpPr>
          <p:spPr bwMode="auto">
            <a:xfrm flipV="1">
              <a:off x="4858015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5" name="Oval 876"/>
            <p:cNvSpPr>
              <a:spLocks noChangeArrowheads="1"/>
            </p:cNvSpPr>
            <p:nvPr userDrawn="1"/>
          </p:nvSpPr>
          <p:spPr bwMode="auto">
            <a:xfrm flipV="1">
              <a:off x="4967038" y="497183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6" name="Oval 877"/>
            <p:cNvSpPr>
              <a:spLocks noChangeArrowheads="1"/>
            </p:cNvSpPr>
            <p:nvPr userDrawn="1"/>
          </p:nvSpPr>
          <p:spPr bwMode="auto">
            <a:xfrm flipV="1">
              <a:off x="5074129" y="497183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67" name="Oval 878"/>
            <p:cNvSpPr>
              <a:spLocks noChangeArrowheads="1"/>
            </p:cNvSpPr>
            <p:nvPr userDrawn="1"/>
          </p:nvSpPr>
          <p:spPr bwMode="auto">
            <a:xfrm flipV="1">
              <a:off x="5182187" y="497183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4" name="Oval 905"/>
            <p:cNvSpPr>
              <a:spLocks noChangeArrowheads="1"/>
            </p:cNvSpPr>
            <p:nvPr userDrawn="1"/>
          </p:nvSpPr>
          <p:spPr bwMode="auto">
            <a:xfrm flipV="1">
              <a:off x="4319659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5" name="Oval 906"/>
            <p:cNvSpPr>
              <a:spLocks noChangeArrowheads="1"/>
            </p:cNvSpPr>
            <p:nvPr userDrawn="1"/>
          </p:nvSpPr>
          <p:spPr bwMode="auto">
            <a:xfrm flipV="1">
              <a:off x="4426753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6" name="Oval 907"/>
            <p:cNvSpPr>
              <a:spLocks noChangeArrowheads="1"/>
            </p:cNvSpPr>
            <p:nvPr userDrawn="1"/>
          </p:nvSpPr>
          <p:spPr bwMode="auto">
            <a:xfrm flipV="1">
              <a:off x="4533845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7" name="Oval 908"/>
            <p:cNvSpPr>
              <a:spLocks noChangeArrowheads="1"/>
            </p:cNvSpPr>
            <p:nvPr userDrawn="1"/>
          </p:nvSpPr>
          <p:spPr bwMode="auto">
            <a:xfrm flipV="1">
              <a:off x="4642867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8" name="Oval 909"/>
            <p:cNvSpPr>
              <a:spLocks noChangeArrowheads="1"/>
            </p:cNvSpPr>
            <p:nvPr userDrawn="1"/>
          </p:nvSpPr>
          <p:spPr bwMode="auto">
            <a:xfrm flipV="1">
              <a:off x="4750926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99" name="Oval 910"/>
            <p:cNvSpPr>
              <a:spLocks noChangeArrowheads="1"/>
            </p:cNvSpPr>
            <p:nvPr userDrawn="1"/>
          </p:nvSpPr>
          <p:spPr bwMode="auto">
            <a:xfrm flipV="1">
              <a:off x="4858018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0" name="Oval 911"/>
            <p:cNvSpPr>
              <a:spLocks noChangeArrowheads="1"/>
            </p:cNvSpPr>
            <p:nvPr userDrawn="1"/>
          </p:nvSpPr>
          <p:spPr bwMode="auto">
            <a:xfrm flipV="1">
              <a:off x="4967042" y="486088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1" name="Oval 912"/>
            <p:cNvSpPr>
              <a:spLocks noChangeArrowheads="1"/>
            </p:cNvSpPr>
            <p:nvPr userDrawn="1"/>
          </p:nvSpPr>
          <p:spPr bwMode="auto">
            <a:xfrm flipV="1">
              <a:off x="5074131" y="486088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02" name="Oval 913"/>
            <p:cNvSpPr>
              <a:spLocks noChangeArrowheads="1"/>
            </p:cNvSpPr>
            <p:nvPr userDrawn="1"/>
          </p:nvSpPr>
          <p:spPr bwMode="auto">
            <a:xfrm flipV="1">
              <a:off x="5182188" y="486088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0" name="Oval 870"/>
            <p:cNvSpPr>
              <a:spLocks noChangeArrowheads="1"/>
            </p:cNvSpPr>
            <p:nvPr userDrawn="1"/>
          </p:nvSpPr>
          <p:spPr bwMode="auto">
            <a:xfrm flipV="1">
              <a:off x="4319658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1" name="Oval 871"/>
            <p:cNvSpPr>
              <a:spLocks noChangeArrowheads="1"/>
            </p:cNvSpPr>
            <p:nvPr userDrawn="1"/>
          </p:nvSpPr>
          <p:spPr bwMode="auto">
            <a:xfrm flipV="1">
              <a:off x="4426751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2" name="Oval 872"/>
            <p:cNvSpPr>
              <a:spLocks noChangeArrowheads="1"/>
            </p:cNvSpPr>
            <p:nvPr userDrawn="1"/>
          </p:nvSpPr>
          <p:spPr bwMode="auto">
            <a:xfrm flipV="1">
              <a:off x="4533843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3" name="Oval 873"/>
            <p:cNvSpPr>
              <a:spLocks noChangeArrowheads="1"/>
            </p:cNvSpPr>
            <p:nvPr userDrawn="1"/>
          </p:nvSpPr>
          <p:spPr bwMode="auto">
            <a:xfrm flipV="1">
              <a:off x="4642865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4" name="Oval 874"/>
            <p:cNvSpPr>
              <a:spLocks noChangeArrowheads="1"/>
            </p:cNvSpPr>
            <p:nvPr userDrawn="1"/>
          </p:nvSpPr>
          <p:spPr bwMode="auto">
            <a:xfrm flipV="1">
              <a:off x="4750923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5" name="Oval 875"/>
            <p:cNvSpPr>
              <a:spLocks noChangeArrowheads="1"/>
            </p:cNvSpPr>
            <p:nvPr userDrawn="1"/>
          </p:nvSpPr>
          <p:spPr bwMode="auto">
            <a:xfrm flipV="1">
              <a:off x="4858015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6" name="Oval 876"/>
            <p:cNvSpPr>
              <a:spLocks noChangeArrowheads="1"/>
            </p:cNvSpPr>
            <p:nvPr userDrawn="1"/>
          </p:nvSpPr>
          <p:spPr bwMode="auto">
            <a:xfrm flipV="1">
              <a:off x="4967038" y="5188016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7" name="Oval 877"/>
            <p:cNvSpPr>
              <a:spLocks noChangeArrowheads="1"/>
            </p:cNvSpPr>
            <p:nvPr userDrawn="1"/>
          </p:nvSpPr>
          <p:spPr bwMode="auto">
            <a:xfrm flipV="1">
              <a:off x="5074129" y="5188016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38" name="Oval 878"/>
            <p:cNvSpPr>
              <a:spLocks noChangeArrowheads="1"/>
            </p:cNvSpPr>
            <p:nvPr userDrawn="1"/>
          </p:nvSpPr>
          <p:spPr bwMode="auto">
            <a:xfrm flipV="1">
              <a:off x="5182187" y="5188016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5" name="Oval 905"/>
            <p:cNvSpPr>
              <a:spLocks noChangeArrowheads="1"/>
            </p:cNvSpPr>
            <p:nvPr userDrawn="1"/>
          </p:nvSpPr>
          <p:spPr bwMode="auto">
            <a:xfrm flipV="1">
              <a:off x="4319659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6" name="Oval 906"/>
            <p:cNvSpPr>
              <a:spLocks noChangeArrowheads="1"/>
            </p:cNvSpPr>
            <p:nvPr userDrawn="1"/>
          </p:nvSpPr>
          <p:spPr bwMode="auto">
            <a:xfrm flipV="1">
              <a:off x="4426753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7" name="Oval 907"/>
            <p:cNvSpPr>
              <a:spLocks noChangeArrowheads="1"/>
            </p:cNvSpPr>
            <p:nvPr userDrawn="1"/>
          </p:nvSpPr>
          <p:spPr bwMode="auto">
            <a:xfrm flipV="1">
              <a:off x="4533845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8" name="Oval 908"/>
            <p:cNvSpPr>
              <a:spLocks noChangeArrowheads="1"/>
            </p:cNvSpPr>
            <p:nvPr userDrawn="1"/>
          </p:nvSpPr>
          <p:spPr bwMode="auto">
            <a:xfrm flipV="1">
              <a:off x="4642867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69" name="Oval 909"/>
            <p:cNvSpPr>
              <a:spLocks noChangeArrowheads="1"/>
            </p:cNvSpPr>
            <p:nvPr userDrawn="1"/>
          </p:nvSpPr>
          <p:spPr bwMode="auto">
            <a:xfrm flipV="1">
              <a:off x="4750926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0" name="Oval 910"/>
            <p:cNvSpPr>
              <a:spLocks noChangeArrowheads="1"/>
            </p:cNvSpPr>
            <p:nvPr userDrawn="1"/>
          </p:nvSpPr>
          <p:spPr bwMode="auto">
            <a:xfrm flipV="1">
              <a:off x="4858018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1" name="Oval 911"/>
            <p:cNvSpPr>
              <a:spLocks noChangeArrowheads="1"/>
            </p:cNvSpPr>
            <p:nvPr userDrawn="1"/>
          </p:nvSpPr>
          <p:spPr bwMode="auto">
            <a:xfrm flipV="1">
              <a:off x="4967042" y="507706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2" name="Oval 912"/>
            <p:cNvSpPr>
              <a:spLocks noChangeArrowheads="1"/>
            </p:cNvSpPr>
            <p:nvPr userDrawn="1"/>
          </p:nvSpPr>
          <p:spPr bwMode="auto">
            <a:xfrm flipV="1">
              <a:off x="5074131" y="507706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73" name="Oval 913"/>
            <p:cNvSpPr>
              <a:spLocks noChangeArrowheads="1"/>
            </p:cNvSpPr>
            <p:nvPr userDrawn="1"/>
          </p:nvSpPr>
          <p:spPr bwMode="auto">
            <a:xfrm flipV="1">
              <a:off x="5182188" y="507706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1" name="Oval 870"/>
            <p:cNvSpPr>
              <a:spLocks noChangeArrowheads="1"/>
            </p:cNvSpPr>
            <p:nvPr userDrawn="1"/>
          </p:nvSpPr>
          <p:spPr bwMode="auto">
            <a:xfrm flipV="1">
              <a:off x="4319658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2" name="Oval 871"/>
            <p:cNvSpPr>
              <a:spLocks noChangeArrowheads="1"/>
            </p:cNvSpPr>
            <p:nvPr userDrawn="1"/>
          </p:nvSpPr>
          <p:spPr bwMode="auto">
            <a:xfrm flipV="1">
              <a:off x="4426751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3" name="Oval 872"/>
            <p:cNvSpPr>
              <a:spLocks noChangeArrowheads="1"/>
            </p:cNvSpPr>
            <p:nvPr userDrawn="1"/>
          </p:nvSpPr>
          <p:spPr bwMode="auto">
            <a:xfrm flipV="1">
              <a:off x="4533843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4" name="Oval 873"/>
            <p:cNvSpPr>
              <a:spLocks noChangeArrowheads="1"/>
            </p:cNvSpPr>
            <p:nvPr userDrawn="1"/>
          </p:nvSpPr>
          <p:spPr bwMode="auto">
            <a:xfrm flipV="1">
              <a:off x="4642865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5" name="Oval 874"/>
            <p:cNvSpPr>
              <a:spLocks noChangeArrowheads="1"/>
            </p:cNvSpPr>
            <p:nvPr userDrawn="1"/>
          </p:nvSpPr>
          <p:spPr bwMode="auto">
            <a:xfrm flipV="1">
              <a:off x="4750923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6" name="Oval 875"/>
            <p:cNvSpPr>
              <a:spLocks noChangeArrowheads="1"/>
            </p:cNvSpPr>
            <p:nvPr userDrawn="1"/>
          </p:nvSpPr>
          <p:spPr bwMode="auto">
            <a:xfrm flipV="1">
              <a:off x="4858015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7" name="Oval 876"/>
            <p:cNvSpPr>
              <a:spLocks noChangeArrowheads="1"/>
            </p:cNvSpPr>
            <p:nvPr userDrawn="1"/>
          </p:nvSpPr>
          <p:spPr bwMode="auto">
            <a:xfrm flipV="1">
              <a:off x="4967038" y="5404195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8" name="Oval 877"/>
            <p:cNvSpPr>
              <a:spLocks noChangeArrowheads="1"/>
            </p:cNvSpPr>
            <p:nvPr userDrawn="1"/>
          </p:nvSpPr>
          <p:spPr bwMode="auto">
            <a:xfrm flipV="1">
              <a:off x="5074129" y="5404195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09" name="Oval 878"/>
            <p:cNvSpPr>
              <a:spLocks noChangeArrowheads="1"/>
            </p:cNvSpPr>
            <p:nvPr userDrawn="1"/>
          </p:nvSpPr>
          <p:spPr bwMode="auto">
            <a:xfrm flipV="1">
              <a:off x="5182187" y="5404195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6" name="Oval 905"/>
            <p:cNvSpPr>
              <a:spLocks noChangeArrowheads="1"/>
            </p:cNvSpPr>
            <p:nvPr userDrawn="1"/>
          </p:nvSpPr>
          <p:spPr bwMode="auto">
            <a:xfrm flipV="1">
              <a:off x="4319659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7" name="Oval 906"/>
            <p:cNvSpPr>
              <a:spLocks noChangeArrowheads="1"/>
            </p:cNvSpPr>
            <p:nvPr userDrawn="1"/>
          </p:nvSpPr>
          <p:spPr bwMode="auto">
            <a:xfrm flipV="1">
              <a:off x="4426753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8" name="Oval 907"/>
            <p:cNvSpPr>
              <a:spLocks noChangeArrowheads="1"/>
            </p:cNvSpPr>
            <p:nvPr userDrawn="1"/>
          </p:nvSpPr>
          <p:spPr bwMode="auto">
            <a:xfrm flipV="1">
              <a:off x="4533845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39" name="Oval 908"/>
            <p:cNvSpPr>
              <a:spLocks noChangeArrowheads="1"/>
            </p:cNvSpPr>
            <p:nvPr userDrawn="1"/>
          </p:nvSpPr>
          <p:spPr bwMode="auto">
            <a:xfrm flipV="1">
              <a:off x="4642867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0" name="Oval 909"/>
            <p:cNvSpPr>
              <a:spLocks noChangeArrowheads="1"/>
            </p:cNvSpPr>
            <p:nvPr userDrawn="1"/>
          </p:nvSpPr>
          <p:spPr bwMode="auto">
            <a:xfrm flipV="1">
              <a:off x="4750926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1" name="Oval 910"/>
            <p:cNvSpPr>
              <a:spLocks noChangeArrowheads="1"/>
            </p:cNvSpPr>
            <p:nvPr userDrawn="1"/>
          </p:nvSpPr>
          <p:spPr bwMode="auto">
            <a:xfrm flipV="1">
              <a:off x="4858018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2" name="Oval 911"/>
            <p:cNvSpPr>
              <a:spLocks noChangeArrowheads="1"/>
            </p:cNvSpPr>
            <p:nvPr userDrawn="1"/>
          </p:nvSpPr>
          <p:spPr bwMode="auto">
            <a:xfrm flipV="1">
              <a:off x="4967042" y="5293240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3" name="Oval 912"/>
            <p:cNvSpPr>
              <a:spLocks noChangeArrowheads="1"/>
            </p:cNvSpPr>
            <p:nvPr userDrawn="1"/>
          </p:nvSpPr>
          <p:spPr bwMode="auto">
            <a:xfrm flipV="1">
              <a:off x="5074131" y="5293240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44" name="Oval 913"/>
            <p:cNvSpPr>
              <a:spLocks noChangeArrowheads="1"/>
            </p:cNvSpPr>
            <p:nvPr userDrawn="1"/>
          </p:nvSpPr>
          <p:spPr bwMode="auto">
            <a:xfrm flipV="1">
              <a:off x="5182188" y="5293240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2" name="Oval 870"/>
            <p:cNvSpPr>
              <a:spLocks noChangeArrowheads="1"/>
            </p:cNvSpPr>
            <p:nvPr userDrawn="1"/>
          </p:nvSpPr>
          <p:spPr bwMode="auto">
            <a:xfrm flipV="1">
              <a:off x="4319658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3" name="Oval 871"/>
            <p:cNvSpPr>
              <a:spLocks noChangeArrowheads="1"/>
            </p:cNvSpPr>
            <p:nvPr userDrawn="1"/>
          </p:nvSpPr>
          <p:spPr bwMode="auto">
            <a:xfrm flipV="1">
              <a:off x="4426751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4" name="Oval 872"/>
            <p:cNvSpPr>
              <a:spLocks noChangeArrowheads="1"/>
            </p:cNvSpPr>
            <p:nvPr userDrawn="1"/>
          </p:nvSpPr>
          <p:spPr bwMode="auto">
            <a:xfrm flipV="1">
              <a:off x="4533843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5" name="Oval 873"/>
            <p:cNvSpPr>
              <a:spLocks noChangeArrowheads="1"/>
            </p:cNvSpPr>
            <p:nvPr userDrawn="1"/>
          </p:nvSpPr>
          <p:spPr bwMode="auto">
            <a:xfrm flipV="1">
              <a:off x="4642865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6" name="Oval 874"/>
            <p:cNvSpPr>
              <a:spLocks noChangeArrowheads="1"/>
            </p:cNvSpPr>
            <p:nvPr userDrawn="1"/>
          </p:nvSpPr>
          <p:spPr bwMode="auto">
            <a:xfrm flipV="1">
              <a:off x="4750923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7" name="Oval 875"/>
            <p:cNvSpPr>
              <a:spLocks noChangeArrowheads="1"/>
            </p:cNvSpPr>
            <p:nvPr userDrawn="1"/>
          </p:nvSpPr>
          <p:spPr bwMode="auto">
            <a:xfrm flipV="1">
              <a:off x="4858015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8" name="Oval 876"/>
            <p:cNvSpPr>
              <a:spLocks noChangeArrowheads="1"/>
            </p:cNvSpPr>
            <p:nvPr userDrawn="1"/>
          </p:nvSpPr>
          <p:spPr bwMode="auto">
            <a:xfrm flipV="1">
              <a:off x="4967038" y="5620373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79" name="Oval 877"/>
            <p:cNvSpPr>
              <a:spLocks noChangeArrowheads="1"/>
            </p:cNvSpPr>
            <p:nvPr userDrawn="1"/>
          </p:nvSpPr>
          <p:spPr bwMode="auto">
            <a:xfrm flipV="1">
              <a:off x="5074129" y="5620373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80" name="Oval 878"/>
            <p:cNvSpPr>
              <a:spLocks noChangeArrowheads="1"/>
            </p:cNvSpPr>
            <p:nvPr userDrawn="1"/>
          </p:nvSpPr>
          <p:spPr bwMode="auto">
            <a:xfrm flipV="1">
              <a:off x="5182187" y="5620373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7" name="Oval 905"/>
            <p:cNvSpPr>
              <a:spLocks noChangeArrowheads="1"/>
            </p:cNvSpPr>
            <p:nvPr userDrawn="1"/>
          </p:nvSpPr>
          <p:spPr bwMode="auto">
            <a:xfrm flipV="1">
              <a:off x="4319659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8" name="Oval 906"/>
            <p:cNvSpPr>
              <a:spLocks noChangeArrowheads="1"/>
            </p:cNvSpPr>
            <p:nvPr userDrawn="1"/>
          </p:nvSpPr>
          <p:spPr bwMode="auto">
            <a:xfrm flipV="1">
              <a:off x="4426753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09" name="Oval 907"/>
            <p:cNvSpPr>
              <a:spLocks noChangeArrowheads="1"/>
            </p:cNvSpPr>
            <p:nvPr userDrawn="1"/>
          </p:nvSpPr>
          <p:spPr bwMode="auto">
            <a:xfrm flipV="1">
              <a:off x="4533845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0" name="Oval 908"/>
            <p:cNvSpPr>
              <a:spLocks noChangeArrowheads="1"/>
            </p:cNvSpPr>
            <p:nvPr userDrawn="1"/>
          </p:nvSpPr>
          <p:spPr bwMode="auto">
            <a:xfrm flipV="1">
              <a:off x="4642867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1" name="Oval 909"/>
            <p:cNvSpPr>
              <a:spLocks noChangeArrowheads="1"/>
            </p:cNvSpPr>
            <p:nvPr userDrawn="1"/>
          </p:nvSpPr>
          <p:spPr bwMode="auto">
            <a:xfrm flipV="1">
              <a:off x="4750926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2" name="Oval 910"/>
            <p:cNvSpPr>
              <a:spLocks noChangeArrowheads="1"/>
            </p:cNvSpPr>
            <p:nvPr userDrawn="1"/>
          </p:nvSpPr>
          <p:spPr bwMode="auto">
            <a:xfrm flipV="1">
              <a:off x="4858018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3" name="Oval 911"/>
            <p:cNvSpPr>
              <a:spLocks noChangeArrowheads="1"/>
            </p:cNvSpPr>
            <p:nvPr userDrawn="1"/>
          </p:nvSpPr>
          <p:spPr bwMode="auto">
            <a:xfrm flipV="1">
              <a:off x="4967042" y="5509418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4" name="Oval 912"/>
            <p:cNvSpPr>
              <a:spLocks noChangeArrowheads="1"/>
            </p:cNvSpPr>
            <p:nvPr userDrawn="1"/>
          </p:nvSpPr>
          <p:spPr bwMode="auto">
            <a:xfrm flipV="1">
              <a:off x="5074131" y="5509418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15" name="Oval 913"/>
            <p:cNvSpPr>
              <a:spLocks noChangeArrowheads="1"/>
            </p:cNvSpPr>
            <p:nvPr userDrawn="1"/>
          </p:nvSpPr>
          <p:spPr bwMode="auto">
            <a:xfrm flipV="1">
              <a:off x="5182188" y="5509418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3" name="Oval 905"/>
            <p:cNvSpPr>
              <a:spLocks noChangeArrowheads="1"/>
            </p:cNvSpPr>
            <p:nvPr userDrawn="1"/>
          </p:nvSpPr>
          <p:spPr bwMode="auto">
            <a:xfrm flipV="1">
              <a:off x="4319658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4" name="Oval 906"/>
            <p:cNvSpPr>
              <a:spLocks noChangeArrowheads="1"/>
            </p:cNvSpPr>
            <p:nvPr userDrawn="1"/>
          </p:nvSpPr>
          <p:spPr bwMode="auto">
            <a:xfrm flipV="1">
              <a:off x="4426751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5" name="Oval 907"/>
            <p:cNvSpPr>
              <a:spLocks noChangeArrowheads="1"/>
            </p:cNvSpPr>
            <p:nvPr userDrawn="1"/>
          </p:nvSpPr>
          <p:spPr bwMode="auto">
            <a:xfrm flipV="1">
              <a:off x="4533843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6" name="Oval 908"/>
            <p:cNvSpPr>
              <a:spLocks noChangeArrowheads="1"/>
            </p:cNvSpPr>
            <p:nvPr userDrawn="1"/>
          </p:nvSpPr>
          <p:spPr bwMode="auto">
            <a:xfrm flipV="1">
              <a:off x="4642865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7" name="Oval 909"/>
            <p:cNvSpPr>
              <a:spLocks noChangeArrowheads="1"/>
            </p:cNvSpPr>
            <p:nvPr userDrawn="1"/>
          </p:nvSpPr>
          <p:spPr bwMode="auto">
            <a:xfrm flipV="1">
              <a:off x="4750923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8" name="Oval 910"/>
            <p:cNvSpPr>
              <a:spLocks noChangeArrowheads="1"/>
            </p:cNvSpPr>
            <p:nvPr userDrawn="1"/>
          </p:nvSpPr>
          <p:spPr bwMode="auto">
            <a:xfrm flipV="1">
              <a:off x="4858015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49" name="Oval 911"/>
            <p:cNvSpPr>
              <a:spLocks noChangeArrowheads="1"/>
            </p:cNvSpPr>
            <p:nvPr userDrawn="1"/>
          </p:nvSpPr>
          <p:spPr bwMode="auto">
            <a:xfrm flipV="1">
              <a:off x="4967037" y="5725601"/>
              <a:ext cx="964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50" name="Oval 912"/>
            <p:cNvSpPr>
              <a:spLocks noChangeArrowheads="1"/>
            </p:cNvSpPr>
            <p:nvPr userDrawn="1"/>
          </p:nvSpPr>
          <p:spPr bwMode="auto">
            <a:xfrm flipV="1">
              <a:off x="5074129" y="5725601"/>
              <a:ext cx="10613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51" name="Oval 913"/>
            <p:cNvSpPr>
              <a:spLocks noChangeArrowheads="1"/>
            </p:cNvSpPr>
            <p:nvPr userDrawn="1"/>
          </p:nvSpPr>
          <p:spPr bwMode="auto">
            <a:xfrm flipV="1">
              <a:off x="5182186" y="5725601"/>
              <a:ext cx="11578" cy="10613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sp>
        <p:nvSpPr>
          <p:cNvPr id="7" name="Freeform 5"/>
          <p:cNvSpPr>
            <a:spLocks/>
          </p:cNvSpPr>
          <p:nvPr userDrawn="1"/>
        </p:nvSpPr>
        <p:spPr bwMode="auto">
          <a:xfrm>
            <a:off x="3393064" y="938302"/>
            <a:ext cx="3128513" cy="2387043"/>
          </a:xfrm>
          <a:custGeom>
            <a:avLst/>
            <a:gdLst>
              <a:gd name="T0" fmla="*/ 218 w 404"/>
              <a:gd name="T1" fmla="*/ 0 h 411"/>
              <a:gd name="T2" fmla="*/ 7 w 404"/>
              <a:gd name="T3" fmla="*/ 169 h 411"/>
              <a:gd name="T4" fmla="*/ 0 w 404"/>
              <a:gd name="T5" fmla="*/ 328 h 411"/>
              <a:gd name="T6" fmla="*/ 244 w 404"/>
              <a:gd name="T7" fmla="*/ 411 h 411"/>
              <a:gd name="T8" fmla="*/ 404 w 404"/>
              <a:gd name="T9" fmla="*/ 234 h 411"/>
              <a:gd name="T10" fmla="*/ 218 w 404"/>
              <a:gd name="T11" fmla="*/ 0 h 4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04" h="411">
                <a:moveTo>
                  <a:pt x="218" y="0"/>
                </a:moveTo>
                <a:lnTo>
                  <a:pt x="7" y="169"/>
                </a:lnTo>
                <a:lnTo>
                  <a:pt x="0" y="328"/>
                </a:lnTo>
                <a:lnTo>
                  <a:pt x="244" y="411"/>
                </a:lnTo>
                <a:lnTo>
                  <a:pt x="404" y="234"/>
                </a:lnTo>
                <a:lnTo>
                  <a:pt x="218" y="0"/>
                </a:lnTo>
                <a:close/>
              </a:path>
            </a:pathLst>
          </a:custGeom>
          <a:gradFill flip="none" rotWithShape="1"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sp>
        <p:nvSpPr>
          <p:cNvPr id="2188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5511806" y="3166133"/>
            <a:ext cx="6019801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accent2"/>
                </a:solidFill>
              </a:defRPr>
            </a:lvl1pPr>
          </a:lstStyle>
          <a:p>
            <a:pPr lvl="0"/>
            <a:r>
              <a:rPr lang="fr-FR"/>
              <a:t>TITRE DE CHAPITRE SUR 1 OU 2 LIGNES</a:t>
            </a:r>
          </a:p>
        </p:txBody>
      </p:sp>
      <p:sp>
        <p:nvSpPr>
          <p:cNvPr id="2189" name="Espace réservé du texte 3"/>
          <p:cNvSpPr>
            <a:spLocks noGrp="1"/>
          </p:cNvSpPr>
          <p:nvPr>
            <p:ph type="body" sz="quarter" idx="13" hasCustomPrompt="1"/>
          </p:nvPr>
        </p:nvSpPr>
        <p:spPr>
          <a:xfrm>
            <a:off x="5487786" y="4406602"/>
            <a:ext cx="6043823" cy="283819"/>
          </a:xfrm>
        </p:spPr>
        <p:txBody>
          <a:bodyPr>
            <a:noAutofit/>
          </a:bodyPr>
          <a:lstStyle>
            <a:lvl1pPr marL="0" indent="0">
              <a:buNone/>
              <a:defRPr sz="1600" cap="none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fr-FR"/>
              <a:t>Sous-titre sur 1 ou 2 lignes</a:t>
            </a:r>
          </a:p>
        </p:txBody>
      </p:sp>
      <p:sp>
        <p:nvSpPr>
          <p:cNvPr id="2191" name="Espace réservé du texte 3"/>
          <p:cNvSpPr>
            <a:spLocks noGrp="1"/>
          </p:cNvSpPr>
          <p:nvPr>
            <p:ph type="body" sz="quarter" idx="14" hasCustomPrompt="1"/>
          </p:nvPr>
        </p:nvSpPr>
        <p:spPr>
          <a:xfrm>
            <a:off x="3572253" y="1899835"/>
            <a:ext cx="2517083" cy="690414"/>
          </a:xfrm>
        </p:spPr>
        <p:txBody>
          <a:bodyPr anchor="ctr">
            <a:noAutofit/>
          </a:bodyPr>
          <a:lstStyle>
            <a:lvl1pPr marL="0" indent="0" algn="ctr">
              <a:buNone/>
              <a:defRPr sz="9600" b="1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n°</a:t>
            </a:r>
          </a:p>
        </p:txBody>
      </p:sp>
      <p:sp>
        <p:nvSpPr>
          <p:cNvPr id="8" name="Espace réservé de la date 7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3426" name="Espace réservé du pied de page 3425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3427" name="Espace réservé du numéro de diapositive 3426"/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4116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1074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19" y="1056445"/>
            <a:ext cx="11111932" cy="505066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10275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26" y="1056445"/>
            <a:ext cx="5133519" cy="5050669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8" name="Espace réservé pour une image  7"/>
          <p:cNvSpPr>
            <a:spLocks noGrp="1"/>
          </p:cNvSpPr>
          <p:nvPr>
            <p:ph type="pic" sz="quarter" idx="14"/>
          </p:nvPr>
        </p:nvSpPr>
        <p:spPr>
          <a:xfrm>
            <a:off x="6049441" y="1655774"/>
            <a:ext cx="5441951" cy="325278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1" name="Espace réservé du numéro de diapositive 10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921672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EXTE + BLAN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582919" y="1056443"/>
            <a:ext cx="11111932" cy="1524832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0" name="Espace réservé du numéro de diapositive 9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1581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Titre sur 1 ou 2 lignes</a:t>
            </a:r>
          </a:p>
        </p:txBody>
      </p:sp>
      <p:sp>
        <p:nvSpPr>
          <p:cNvPr id="10" name="Espace réservé pour une image  5"/>
          <p:cNvSpPr>
            <a:spLocks noGrp="1"/>
          </p:cNvSpPr>
          <p:nvPr>
            <p:ph type="pic" sz="quarter" idx="14"/>
          </p:nvPr>
        </p:nvSpPr>
        <p:spPr>
          <a:xfrm>
            <a:off x="607490" y="1056448"/>
            <a:ext cx="11087367" cy="4912557"/>
          </a:xfrm>
        </p:spPr>
        <p:txBody>
          <a:bodyPr/>
          <a:lstStyle/>
          <a:p>
            <a:r>
              <a:rPr lang="fr-FR"/>
              <a:t>Cliquez sur l'icône pour ajouter une image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6146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55050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+ TAB +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6" name="Espace réservé du texte 7"/>
          <p:cNvSpPr>
            <a:spLocks noGrp="1"/>
          </p:cNvSpPr>
          <p:nvPr>
            <p:ph type="body" sz="quarter" idx="13"/>
          </p:nvPr>
        </p:nvSpPr>
        <p:spPr>
          <a:xfrm>
            <a:off x="464235" y="3301560"/>
            <a:ext cx="11111932" cy="2884267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411948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2 _ 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Rectangle 1322"/>
          <p:cNvSpPr/>
          <p:nvPr userDrawn="1"/>
        </p:nvSpPr>
        <p:spPr>
          <a:xfrm>
            <a:off x="4792337" y="710996"/>
            <a:ext cx="5513560" cy="5766004"/>
          </a:xfrm>
          <a:custGeom>
            <a:avLst/>
            <a:gdLst>
              <a:gd name="connsiteX0" fmla="*/ 0 w 4163745"/>
              <a:gd name="connsiteY0" fmla="*/ 0 h 5613604"/>
              <a:gd name="connsiteX1" fmla="*/ 4163745 w 4163745"/>
              <a:gd name="connsiteY1" fmla="*/ 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3268395 w 4163745"/>
              <a:gd name="connsiteY1" fmla="*/ 600075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0 w 4163745"/>
              <a:gd name="connsiteY3" fmla="*/ 5613604 h 5613604"/>
              <a:gd name="connsiteX4" fmla="*/ 0 w 4163745"/>
              <a:gd name="connsiteY4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0 w 4163745"/>
              <a:gd name="connsiteY4" fmla="*/ 5613604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762000 w 4163745"/>
              <a:gd name="connsiteY4" fmla="*/ 2994229 h 5613604"/>
              <a:gd name="connsiteX5" fmla="*/ 0 w 4163745"/>
              <a:gd name="connsiteY5" fmla="*/ 0 h 5613604"/>
              <a:gd name="connsiteX0" fmla="*/ 0 w 4163745"/>
              <a:gd name="connsiteY0" fmla="*/ 0 h 5613604"/>
              <a:gd name="connsiteX1" fmla="*/ 4011345 w 4163745"/>
              <a:gd name="connsiteY1" fmla="*/ 228600 h 5613604"/>
              <a:gd name="connsiteX2" fmla="*/ 4163745 w 4163745"/>
              <a:gd name="connsiteY2" fmla="*/ 5613604 h 5613604"/>
              <a:gd name="connsiteX3" fmla="*/ 901548 w 4163745"/>
              <a:gd name="connsiteY3" fmla="*/ 5613604 h 5613604"/>
              <a:gd name="connsiteX4" fmla="*/ 19050 w 4163745"/>
              <a:gd name="connsiteY4" fmla="*/ 4842079 h 5613604"/>
              <a:gd name="connsiteX5" fmla="*/ 0 w 4163745"/>
              <a:gd name="connsiteY5" fmla="*/ 0 h 5613604"/>
              <a:gd name="connsiteX0" fmla="*/ 0 w 4163745"/>
              <a:gd name="connsiteY0" fmla="*/ 0 h 5766004"/>
              <a:gd name="connsiteX1" fmla="*/ 4011345 w 4163745"/>
              <a:gd name="connsiteY1" fmla="*/ 228600 h 5766004"/>
              <a:gd name="connsiteX2" fmla="*/ 4163745 w 4163745"/>
              <a:gd name="connsiteY2" fmla="*/ 5613604 h 5766004"/>
              <a:gd name="connsiteX3" fmla="*/ 1492098 w 4163745"/>
              <a:gd name="connsiteY3" fmla="*/ 5766004 h 5766004"/>
              <a:gd name="connsiteX4" fmla="*/ 19050 w 4163745"/>
              <a:gd name="connsiteY4" fmla="*/ 4842079 h 5766004"/>
              <a:gd name="connsiteX5" fmla="*/ 0 w 4163745"/>
              <a:gd name="connsiteY5" fmla="*/ 0 h 5766004"/>
              <a:gd name="connsiteX0" fmla="*/ 0 w 4011345"/>
              <a:gd name="connsiteY0" fmla="*/ 0 h 5766004"/>
              <a:gd name="connsiteX1" fmla="*/ 4011345 w 4011345"/>
              <a:gd name="connsiteY1" fmla="*/ 228600 h 5766004"/>
              <a:gd name="connsiteX2" fmla="*/ 3916095 w 4011345"/>
              <a:gd name="connsiteY2" fmla="*/ 4680154 h 5766004"/>
              <a:gd name="connsiteX3" fmla="*/ 1492098 w 4011345"/>
              <a:gd name="connsiteY3" fmla="*/ 5766004 h 5766004"/>
              <a:gd name="connsiteX4" fmla="*/ 19050 w 4011345"/>
              <a:gd name="connsiteY4" fmla="*/ 4842079 h 5766004"/>
              <a:gd name="connsiteX5" fmla="*/ 0 w 4011345"/>
              <a:gd name="connsiteY5" fmla="*/ 0 h 5766004"/>
              <a:gd name="connsiteX0" fmla="*/ 0 w 4135170"/>
              <a:gd name="connsiteY0" fmla="*/ 0 h 5766004"/>
              <a:gd name="connsiteX1" fmla="*/ 4011345 w 4135170"/>
              <a:gd name="connsiteY1" fmla="*/ 228600 h 5766004"/>
              <a:gd name="connsiteX2" fmla="*/ 4135170 w 4135170"/>
              <a:gd name="connsiteY2" fmla="*/ 5413579 h 5766004"/>
              <a:gd name="connsiteX3" fmla="*/ 1492098 w 4135170"/>
              <a:gd name="connsiteY3" fmla="*/ 5766004 h 5766004"/>
              <a:gd name="connsiteX4" fmla="*/ 19050 w 4135170"/>
              <a:gd name="connsiteY4" fmla="*/ 4842079 h 5766004"/>
              <a:gd name="connsiteX5" fmla="*/ 0 w 4135170"/>
              <a:gd name="connsiteY5" fmla="*/ 0 h 57660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35170" h="5766004">
                <a:moveTo>
                  <a:pt x="0" y="0"/>
                </a:moveTo>
                <a:lnTo>
                  <a:pt x="4011345" y="228600"/>
                </a:lnTo>
                <a:lnTo>
                  <a:pt x="4135170" y="5413579"/>
                </a:lnTo>
                <a:lnTo>
                  <a:pt x="1492098" y="5766004"/>
                </a:lnTo>
                <a:lnTo>
                  <a:pt x="19050" y="4842079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/>
              </a:gs>
              <a:gs pos="94000">
                <a:schemeClr val="accent2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prstClr val="white"/>
              </a:solidFill>
            </a:endParaRPr>
          </a:p>
        </p:txBody>
      </p:sp>
      <p:grpSp>
        <p:nvGrpSpPr>
          <p:cNvPr id="7" name="Group 13"/>
          <p:cNvGrpSpPr>
            <a:grpSpLocks noChangeAspect="1"/>
          </p:cNvGrpSpPr>
          <p:nvPr userDrawn="1"/>
        </p:nvGrpSpPr>
        <p:grpSpPr bwMode="auto">
          <a:xfrm>
            <a:off x="1020356" y="550081"/>
            <a:ext cx="1214845" cy="1000649"/>
            <a:chOff x="2023" y="1221"/>
            <a:chExt cx="1710" cy="1878"/>
          </a:xfrm>
        </p:grpSpPr>
        <p:sp>
          <p:nvSpPr>
            <p:cNvPr id="8" name="Rectangle 14"/>
            <p:cNvSpPr>
              <a:spLocks noChangeArrowheads="1"/>
            </p:cNvSpPr>
            <p:nvPr userDrawn="1"/>
          </p:nvSpPr>
          <p:spPr bwMode="auto">
            <a:xfrm>
              <a:off x="2023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9" name="Freeform 15"/>
            <p:cNvSpPr>
              <a:spLocks/>
            </p:cNvSpPr>
            <p:nvPr userDrawn="1"/>
          </p:nvSpPr>
          <p:spPr bwMode="auto">
            <a:xfrm>
              <a:off x="2073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5" y="0"/>
                    <a:pt x="17" y="1"/>
                    <a:pt x="19" y="3"/>
                  </a:cubicBezTo>
                  <a:cubicBezTo>
                    <a:pt x="20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0" name="Freeform 16"/>
            <p:cNvSpPr>
              <a:spLocks/>
            </p:cNvSpPr>
            <p:nvPr userDrawn="1"/>
          </p:nvSpPr>
          <p:spPr bwMode="auto">
            <a:xfrm>
              <a:off x="2201" y="2206"/>
              <a:ext cx="88" cy="112"/>
            </a:xfrm>
            <a:custGeom>
              <a:avLst/>
              <a:gdLst>
                <a:gd name="T0" fmla="*/ 58 w 58"/>
                <a:gd name="T1" fmla="*/ 11 h 74"/>
                <a:gd name="T2" fmla="*/ 24 w 58"/>
                <a:gd name="T3" fmla="*/ 11 h 74"/>
                <a:gd name="T4" fmla="*/ 14 w 58"/>
                <a:gd name="T5" fmla="*/ 14 h 74"/>
                <a:gd name="T6" fmla="*/ 13 w 58"/>
                <a:gd name="T7" fmla="*/ 24 h 74"/>
                <a:gd name="T8" fmla="*/ 16 w 58"/>
                <a:gd name="T9" fmla="*/ 30 h 74"/>
                <a:gd name="T10" fmla="*/ 24 w 58"/>
                <a:gd name="T11" fmla="*/ 32 h 74"/>
                <a:gd name="T12" fmla="*/ 38 w 58"/>
                <a:gd name="T13" fmla="*/ 32 h 74"/>
                <a:gd name="T14" fmla="*/ 53 w 58"/>
                <a:gd name="T15" fmla="*/ 36 h 74"/>
                <a:gd name="T16" fmla="*/ 58 w 58"/>
                <a:gd name="T17" fmla="*/ 47 h 74"/>
                <a:gd name="T18" fmla="*/ 58 w 58"/>
                <a:gd name="T19" fmla="*/ 58 h 74"/>
                <a:gd name="T20" fmla="*/ 53 w 58"/>
                <a:gd name="T21" fmla="*/ 70 h 74"/>
                <a:gd name="T22" fmla="*/ 38 w 58"/>
                <a:gd name="T23" fmla="*/ 74 h 74"/>
                <a:gd name="T24" fmla="*/ 0 w 58"/>
                <a:gd name="T25" fmla="*/ 74 h 74"/>
                <a:gd name="T26" fmla="*/ 0 w 58"/>
                <a:gd name="T27" fmla="*/ 63 h 74"/>
                <a:gd name="T28" fmla="*/ 34 w 58"/>
                <a:gd name="T29" fmla="*/ 63 h 74"/>
                <a:gd name="T30" fmla="*/ 44 w 58"/>
                <a:gd name="T31" fmla="*/ 60 h 74"/>
                <a:gd name="T32" fmla="*/ 45 w 58"/>
                <a:gd name="T33" fmla="*/ 50 h 74"/>
                <a:gd name="T34" fmla="*/ 34 w 58"/>
                <a:gd name="T35" fmla="*/ 42 h 74"/>
                <a:gd name="T36" fmla="*/ 20 w 58"/>
                <a:gd name="T37" fmla="*/ 42 h 74"/>
                <a:gd name="T38" fmla="*/ 6 w 58"/>
                <a:gd name="T39" fmla="*/ 38 h 74"/>
                <a:gd name="T40" fmla="*/ 0 w 58"/>
                <a:gd name="T41" fmla="*/ 27 h 74"/>
                <a:gd name="T42" fmla="*/ 0 w 58"/>
                <a:gd name="T43" fmla="*/ 16 h 74"/>
                <a:gd name="T44" fmla="*/ 6 w 58"/>
                <a:gd name="T45" fmla="*/ 3 h 74"/>
                <a:gd name="T46" fmla="*/ 20 w 58"/>
                <a:gd name="T47" fmla="*/ 0 h 74"/>
                <a:gd name="T48" fmla="*/ 58 w 58"/>
                <a:gd name="T49" fmla="*/ 0 h 74"/>
                <a:gd name="T50" fmla="*/ 58 w 58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8" h="74">
                  <a:moveTo>
                    <a:pt x="58" y="11"/>
                  </a:moveTo>
                  <a:cubicBezTo>
                    <a:pt x="24" y="11"/>
                    <a:pt x="24" y="11"/>
                    <a:pt x="24" y="11"/>
                  </a:cubicBezTo>
                  <a:cubicBezTo>
                    <a:pt x="19" y="11"/>
                    <a:pt x="15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2"/>
                    <a:pt x="24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44" y="32"/>
                    <a:pt x="49" y="33"/>
                    <a:pt x="53" y="36"/>
                  </a:cubicBezTo>
                  <a:cubicBezTo>
                    <a:pt x="56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4"/>
                    <a:pt x="56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1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9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8" y="0"/>
                    <a:pt x="58" y="0"/>
                    <a:pt x="58" y="0"/>
                  </a:cubicBezTo>
                  <a:lnTo>
                    <a:pt x="58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1" name="Freeform 17"/>
            <p:cNvSpPr>
              <a:spLocks/>
            </p:cNvSpPr>
            <p:nvPr userDrawn="1"/>
          </p:nvSpPr>
          <p:spPr bwMode="auto">
            <a:xfrm>
              <a:off x="231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2" name="Rectangle 18"/>
            <p:cNvSpPr>
              <a:spLocks noChangeArrowheads="1"/>
            </p:cNvSpPr>
            <p:nvPr userDrawn="1"/>
          </p:nvSpPr>
          <p:spPr bwMode="auto">
            <a:xfrm>
              <a:off x="2422" y="2206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3" name="Freeform 19"/>
            <p:cNvSpPr>
              <a:spLocks/>
            </p:cNvSpPr>
            <p:nvPr userDrawn="1"/>
          </p:nvSpPr>
          <p:spPr bwMode="auto">
            <a:xfrm>
              <a:off x="2464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3 w 87"/>
                <a:gd name="T3" fmla="*/ 17 h 112"/>
                <a:gd name="T4" fmla="*/ 53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3" y="17"/>
                  </a:lnTo>
                  <a:lnTo>
                    <a:pt x="53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4" name="Freeform 20"/>
            <p:cNvSpPr>
              <a:spLocks/>
            </p:cNvSpPr>
            <p:nvPr userDrawn="1"/>
          </p:nvSpPr>
          <p:spPr bwMode="auto">
            <a:xfrm>
              <a:off x="2572" y="2206"/>
              <a:ext cx="100" cy="112"/>
            </a:xfrm>
            <a:custGeom>
              <a:avLst/>
              <a:gdLst>
                <a:gd name="T0" fmla="*/ 66 w 66"/>
                <a:gd name="T1" fmla="*/ 56 h 74"/>
                <a:gd name="T2" fmla="*/ 65 w 66"/>
                <a:gd name="T3" fmla="*/ 63 h 74"/>
                <a:gd name="T4" fmla="*/ 60 w 66"/>
                <a:gd name="T5" fmla="*/ 70 h 74"/>
                <a:gd name="T6" fmla="*/ 52 w 66"/>
                <a:gd name="T7" fmla="*/ 74 h 74"/>
                <a:gd name="T8" fmla="*/ 43 w 66"/>
                <a:gd name="T9" fmla="*/ 74 h 74"/>
                <a:gd name="T10" fmla="*/ 23 w 66"/>
                <a:gd name="T11" fmla="*/ 74 h 74"/>
                <a:gd name="T12" fmla="*/ 14 w 66"/>
                <a:gd name="T13" fmla="*/ 74 h 74"/>
                <a:gd name="T14" fmla="*/ 6 w 66"/>
                <a:gd name="T15" fmla="*/ 70 h 74"/>
                <a:gd name="T16" fmla="*/ 1 w 66"/>
                <a:gd name="T17" fmla="*/ 63 h 74"/>
                <a:gd name="T18" fmla="*/ 0 w 66"/>
                <a:gd name="T19" fmla="*/ 56 h 74"/>
                <a:gd name="T20" fmla="*/ 0 w 66"/>
                <a:gd name="T21" fmla="*/ 0 h 74"/>
                <a:gd name="T22" fmla="*/ 14 w 66"/>
                <a:gd name="T23" fmla="*/ 0 h 74"/>
                <a:gd name="T24" fmla="*/ 14 w 66"/>
                <a:gd name="T25" fmla="*/ 54 h 74"/>
                <a:gd name="T26" fmla="*/ 16 w 66"/>
                <a:gd name="T27" fmla="*/ 61 h 74"/>
                <a:gd name="T28" fmla="*/ 26 w 66"/>
                <a:gd name="T29" fmla="*/ 63 h 74"/>
                <a:gd name="T30" fmla="*/ 40 w 66"/>
                <a:gd name="T31" fmla="*/ 63 h 74"/>
                <a:gd name="T32" fmla="*/ 50 w 66"/>
                <a:gd name="T33" fmla="*/ 61 h 74"/>
                <a:gd name="T34" fmla="*/ 53 w 66"/>
                <a:gd name="T35" fmla="*/ 54 h 74"/>
                <a:gd name="T36" fmla="*/ 53 w 66"/>
                <a:gd name="T37" fmla="*/ 0 h 74"/>
                <a:gd name="T38" fmla="*/ 66 w 66"/>
                <a:gd name="T39" fmla="*/ 0 h 74"/>
                <a:gd name="T40" fmla="*/ 66 w 66"/>
                <a:gd name="T41" fmla="*/ 5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6" h="74">
                  <a:moveTo>
                    <a:pt x="66" y="56"/>
                  </a:moveTo>
                  <a:cubicBezTo>
                    <a:pt x="66" y="59"/>
                    <a:pt x="65" y="62"/>
                    <a:pt x="65" y="63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8" y="72"/>
                    <a:pt x="55" y="73"/>
                    <a:pt x="52" y="74"/>
                  </a:cubicBezTo>
                  <a:cubicBezTo>
                    <a:pt x="51" y="74"/>
                    <a:pt x="48" y="74"/>
                    <a:pt x="43" y="74"/>
                  </a:cubicBezTo>
                  <a:cubicBezTo>
                    <a:pt x="23" y="74"/>
                    <a:pt x="23" y="74"/>
                    <a:pt x="23" y="74"/>
                  </a:cubicBezTo>
                  <a:cubicBezTo>
                    <a:pt x="19" y="74"/>
                    <a:pt x="16" y="74"/>
                    <a:pt x="14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4" y="0"/>
                    <a:pt x="14" y="0"/>
                    <a:pt x="14" y="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4" y="60"/>
                    <a:pt x="16" y="61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40" y="63"/>
                    <a:pt x="40" y="63"/>
                    <a:pt x="40" y="63"/>
                  </a:cubicBezTo>
                  <a:cubicBezTo>
                    <a:pt x="45" y="63"/>
                    <a:pt x="48" y="63"/>
                    <a:pt x="50" y="61"/>
                  </a:cubicBezTo>
                  <a:cubicBezTo>
                    <a:pt x="52" y="60"/>
                    <a:pt x="53" y="58"/>
                    <a:pt x="53" y="54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66" y="0"/>
                    <a:pt x="66" y="0"/>
                    <a:pt x="66" y="0"/>
                  </a:cubicBezTo>
                  <a:lnTo>
                    <a:pt x="66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5" name="Freeform 21"/>
            <p:cNvSpPr>
              <a:spLocks/>
            </p:cNvSpPr>
            <p:nvPr userDrawn="1"/>
          </p:nvSpPr>
          <p:spPr bwMode="auto">
            <a:xfrm>
              <a:off x="2693" y="2206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6" name="Freeform 22"/>
            <p:cNvSpPr>
              <a:spLocks/>
            </p:cNvSpPr>
            <p:nvPr userDrawn="1"/>
          </p:nvSpPr>
          <p:spPr bwMode="auto">
            <a:xfrm>
              <a:off x="2851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3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7" y="1"/>
                    <a:pt x="18" y="3"/>
                  </a:cubicBezTo>
                  <a:cubicBezTo>
                    <a:pt x="19" y="3"/>
                    <a:pt x="21" y="5"/>
                    <a:pt x="23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7" name="Freeform 23"/>
            <p:cNvSpPr>
              <a:spLocks noEditPoints="1"/>
            </p:cNvSpPr>
            <p:nvPr userDrawn="1"/>
          </p:nvSpPr>
          <p:spPr bwMode="auto">
            <a:xfrm>
              <a:off x="2970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3"/>
                    <a:pt x="35" y="0"/>
                    <a:pt x="40" y="0"/>
                  </a:cubicBezTo>
                  <a:cubicBezTo>
                    <a:pt x="45" y="0"/>
                    <a:pt x="49" y="3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8" name="Freeform 24"/>
            <p:cNvSpPr>
              <a:spLocks/>
            </p:cNvSpPr>
            <p:nvPr userDrawn="1"/>
          </p:nvSpPr>
          <p:spPr bwMode="auto">
            <a:xfrm>
              <a:off x="3091" y="2206"/>
              <a:ext cx="88" cy="112"/>
            </a:xfrm>
            <a:custGeom>
              <a:avLst/>
              <a:gdLst>
                <a:gd name="T0" fmla="*/ 88 w 88"/>
                <a:gd name="T1" fmla="*/ 17 h 112"/>
                <a:gd name="T2" fmla="*/ 54 w 88"/>
                <a:gd name="T3" fmla="*/ 17 h 112"/>
                <a:gd name="T4" fmla="*/ 54 w 88"/>
                <a:gd name="T5" fmla="*/ 112 h 112"/>
                <a:gd name="T6" fmla="*/ 35 w 88"/>
                <a:gd name="T7" fmla="*/ 112 h 112"/>
                <a:gd name="T8" fmla="*/ 35 w 88"/>
                <a:gd name="T9" fmla="*/ 17 h 112"/>
                <a:gd name="T10" fmla="*/ 0 w 88"/>
                <a:gd name="T11" fmla="*/ 17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5" y="112"/>
                  </a:lnTo>
                  <a:lnTo>
                    <a:pt x="35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19" name="Rectangle 25"/>
            <p:cNvSpPr>
              <a:spLocks noChangeArrowheads="1"/>
            </p:cNvSpPr>
            <p:nvPr userDrawn="1"/>
          </p:nvSpPr>
          <p:spPr bwMode="auto">
            <a:xfrm>
              <a:off x="3201" y="2206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0" name="Freeform 26"/>
            <p:cNvSpPr>
              <a:spLocks noEditPoints="1"/>
            </p:cNvSpPr>
            <p:nvPr userDrawn="1"/>
          </p:nvSpPr>
          <p:spPr bwMode="auto">
            <a:xfrm>
              <a:off x="3251" y="2206"/>
              <a:ext cx="96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1 h 74"/>
                <a:gd name="T8" fmla="*/ 0 w 64"/>
                <a:gd name="T9" fmla="*/ 58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3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6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2 h 74"/>
                <a:gd name="T40" fmla="*/ 26 w 64"/>
                <a:gd name="T41" fmla="*/ 63 h 74"/>
                <a:gd name="T42" fmla="*/ 39 w 64"/>
                <a:gd name="T43" fmla="*/ 63 h 74"/>
                <a:gd name="T44" fmla="*/ 48 w 64"/>
                <a:gd name="T45" fmla="*/ 62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1"/>
                  </a:cubicBezTo>
                  <a:cubicBezTo>
                    <a:pt x="2" y="68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3"/>
                    <a:pt x="26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4" y="63"/>
                    <a:pt x="46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1" name="Freeform 27"/>
            <p:cNvSpPr>
              <a:spLocks/>
            </p:cNvSpPr>
            <p:nvPr userDrawn="1"/>
          </p:nvSpPr>
          <p:spPr bwMode="auto">
            <a:xfrm>
              <a:off x="3379" y="2206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3 h 75"/>
                <a:gd name="T22" fmla="*/ 22 w 66"/>
                <a:gd name="T23" fmla="*/ 9 h 75"/>
                <a:gd name="T24" fmla="*/ 53 w 66"/>
                <a:gd name="T25" fmla="*/ 61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5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4"/>
                    <a:pt x="4" y="0"/>
                    <a:pt x="11" y="0"/>
                  </a:cubicBezTo>
                  <a:cubicBezTo>
                    <a:pt x="14" y="0"/>
                    <a:pt x="16" y="1"/>
                    <a:pt x="18" y="3"/>
                  </a:cubicBezTo>
                  <a:cubicBezTo>
                    <a:pt x="19" y="3"/>
                    <a:pt x="20" y="5"/>
                    <a:pt x="22" y="9"/>
                  </a:cubicBezTo>
                  <a:cubicBezTo>
                    <a:pt x="53" y="61"/>
                    <a:pt x="53" y="61"/>
                    <a:pt x="53" y="61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2" name="Freeform 28"/>
            <p:cNvSpPr>
              <a:spLocks noEditPoints="1"/>
            </p:cNvSpPr>
            <p:nvPr userDrawn="1"/>
          </p:nvSpPr>
          <p:spPr bwMode="auto">
            <a:xfrm>
              <a:off x="3498" y="2206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7 h 74"/>
                <a:gd name="T14" fmla="*/ 40 w 80"/>
                <a:gd name="T15" fmla="*/ 0 h 74"/>
                <a:gd name="T16" fmla="*/ 50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39 w 80"/>
                <a:gd name="T23" fmla="*/ 13 h 74"/>
                <a:gd name="T24" fmla="*/ 26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31" y="3"/>
                    <a:pt x="35" y="0"/>
                    <a:pt x="40" y="0"/>
                  </a:cubicBezTo>
                  <a:cubicBezTo>
                    <a:pt x="45" y="0"/>
                    <a:pt x="48" y="3"/>
                    <a:pt x="50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39" y="13"/>
                    <a:pt x="39" y="13"/>
                    <a:pt x="39" y="13"/>
                  </a:cubicBezTo>
                  <a:cubicBezTo>
                    <a:pt x="26" y="46"/>
                    <a:pt x="26" y="46"/>
                    <a:pt x="26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3" name="Freeform 29"/>
            <p:cNvSpPr>
              <a:spLocks/>
            </p:cNvSpPr>
            <p:nvPr userDrawn="1"/>
          </p:nvSpPr>
          <p:spPr bwMode="auto">
            <a:xfrm>
              <a:off x="3638" y="2206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6 w 59"/>
                <a:gd name="T15" fmla="*/ 62 h 74"/>
                <a:gd name="T16" fmla="*/ 27 w 59"/>
                <a:gd name="T17" fmla="*/ 64 h 74"/>
                <a:gd name="T18" fmla="*/ 59 w 59"/>
                <a:gd name="T19" fmla="*/ 64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8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2" y="64"/>
                    <a:pt x="27" y="64"/>
                  </a:cubicBezTo>
                  <a:cubicBezTo>
                    <a:pt x="59" y="64"/>
                    <a:pt x="59" y="64"/>
                    <a:pt x="59" y="64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4" name="Freeform 30"/>
            <p:cNvSpPr>
              <a:spLocks noEditPoints="1"/>
            </p:cNvSpPr>
            <p:nvPr userDrawn="1"/>
          </p:nvSpPr>
          <p:spPr bwMode="auto">
            <a:xfrm>
              <a:off x="2023" y="2467"/>
              <a:ext cx="100" cy="112"/>
            </a:xfrm>
            <a:custGeom>
              <a:avLst/>
              <a:gdLst>
                <a:gd name="T0" fmla="*/ 66 w 66"/>
                <a:gd name="T1" fmla="*/ 57 h 74"/>
                <a:gd name="T2" fmla="*/ 60 w 66"/>
                <a:gd name="T3" fmla="*/ 69 h 74"/>
                <a:gd name="T4" fmla="*/ 46 w 66"/>
                <a:gd name="T5" fmla="*/ 74 h 74"/>
                <a:gd name="T6" fmla="*/ 0 w 66"/>
                <a:gd name="T7" fmla="*/ 74 h 74"/>
                <a:gd name="T8" fmla="*/ 0 w 66"/>
                <a:gd name="T9" fmla="*/ 0 h 74"/>
                <a:gd name="T10" fmla="*/ 46 w 66"/>
                <a:gd name="T11" fmla="*/ 0 h 74"/>
                <a:gd name="T12" fmla="*/ 66 w 66"/>
                <a:gd name="T13" fmla="*/ 16 h 74"/>
                <a:gd name="T14" fmla="*/ 66 w 66"/>
                <a:gd name="T15" fmla="*/ 57 h 74"/>
                <a:gd name="T16" fmla="*/ 52 w 66"/>
                <a:gd name="T17" fmla="*/ 53 h 74"/>
                <a:gd name="T18" fmla="*/ 52 w 66"/>
                <a:gd name="T19" fmla="*/ 19 h 74"/>
                <a:gd name="T20" fmla="*/ 42 w 66"/>
                <a:gd name="T21" fmla="*/ 10 h 74"/>
                <a:gd name="T22" fmla="*/ 13 w 66"/>
                <a:gd name="T23" fmla="*/ 10 h 74"/>
                <a:gd name="T24" fmla="*/ 13 w 66"/>
                <a:gd name="T25" fmla="*/ 63 h 74"/>
                <a:gd name="T26" fmla="*/ 42 w 66"/>
                <a:gd name="T27" fmla="*/ 63 h 74"/>
                <a:gd name="T28" fmla="*/ 52 w 66"/>
                <a:gd name="T29" fmla="*/ 5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6" h="74">
                  <a:moveTo>
                    <a:pt x="66" y="57"/>
                  </a:moveTo>
                  <a:cubicBezTo>
                    <a:pt x="66" y="62"/>
                    <a:pt x="64" y="66"/>
                    <a:pt x="60" y="69"/>
                  </a:cubicBezTo>
                  <a:cubicBezTo>
                    <a:pt x="57" y="72"/>
                    <a:pt x="52" y="74"/>
                    <a:pt x="46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9" y="0"/>
                    <a:pt x="66" y="5"/>
                    <a:pt x="66" y="16"/>
                  </a:cubicBezTo>
                  <a:lnTo>
                    <a:pt x="66" y="57"/>
                  </a:lnTo>
                  <a:close/>
                  <a:moveTo>
                    <a:pt x="52" y="53"/>
                  </a:move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9" y="10"/>
                    <a:pt x="42" y="10"/>
                  </a:cubicBezTo>
                  <a:cubicBezTo>
                    <a:pt x="13" y="10"/>
                    <a:pt x="13" y="10"/>
                    <a:pt x="13" y="10"/>
                  </a:cubicBezTo>
                  <a:cubicBezTo>
                    <a:pt x="13" y="63"/>
                    <a:pt x="13" y="63"/>
                    <a:pt x="13" y="63"/>
                  </a:cubicBezTo>
                  <a:cubicBezTo>
                    <a:pt x="42" y="63"/>
                    <a:pt x="42" y="63"/>
                    <a:pt x="42" y="63"/>
                  </a:cubicBezTo>
                  <a:cubicBezTo>
                    <a:pt x="49" y="63"/>
                    <a:pt x="52" y="60"/>
                    <a:pt x="52" y="53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5" name="Freeform 31"/>
            <p:cNvSpPr>
              <a:spLocks/>
            </p:cNvSpPr>
            <p:nvPr userDrawn="1"/>
          </p:nvSpPr>
          <p:spPr bwMode="auto">
            <a:xfrm>
              <a:off x="2155" y="2467"/>
              <a:ext cx="89" cy="112"/>
            </a:xfrm>
            <a:custGeom>
              <a:avLst/>
              <a:gdLst>
                <a:gd name="T0" fmla="*/ 56 w 59"/>
                <a:gd name="T1" fmla="*/ 42 h 74"/>
                <a:gd name="T2" fmla="*/ 13 w 59"/>
                <a:gd name="T3" fmla="*/ 42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2"/>
                  </a:moveTo>
                  <a:cubicBezTo>
                    <a:pt x="13" y="42"/>
                    <a:pt x="13" y="42"/>
                    <a:pt x="13" y="42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6" name="Freeform 32"/>
            <p:cNvSpPr>
              <a:spLocks/>
            </p:cNvSpPr>
            <p:nvPr userDrawn="1"/>
          </p:nvSpPr>
          <p:spPr bwMode="auto">
            <a:xfrm>
              <a:off x="2351" y="2467"/>
              <a:ext cx="89" cy="112"/>
            </a:xfrm>
            <a:custGeom>
              <a:avLst/>
              <a:gdLst>
                <a:gd name="T0" fmla="*/ 59 w 59"/>
                <a:gd name="T1" fmla="*/ 74 h 74"/>
                <a:gd name="T2" fmla="*/ 24 w 59"/>
                <a:gd name="T3" fmla="*/ 74 h 74"/>
                <a:gd name="T4" fmla="*/ 6 w 59"/>
                <a:gd name="T5" fmla="*/ 70 h 74"/>
                <a:gd name="T6" fmla="*/ 0 w 59"/>
                <a:gd name="T7" fmla="*/ 56 h 74"/>
                <a:gd name="T8" fmla="*/ 0 w 59"/>
                <a:gd name="T9" fmla="*/ 0 h 74"/>
                <a:gd name="T10" fmla="*/ 13 w 59"/>
                <a:gd name="T11" fmla="*/ 0 h 74"/>
                <a:gd name="T12" fmla="*/ 13 w 59"/>
                <a:gd name="T13" fmla="*/ 54 h 74"/>
                <a:gd name="T14" fmla="*/ 17 w 59"/>
                <a:gd name="T15" fmla="*/ 61 h 74"/>
                <a:gd name="T16" fmla="*/ 27 w 59"/>
                <a:gd name="T17" fmla="*/ 63 h 74"/>
                <a:gd name="T18" fmla="*/ 59 w 59"/>
                <a:gd name="T19" fmla="*/ 63 h 74"/>
                <a:gd name="T20" fmla="*/ 59 w 59"/>
                <a:gd name="T21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9" h="74">
                  <a:moveTo>
                    <a:pt x="59" y="74"/>
                  </a:moveTo>
                  <a:cubicBezTo>
                    <a:pt x="24" y="74"/>
                    <a:pt x="24" y="74"/>
                    <a:pt x="24" y="74"/>
                  </a:cubicBezTo>
                  <a:cubicBezTo>
                    <a:pt x="16" y="74"/>
                    <a:pt x="10" y="73"/>
                    <a:pt x="6" y="70"/>
                  </a:cubicBezTo>
                  <a:cubicBezTo>
                    <a:pt x="2" y="67"/>
                    <a:pt x="0" y="63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7" y="61"/>
                  </a:cubicBezTo>
                  <a:cubicBezTo>
                    <a:pt x="18" y="63"/>
                    <a:pt x="22" y="63"/>
                    <a:pt x="27" y="63"/>
                  </a:cubicBezTo>
                  <a:cubicBezTo>
                    <a:pt x="59" y="63"/>
                    <a:pt x="59" y="63"/>
                    <a:pt x="59" y="63"/>
                  </a:cubicBezTo>
                  <a:lnTo>
                    <a:pt x="59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7" name="Freeform 33"/>
            <p:cNvSpPr>
              <a:spLocks/>
            </p:cNvSpPr>
            <p:nvPr userDrawn="1"/>
          </p:nvSpPr>
          <p:spPr bwMode="auto">
            <a:xfrm>
              <a:off x="2438" y="2450"/>
              <a:ext cx="20" cy="40"/>
            </a:xfrm>
            <a:custGeom>
              <a:avLst/>
              <a:gdLst>
                <a:gd name="T0" fmla="*/ 13 w 13"/>
                <a:gd name="T1" fmla="*/ 8 h 26"/>
                <a:gd name="T2" fmla="*/ 13 w 13"/>
                <a:gd name="T3" fmla="*/ 12 h 26"/>
                <a:gd name="T4" fmla="*/ 7 w 13"/>
                <a:gd name="T5" fmla="*/ 26 h 26"/>
                <a:gd name="T6" fmla="*/ 0 w 13"/>
                <a:gd name="T7" fmla="*/ 26 h 26"/>
                <a:gd name="T8" fmla="*/ 5 w 13"/>
                <a:gd name="T9" fmla="*/ 14 h 26"/>
                <a:gd name="T10" fmla="*/ 1 w 13"/>
                <a:gd name="T11" fmla="*/ 7 h 26"/>
                <a:gd name="T12" fmla="*/ 3 w 13"/>
                <a:gd name="T13" fmla="*/ 2 h 26"/>
                <a:gd name="T14" fmla="*/ 7 w 13"/>
                <a:gd name="T15" fmla="*/ 0 h 26"/>
                <a:gd name="T16" fmla="*/ 12 w 13"/>
                <a:gd name="T17" fmla="*/ 2 h 26"/>
                <a:gd name="T18" fmla="*/ 13 w 13"/>
                <a:gd name="T19" fmla="*/ 8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3" h="26">
                  <a:moveTo>
                    <a:pt x="13" y="8"/>
                  </a:moveTo>
                  <a:cubicBezTo>
                    <a:pt x="13" y="9"/>
                    <a:pt x="13" y="11"/>
                    <a:pt x="13" y="12"/>
                  </a:cubicBezTo>
                  <a:cubicBezTo>
                    <a:pt x="7" y="26"/>
                    <a:pt x="7" y="26"/>
                    <a:pt x="7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1"/>
                    <a:pt x="1" y="9"/>
                    <a:pt x="1" y="7"/>
                  </a:cubicBezTo>
                  <a:cubicBezTo>
                    <a:pt x="1" y="5"/>
                    <a:pt x="1" y="3"/>
                    <a:pt x="3" y="2"/>
                  </a:cubicBezTo>
                  <a:cubicBezTo>
                    <a:pt x="4" y="1"/>
                    <a:pt x="5" y="0"/>
                    <a:pt x="7" y="0"/>
                  </a:cubicBezTo>
                  <a:cubicBezTo>
                    <a:pt x="9" y="0"/>
                    <a:pt x="10" y="1"/>
                    <a:pt x="12" y="2"/>
                  </a:cubicBezTo>
                  <a:cubicBezTo>
                    <a:pt x="13" y="4"/>
                    <a:pt x="13" y="6"/>
                    <a:pt x="13" y="8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8" name="Rectangle 34"/>
            <p:cNvSpPr>
              <a:spLocks noChangeArrowheads="1"/>
            </p:cNvSpPr>
            <p:nvPr userDrawn="1"/>
          </p:nvSpPr>
          <p:spPr bwMode="auto">
            <a:xfrm>
              <a:off x="2495" y="2467"/>
              <a:ext cx="20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29" name="Freeform 35"/>
            <p:cNvSpPr>
              <a:spLocks/>
            </p:cNvSpPr>
            <p:nvPr userDrawn="1"/>
          </p:nvSpPr>
          <p:spPr bwMode="auto">
            <a:xfrm>
              <a:off x="2547" y="2467"/>
              <a:ext cx="99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8 w 66"/>
                <a:gd name="T7" fmla="*/ 73 h 75"/>
                <a:gd name="T8" fmla="*/ 44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9 w 66"/>
                <a:gd name="T21" fmla="*/ 2 h 75"/>
                <a:gd name="T22" fmla="*/ 23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9" y="75"/>
                    <a:pt x="55" y="75"/>
                  </a:cubicBezTo>
                  <a:cubicBezTo>
                    <a:pt x="52" y="75"/>
                    <a:pt x="50" y="74"/>
                    <a:pt x="48" y="73"/>
                  </a:cubicBezTo>
                  <a:cubicBezTo>
                    <a:pt x="47" y="72"/>
                    <a:pt x="46" y="70"/>
                    <a:pt x="44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5" y="0"/>
                    <a:pt x="17" y="1"/>
                    <a:pt x="19" y="2"/>
                  </a:cubicBezTo>
                  <a:cubicBezTo>
                    <a:pt x="20" y="3"/>
                    <a:pt x="21" y="5"/>
                    <a:pt x="23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0" name="Freeform 36"/>
            <p:cNvSpPr>
              <a:spLocks/>
            </p:cNvSpPr>
            <p:nvPr userDrawn="1"/>
          </p:nvSpPr>
          <p:spPr bwMode="auto">
            <a:xfrm>
              <a:off x="2678" y="2467"/>
              <a:ext cx="90" cy="112"/>
            </a:xfrm>
            <a:custGeom>
              <a:avLst/>
              <a:gdLst>
                <a:gd name="T0" fmla="*/ 60 w 60"/>
                <a:gd name="T1" fmla="*/ 42 h 74"/>
                <a:gd name="T2" fmla="*/ 14 w 60"/>
                <a:gd name="T3" fmla="*/ 42 h 74"/>
                <a:gd name="T4" fmla="*/ 14 w 60"/>
                <a:gd name="T5" fmla="*/ 74 h 74"/>
                <a:gd name="T6" fmla="*/ 0 w 60"/>
                <a:gd name="T7" fmla="*/ 74 h 74"/>
                <a:gd name="T8" fmla="*/ 0 w 60"/>
                <a:gd name="T9" fmla="*/ 15 h 74"/>
                <a:gd name="T10" fmla="*/ 6 w 60"/>
                <a:gd name="T11" fmla="*/ 3 h 74"/>
                <a:gd name="T12" fmla="*/ 21 w 60"/>
                <a:gd name="T13" fmla="*/ 0 h 74"/>
                <a:gd name="T14" fmla="*/ 60 w 60"/>
                <a:gd name="T15" fmla="*/ 0 h 74"/>
                <a:gd name="T16" fmla="*/ 60 w 60"/>
                <a:gd name="T17" fmla="*/ 11 h 74"/>
                <a:gd name="T18" fmla="*/ 25 w 60"/>
                <a:gd name="T19" fmla="*/ 11 h 74"/>
                <a:gd name="T20" fmla="*/ 14 w 60"/>
                <a:gd name="T21" fmla="*/ 18 h 74"/>
                <a:gd name="T22" fmla="*/ 14 w 60"/>
                <a:gd name="T23" fmla="*/ 32 h 74"/>
                <a:gd name="T24" fmla="*/ 60 w 60"/>
                <a:gd name="T25" fmla="*/ 32 h 74"/>
                <a:gd name="T26" fmla="*/ 60 w 60"/>
                <a:gd name="T2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0" h="74">
                  <a:moveTo>
                    <a:pt x="60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0"/>
                    <a:pt x="2" y="6"/>
                    <a:pt x="6" y="3"/>
                  </a:cubicBezTo>
                  <a:cubicBezTo>
                    <a:pt x="10" y="1"/>
                    <a:pt x="15" y="0"/>
                    <a:pt x="21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4" y="13"/>
                    <a:pt x="14" y="18"/>
                  </a:cubicBezTo>
                  <a:cubicBezTo>
                    <a:pt x="14" y="32"/>
                    <a:pt x="14" y="32"/>
                    <a:pt x="14" y="32"/>
                  </a:cubicBezTo>
                  <a:cubicBezTo>
                    <a:pt x="60" y="32"/>
                    <a:pt x="60" y="32"/>
                    <a:pt x="60" y="32"/>
                  </a:cubicBezTo>
                  <a:lnTo>
                    <a:pt x="60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1" name="Freeform 37"/>
            <p:cNvSpPr>
              <a:spLocks noEditPoints="1"/>
            </p:cNvSpPr>
            <p:nvPr userDrawn="1"/>
          </p:nvSpPr>
          <p:spPr bwMode="auto">
            <a:xfrm>
              <a:off x="2803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2" name="Freeform 38"/>
            <p:cNvSpPr>
              <a:spLocks/>
            </p:cNvSpPr>
            <p:nvPr userDrawn="1"/>
          </p:nvSpPr>
          <p:spPr bwMode="auto">
            <a:xfrm>
              <a:off x="2931" y="246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5 h 74"/>
                <a:gd name="T6" fmla="*/ 14 w 65"/>
                <a:gd name="T7" fmla="*/ 41 h 74"/>
                <a:gd name="T8" fmla="*/ 23 w 65"/>
                <a:gd name="T9" fmla="*/ 35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3" y="35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8" y="34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3"/>
                    <a:pt x="48" y="11"/>
                    <a:pt x="41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60" y="40"/>
                  </a:cubicBezTo>
                  <a:cubicBezTo>
                    <a:pt x="56" y="42"/>
                    <a:pt x="51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3" name="Freeform 39"/>
            <p:cNvSpPr>
              <a:spLocks/>
            </p:cNvSpPr>
            <p:nvPr userDrawn="1"/>
          </p:nvSpPr>
          <p:spPr bwMode="auto">
            <a:xfrm>
              <a:off x="3058" y="2467"/>
              <a:ext cx="137" cy="115"/>
            </a:xfrm>
            <a:custGeom>
              <a:avLst/>
              <a:gdLst>
                <a:gd name="T0" fmla="*/ 91 w 91"/>
                <a:gd name="T1" fmla="*/ 74 h 76"/>
                <a:gd name="T2" fmla="*/ 79 w 91"/>
                <a:gd name="T3" fmla="*/ 74 h 76"/>
                <a:gd name="T4" fmla="*/ 79 w 91"/>
                <a:gd name="T5" fmla="*/ 16 h 76"/>
                <a:gd name="T6" fmla="*/ 55 w 91"/>
                <a:gd name="T7" fmla="*/ 68 h 76"/>
                <a:gd name="T8" fmla="*/ 46 w 91"/>
                <a:gd name="T9" fmla="*/ 76 h 76"/>
                <a:gd name="T10" fmla="*/ 40 w 91"/>
                <a:gd name="T11" fmla="*/ 73 h 76"/>
                <a:gd name="T12" fmla="*/ 37 w 91"/>
                <a:gd name="T13" fmla="*/ 68 h 76"/>
                <a:gd name="T14" fmla="*/ 13 w 91"/>
                <a:gd name="T15" fmla="*/ 16 h 76"/>
                <a:gd name="T16" fmla="*/ 13 w 91"/>
                <a:gd name="T17" fmla="*/ 74 h 76"/>
                <a:gd name="T18" fmla="*/ 0 w 91"/>
                <a:gd name="T19" fmla="*/ 74 h 76"/>
                <a:gd name="T20" fmla="*/ 0 w 91"/>
                <a:gd name="T21" fmla="*/ 10 h 76"/>
                <a:gd name="T22" fmla="*/ 3 w 91"/>
                <a:gd name="T23" fmla="*/ 3 h 76"/>
                <a:gd name="T24" fmla="*/ 12 w 91"/>
                <a:gd name="T25" fmla="*/ 0 h 76"/>
                <a:gd name="T26" fmla="*/ 23 w 91"/>
                <a:gd name="T27" fmla="*/ 7 h 76"/>
                <a:gd name="T28" fmla="*/ 46 w 91"/>
                <a:gd name="T29" fmla="*/ 59 h 76"/>
                <a:gd name="T30" fmla="*/ 69 w 91"/>
                <a:gd name="T31" fmla="*/ 7 h 76"/>
                <a:gd name="T32" fmla="*/ 80 w 91"/>
                <a:gd name="T33" fmla="*/ 0 h 76"/>
                <a:gd name="T34" fmla="*/ 89 w 91"/>
                <a:gd name="T35" fmla="*/ 3 h 76"/>
                <a:gd name="T36" fmla="*/ 91 w 91"/>
                <a:gd name="T37" fmla="*/ 10 h 76"/>
                <a:gd name="T38" fmla="*/ 91 w 91"/>
                <a:gd name="T39" fmla="*/ 74 h 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91" h="76">
                  <a:moveTo>
                    <a:pt x="91" y="74"/>
                  </a:moveTo>
                  <a:cubicBezTo>
                    <a:pt x="79" y="74"/>
                    <a:pt x="79" y="74"/>
                    <a:pt x="79" y="74"/>
                  </a:cubicBezTo>
                  <a:cubicBezTo>
                    <a:pt x="79" y="16"/>
                    <a:pt x="79" y="16"/>
                    <a:pt x="79" y="16"/>
                  </a:cubicBezTo>
                  <a:cubicBezTo>
                    <a:pt x="55" y="68"/>
                    <a:pt x="55" y="68"/>
                    <a:pt x="55" y="68"/>
                  </a:cubicBezTo>
                  <a:cubicBezTo>
                    <a:pt x="53" y="73"/>
                    <a:pt x="50" y="76"/>
                    <a:pt x="46" y="76"/>
                  </a:cubicBezTo>
                  <a:cubicBezTo>
                    <a:pt x="43" y="76"/>
                    <a:pt x="41" y="75"/>
                    <a:pt x="40" y="73"/>
                  </a:cubicBezTo>
                  <a:cubicBezTo>
                    <a:pt x="39" y="72"/>
                    <a:pt x="38" y="71"/>
                    <a:pt x="37" y="6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7"/>
                    <a:pt x="1" y="5"/>
                    <a:pt x="3" y="3"/>
                  </a:cubicBezTo>
                  <a:cubicBezTo>
                    <a:pt x="5" y="1"/>
                    <a:pt x="8" y="0"/>
                    <a:pt x="12" y="0"/>
                  </a:cubicBezTo>
                  <a:cubicBezTo>
                    <a:pt x="17" y="0"/>
                    <a:pt x="21" y="2"/>
                    <a:pt x="23" y="7"/>
                  </a:cubicBezTo>
                  <a:cubicBezTo>
                    <a:pt x="46" y="59"/>
                    <a:pt x="46" y="59"/>
                    <a:pt x="46" y="5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1" y="2"/>
                    <a:pt x="75" y="0"/>
                    <a:pt x="80" y="0"/>
                  </a:cubicBezTo>
                  <a:cubicBezTo>
                    <a:pt x="84" y="0"/>
                    <a:pt x="87" y="1"/>
                    <a:pt x="89" y="3"/>
                  </a:cubicBezTo>
                  <a:cubicBezTo>
                    <a:pt x="90" y="5"/>
                    <a:pt x="91" y="7"/>
                    <a:pt x="91" y="10"/>
                  </a:cubicBezTo>
                  <a:lnTo>
                    <a:pt x="91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4" name="Freeform 40"/>
            <p:cNvSpPr>
              <a:spLocks noEditPoints="1"/>
            </p:cNvSpPr>
            <p:nvPr userDrawn="1"/>
          </p:nvSpPr>
          <p:spPr bwMode="auto">
            <a:xfrm>
              <a:off x="3216" y="2467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6 h 74"/>
                <a:gd name="T6" fmla="*/ 22 w 80"/>
                <a:gd name="T7" fmla="*/ 56 h 74"/>
                <a:gd name="T8" fmla="*/ 14 w 80"/>
                <a:gd name="T9" fmla="*/ 74 h 74"/>
                <a:gd name="T10" fmla="*/ 0 w 80"/>
                <a:gd name="T11" fmla="*/ 74 h 74"/>
                <a:gd name="T12" fmla="*/ 30 w 80"/>
                <a:gd name="T13" fmla="*/ 7 h 74"/>
                <a:gd name="T14" fmla="*/ 40 w 80"/>
                <a:gd name="T15" fmla="*/ 0 h 74"/>
                <a:gd name="T16" fmla="*/ 51 w 80"/>
                <a:gd name="T17" fmla="*/ 7 h 74"/>
                <a:gd name="T18" fmla="*/ 80 w 80"/>
                <a:gd name="T19" fmla="*/ 74 h 74"/>
                <a:gd name="T20" fmla="*/ 54 w 80"/>
                <a:gd name="T21" fmla="*/ 46 h 74"/>
                <a:gd name="T22" fmla="*/ 40 w 80"/>
                <a:gd name="T23" fmla="*/ 13 h 74"/>
                <a:gd name="T24" fmla="*/ 27 w 80"/>
                <a:gd name="T25" fmla="*/ 46 h 74"/>
                <a:gd name="T26" fmla="*/ 54 w 80"/>
                <a:gd name="T27" fmla="*/ 46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6"/>
                    <a:pt x="58" y="56"/>
                    <a:pt x="58" y="56"/>
                  </a:cubicBezTo>
                  <a:cubicBezTo>
                    <a:pt x="22" y="56"/>
                    <a:pt x="22" y="56"/>
                    <a:pt x="22" y="56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30" y="7"/>
                    <a:pt x="30" y="7"/>
                    <a:pt x="30" y="7"/>
                  </a:cubicBezTo>
                  <a:cubicBezTo>
                    <a:pt x="32" y="2"/>
                    <a:pt x="35" y="0"/>
                    <a:pt x="40" y="0"/>
                  </a:cubicBezTo>
                  <a:cubicBezTo>
                    <a:pt x="45" y="0"/>
                    <a:pt x="49" y="2"/>
                    <a:pt x="51" y="7"/>
                  </a:cubicBezTo>
                  <a:lnTo>
                    <a:pt x="80" y="74"/>
                  </a:lnTo>
                  <a:close/>
                  <a:moveTo>
                    <a:pt x="54" y="46"/>
                  </a:moveTo>
                  <a:cubicBezTo>
                    <a:pt x="40" y="13"/>
                    <a:pt x="40" y="13"/>
                    <a:pt x="40" y="13"/>
                  </a:cubicBezTo>
                  <a:cubicBezTo>
                    <a:pt x="27" y="46"/>
                    <a:pt x="27" y="46"/>
                    <a:pt x="27" y="46"/>
                  </a:cubicBezTo>
                  <a:lnTo>
                    <a:pt x="54" y="4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5" name="Freeform 41"/>
            <p:cNvSpPr>
              <a:spLocks/>
            </p:cNvSpPr>
            <p:nvPr userDrawn="1"/>
          </p:nvSpPr>
          <p:spPr bwMode="auto">
            <a:xfrm>
              <a:off x="3338" y="2467"/>
              <a:ext cx="88" cy="112"/>
            </a:xfrm>
            <a:custGeom>
              <a:avLst/>
              <a:gdLst>
                <a:gd name="T0" fmla="*/ 88 w 88"/>
                <a:gd name="T1" fmla="*/ 15 h 112"/>
                <a:gd name="T2" fmla="*/ 55 w 88"/>
                <a:gd name="T3" fmla="*/ 15 h 112"/>
                <a:gd name="T4" fmla="*/ 55 w 88"/>
                <a:gd name="T5" fmla="*/ 112 h 112"/>
                <a:gd name="T6" fmla="*/ 35 w 88"/>
                <a:gd name="T7" fmla="*/ 112 h 112"/>
                <a:gd name="T8" fmla="*/ 35 w 88"/>
                <a:gd name="T9" fmla="*/ 15 h 112"/>
                <a:gd name="T10" fmla="*/ 0 w 88"/>
                <a:gd name="T11" fmla="*/ 15 h 112"/>
                <a:gd name="T12" fmla="*/ 0 w 88"/>
                <a:gd name="T13" fmla="*/ 0 h 112"/>
                <a:gd name="T14" fmla="*/ 88 w 88"/>
                <a:gd name="T15" fmla="*/ 0 h 112"/>
                <a:gd name="T16" fmla="*/ 88 w 88"/>
                <a:gd name="T17" fmla="*/ 15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8" h="112">
                  <a:moveTo>
                    <a:pt x="88" y="15"/>
                  </a:moveTo>
                  <a:lnTo>
                    <a:pt x="55" y="15"/>
                  </a:lnTo>
                  <a:lnTo>
                    <a:pt x="55" y="112"/>
                  </a:lnTo>
                  <a:lnTo>
                    <a:pt x="35" y="112"/>
                  </a:lnTo>
                  <a:lnTo>
                    <a:pt x="35" y="15"/>
                  </a:lnTo>
                  <a:lnTo>
                    <a:pt x="0" y="15"/>
                  </a:lnTo>
                  <a:lnTo>
                    <a:pt x="0" y="0"/>
                  </a:lnTo>
                  <a:lnTo>
                    <a:pt x="88" y="0"/>
                  </a:lnTo>
                  <a:lnTo>
                    <a:pt x="88" y="1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6" name="Rectangle 42"/>
            <p:cNvSpPr>
              <a:spLocks noChangeArrowheads="1"/>
            </p:cNvSpPr>
            <p:nvPr userDrawn="1"/>
          </p:nvSpPr>
          <p:spPr bwMode="auto">
            <a:xfrm>
              <a:off x="3448" y="2467"/>
              <a:ext cx="22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7" name="Freeform 43"/>
            <p:cNvSpPr>
              <a:spLocks noEditPoints="1"/>
            </p:cNvSpPr>
            <p:nvPr userDrawn="1"/>
          </p:nvSpPr>
          <p:spPr bwMode="auto">
            <a:xfrm>
              <a:off x="3501" y="246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6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6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4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3 w 64"/>
                <a:gd name="T35" fmla="*/ 20 h 74"/>
                <a:gd name="T36" fmla="*/ 13 w 64"/>
                <a:gd name="T37" fmla="*/ 54 h 74"/>
                <a:gd name="T38" fmla="*/ 16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8"/>
                    <a:pt x="56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9" y="73"/>
                    <a:pt x="6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6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4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6"/>
                    <a:pt x="50" y="14"/>
                    <a:pt x="48" y="13"/>
                  </a:cubicBezTo>
                  <a:cubicBezTo>
                    <a:pt x="46" y="11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1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7"/>
                    <a:pt x="14" y="60"/>
                    <a:pt x="16" y="61"/>
                  </a:cubicBezTo>
                  <a:cubicBezTo>
                    <a:pt x="18" y="62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2"/>
                    <a:pt x="48" y="61"/>
                  </a:cubicBezTo>
                  <a:cubicBezTo>
                    <a:pt x="50" y="60"/>
                    <a:pt x="51" y="58"/>
                    <a:pt x="51" y="54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8" name="Freeform 44"/>
            <p:cNvSpPr>
              <a:spLocks/>
            </p:cNvSpPr>
            <p:nvPr userDrawn="1"/>
          </p:nvSpPr>
          <p:spPr bwMode="auto">
            <a:xfrm>
              <a:off x="3629" y="2467"/>
              <a:ext cx="100" cy="113"/>
            </a:xfrm>
            <a:custGeom>
              <a:avLst/>
              <a:gdLst>
                <a:gd name="T0" fmla="*/ 66 w 66"/>
                <a:gd name="T1" fmla="*/ 65 h 75"/>
                <a:gd name="T2" fmla="*/ 63 w 66"/>
                <a:gd name="T3" fmla="*/ 72 h 75"/>
                <a:gd name="T4" fmla="*/ 55 w 66"/>
                <a:gd name="T5" fmla="*/ 75 h 75"/>
                <a:gd name="T6" fmla="*/ 47 w 66"/>
                <a:gd name="T7" fmla="*/ 73 h 75"/>
                <a:gd name="T8" fmla="*/ 43 w 66"/>
                <a:gd name="T9" fmla="*/ 67 h 75"/>
                <a:gd name="T10" fmla="*/ 13 w 66"/>
                <a:gd name="T11" fmla="*/ 15 h 75"/>
                <a:gd name="T12" fmla="*/ 13 w 66"/>
                <a:gd name="T13" fmla="*/ 74 h 75"/>
                <a:gd name="T14" fmla="*/ 0 w 66"/>
                <a:gd name="T15" fmla="*/ 74 h 75"/>
                <a:gd name="T16" fmla="*/ 0 w 66"/>
                <a:gd name="T17" fmla="*/ 11 h 75"/>
                <a:gd name="T18" fmla="*/ 11 w 66"/>
                <a:gd name="T19" fmla="*/ 0 h 75"/>
                <a:gd name="T20" fmla="*/ 18 w 66"/>
                <a:gd name="T21" fmla="*/ 2 h 75"/>
                <a:gd name="T22" fmla="*/ 22 w 66"/>
                <a:gd name="T23" fmla="*/ 8 h 75"/>
                <a:gd name="T24" fmla="*/ 53 w 66"/>
                <a:gd name="T25" fmla="*/ 60 h 75"/>
                <a:gd name="T26" fmla="*/ 53 w 66"/>
                <a:gd name="T27" fmla="*/ 1 h 75"/>
                <a:gd name="T28" fmla="*/ 66 w 66"/>
                <a:gd name="T29" fmla="*/ 1 h 75"/>
                <a:gd name="T30" fmla="*/ 66 w 66"/>
                <a:gd name="T31" fmla="*/ 6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66" h="75">
                  <a:moveTo>
                    <a:pt x="66" y="65"/>
                  </a:moveTo>
                  <a:cubicBezTo>
                    <a:pt x="66" y="68"/>
                    <a:pt x="65" y="70"/>
                    <a:pt x="63" y="72"/>
                  </a:cubicBezTo>
                  <a:cubicBezTo>
                    <a:pt x="61" y="74"/>
                    <a:pt x="58" y="75"/>
                    <a:pt x="55" y="75"/>
                  </a:cubicBezTo>
                  <a:cubicBezTo>
                    <a:pt x="52" y="75"/>
                    <a:pt x="49" y="74"/>
                    <a:pt x="47" y="73"/>
                  </a:cubicBezTo>
                  <a:cubicBezTo>
                    <a:pt x="47" y="72"/>
                    <a:pt x="45" y="70"/>
                    <a:pt x="43" y="67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3"/>
                    <a:pt x="4" y="0"/>
                    <a:pt x="11" y="0"/>
                  </a:cubicBezTo>
                  <a:cubicBezTo>
                    <a:pt x="14" y="0"/>
                    <a:pt x="17" y="1"/>
                    <a:pt x="18" y="2"/>
                  </a:cubicBezTo>
                  <a:cubicBezTo>
                    <a:pt x="19" y="3"/>
                    <a:pt x="21" y="5"/>
                    <a:pt x="22" y="8"/>
                  </a:cubicBezTo>
                  <a:cubicBezTo>
                    <a:pt x="53" y="60"/>
                    <a:pt x="53" y="60"/>
                    <a:pt x="53" y="60"/>
                  </a:cubicBezTo>
                  <a:cubicBezTo>
                    <a:pt x="53" y="1"/>
                    <a:pt x="53" y="1"/>
                    <a:pt x="53" y="1"/>
                  </a:cubicBezTo>
                  <a:cubicBezTo>
                    <a:pt x="66" y="1"/>
                    <a:pt x="66" y="1"/>
                    <a:pt x="66" y="1"/>
                  </a:cubicBezTo>
                  <a:lnTo>
                    <a:pt x="66" y="6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39" name="Freeform 45"/>
            <p:cNvSpPr>
              <a:spLocks/>
            </p:cNvSpPr>
            <p:nvPr userDrawn="1"/>
          </p:nvSpPr>
          <p:spPr bwMode="auto">
            <a:xfrm>
              <a:off x="2023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5 w 65"/>
                <a:gd name="T9" fmla="*/ 70 h 75"/>
                <a:gd name="T10" fmla="*/ 0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6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4 w 65"/>
                <a:gd name="T27" fmla="*/ 11 h 75"/>
                <a:gd name="T28" fmla="*/ 16 w 65"/>
                <a:gd name="T29" fmla="*/ 13 h 75"/>
                <a:gd name="T30" fmla="*/ 13 w 65"/>
                <a:gd name="T31" fmla="*/ 20 h 75"/>
                <a:gd name="T32" fmla="*/ 13 w 65"/>
                <a:gd name="T33" fmla="*/ 55 h 75"/>
                <a:gd name="T34" fmla="*/ 16 w 65"/>
                <a:gd name="T35" fmla="*/ 62 h 75"/>
                <a:gd name="T36" fmla="*/ 24 w 65"/>
                <a:gd name="T37" fmla="*/ 64 h 75"/>
                <a:gd name="T38" fmla="*/ 41 w 65"/>
                <a:gd name="T39" fmla="*/ 64 h 75"/>
                <a:gd name="T40" fmla="*/ 51 w 65"/>
                <a:gd name="T41" fmla="*/ 55 h 75"/>
                <a:gd name="T42" fmla="*/ 51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3" y="67"/>
                    <a:pt x="60" y="70"/>
                  </a:cubicBezTo>
                  <a:cubicBezTo>
                    <a:pt x="56" y="73"/>
                    <a:pt x="51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9" y="73"/>
                    <a:pt x="5" y="70"/>
                  </a:cubicBezTo>
                  <a:cubicBezTo>
                    <a:pt x="3" y="68"/>
                    <a:pt x="1" y="66"/>
                    <a:pt x="0" y="63"/>
                  </a:cubicBezTo>
                  <a:cubicBezTo>
                    <a:pt x="0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0" y="12"/>
                    <a:pt x="1" y="10"/>
                  </a:cubicBezTo>
                  <a:cubicBezTo>
                    <a:pt x="2" y="8"/>
                    <a:pt x="4" y="6"/>
                    <a:pt x="6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0" y="11"/>
                    <a:pt x="17" y="12"/>
                    <a:pt x="16" y="13"/>
                  </a:cubicBezTo>
                  <a:cubicBezTo>
                    <a:pt x="14" y="14"/>
                    <a:pt x="13" y="16"/>
                    <a:pt x="13" y="20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58"/>
                    <a:pt x="14" y="61"/>
                    <a:pt x="16" y="62"/>
                  </a:cubicBezTo>
                  <a:cubicBezTo>
                    <a:pt x="18" y="63"/>
                    <a:pt x="20" y="64"/>
                    <a:pt x="24" y="64"/>
                  </a:cubicBezTo>
                  <a:cubicBezTo>
                    <a:pt x="41" y="64"/>
                    <a:pt x="41" y="64"/>
                    <a:pt x="41" y="64"/>
                  </a:cubicBezTo>
                  <a:cubicBezTo>
                    <a:pt x="48" y="64"/>
                    <a:pt x="51" y="61"/>
                    <a:pt x="51" y="55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0" name="Freeform 46"/>
            <p:cNvSpPr>
              <a:spLocks noEditPoints="1"/>
            </p:cNvSpPr>
            <p:nvPr userDrawn="1"/>
          </p:nvSpPr>
          <p:spPr bwMode="auto">
            <a:xfrm>
              <a:off x="2179" y="2698"/>
              <a:ext cx="89" cy="142"/>
            </a:xfrm>
            <a:custGeom>
              <a:avLst/>
              <a:gdLst>
                <a:gd name="T0" fmla="*/ 59 w 59"/>
                <a:gd name="T1" fmla="*/ 94 h 94"/>
                <a:gd name="T2" fmla="*/ 21 w 59"/>
                <a:gd name="T3" fmla="*/ 94 h 94"/>
                <a:gd name="T4" fmla="*/ 6 w 59"/>
                <a:gd name="T5" fmla="*/ 90 h 94"/>
                <a:gd name="T6" fmla="*/ 0 w 59"/>
                <a:gd name="T7" fmla="*/ 78 h 94"/>
                <a:gd name="T8" fmla="*/ 0 w 59"/>
                <a:gd name="T9" fmla="*/ 36 h 94"/>
                <a:gd name="T10" fmla="*/ 5 w 59"/>
                <a:gd name="T11" fmla="*/ 24 h 94"/>
                <a:gd name="T12" fmla="*/ 20 w 59"/>
                <a:gd name="T13" fmla="*/ 19 h 94"/>
                <a:gd name="T14" fmla="*/ 59 w 59"/>
                <a:gd name="T15" fmla="*/ 19 h 94"/>
                <a:gd name="T16" fmla="*/ 59 w 59"/>
                <a:gd name="T17" fmla="*/ 30 h 94"/>
                <a:gd name="T18" fmla="*/ 24 w 59"/>
                <a:gd name="T19" fmla="*/ 30 h 94"/>
                <a:gd name="T20" fmla="*/ 13 w 59"/>
                <a:gd name="T21" fmla="*/ 39 h 94"/>
                <a:gd name="T22" fmla="*/ 13 w 59"/>
                <a:gd name="T23" fmla="*/ 51 h 94"/>
                <a:gd name="T24" fmla="*/ 59 w 59"/>
                <a:gd name="T25" fmla="*/ 51 h 94"/>
                <a:gd name="T26" fmla="*/ 59 w 59"/>
                <a:gd name="T27" fmla="*/ 62 h 94"/>
                <a:gd name="T28" fmla="*/ 13 w 59"/>
                <a:gd name="T29" fmla="*/ 62 h 94"/>
                <a:gd name="T30" fmla="*/ 13 w 59"/>
                <a:gd name="T31" fmla="*/ 74 h 94"/>
                <a:gd name="T32" fmla="*/ 24 w 59"/>
                <a:gd name="T33" fmla="*/ 83 h 94"/>
                <a:gd name="T34" fmla="*/ 59 w 59"/>
                <a:gd name="T35" fmla="*/ 83 h 94"/>
                <a:gd name="T36" fmla="*/ 59 w 59"/>
                <a:gd name="T37" fmla="*/ 94 h 94"/>
                <a:gd name="T38" fmla="*/ 44 w 59"/>
                <a:gd name="T39" fmla="*/ 0 h 94"/>
                <a:gd name="T40" fmla="*/ 34 w 59"/>
                <a:gd name="T41" fmla="*/ 13 h 94"/>
                <a:gd name="T42" fmla="*/ 24 w 59"/>
                <a:gd name="T43" fmla="*/ 13 h 94"/>
                <a:gd name="T44" fmla="*/ 33 w 59"/>
                <a:gd name="T45" fmla="*/ 0 h 94"/>
                <a:gd name="T46" fmla="*/ 44 w 59"/>
                <a:gd name="T47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4">
                  <a:moveTo>
                    <a:pt x="59" y="94"/>
                  </a:moveTo>
                  <a:cubicBezTo>
                    <a:pt x="21" y="94"/>
                    <a:pt x="21" y="94"/>
                    <a:pt x="21" y="94"/>
                  </a:cubicBezTo>
                  <a:cubicBezTo>
                    <a:pt x="14" y="94"/>
                    <a:pt x="9" y="92"/>
                    <a:pt x="6" y="90"/>
                  </a:cubicBezTo>
                  <a:cubicBezTo>
                    <a:pt x="2" y="87"/>
                    <a:pt x="0" y="83"/>
                    <a:pt x="0" y="78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1"/>
                    <a:pt x="1" y="27"/>
                    <a:pt x="5" y="24"/>
                  </a:cubicBezTo>
                  <a:cubicBezTo>
                    <a:pt x="8" y="21"/>
                    <a:pt x="13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4" y="30"/>
                    <a:pt x="24" y="30"/>
                    <a:pt x="24" y="30"/>
                  </a:cubicBezTo>
                  <a:cubicBezTo>
                    <a:pt x="17" y="30"/>
                    <a:pt x="13" y="33"/>
                    <a:pt x="13" y="39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3"/>
                    <a:pt x="24" y="83"/>
                  </a:cubicBezTo>
                  <a:cubicBezTo>
                    <a:pt x="59" y="83"/>
                    <a:pt x="59" y="83"/>
                    <a:pt x="59" y="83"/>
                  </a:cubicBezTo>
                  <a:lnTo>
                    <a:pt x="59" y="94"/>
                  </a:lnTo>
                  <a:close/>
                  <a:moveTo>
                    <a:pt x="44" y="0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33" y="0"/>
                    <a:pt x="33" y="0"/>
                    <a:pt x="33" y="0"/>
                  </a:cubicBezTo>
                  <a:lnTo>
                    <a:pt x="44" y="0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1" name="Freeform 47"/>
            <p:cNvSpPr>
              <a:spLocks noEditPoints="1"/>
            </p:cNvSpPr>
            <p:nvPr userDrawn="1"/>
          </p:nvSpPr>
          <p:spPr bwMode="auto">
            <a:xfrm>
              <a:off x="2322" y="2726"/>
              <a:ext cx="97" cy="114"/>
            </a:xfrm>
            <a:custGeom>
              <a:avLst/>
              <a:gdLst>
                <a:gd name="T0" fmla="*/ 64 w 64"/>
                <a:gd name="T1" fmla="*/ 58 h 75"/>
                <a:gd name="T2" fmla="*/ 42 w 64"/>
                <a:gd name="T3" fmla="*/ 75 h 75"/>
                <a:gd name="T4" fmla="*/ 22 w 64"/>
                <a:gd name="T5" fmla="*/ 75 h 75"/>
                <a:gd name="T6" fmla="*/ 7 w 64"/>
                <a:gd name="T7" fmla="*/ 71 h 75"/>
                <a:gd name="T8" fmla="*/ 0 w 64"/>
                <a:gd name="T9" fmla="*/ 58 h 75"/>
                <a:gd name="T10" fmla="*/ 0 w 64"/>
                <a:gd name="T11" fmla="*/ 17 h 75"/>
                <a:gd name="T12" fmla="*/ 7 w 64"/>
                <a:gd name="T13" fmla="*/ 4 h 75"/>
                <a:gd name="T14" fmla="*/ 22 w 64"/>
                <a:gd name="T15" fmla="*/ 0 h 75"/>
                <a:gd name="T16" fmla="*/ 43 w 64"/>
                <a:gd name="T17" fmla="*/ 0 h 75"/>
                <a:gd name="T18" fmla="*/ 64 w 64"/>
                <a:gd name="T19" fmla="*/ 17 h 75"/>
                <a:gd name="T20" fmla="*/ 64 w 64"/>
                <a:gd name="T21" fmla="*/ 58 h 75"/>
                <a:gd name="T22" fmla="*/ 51 w 64"/>
                <a:gd name="T23" fmla="*/ 55 h 75"/>
                <a:gd name="T24" fmla="*/ 51 w 64"/>
                <a:gd name="T25" fmla="*/ 21 h 75"/>
                <a:gd name="T26" fmla="*/ 48 w 64"/>
                <a:gd name="T27" fmla="*/ 13 h 75"/>
                <a:gd name="T28" fmla="*/ 39 w 64"/>
                <a:gd name="T29" fmla="*/ 11 h 75"/>
                <a:gd name="T30" fmla="*/ 26 w 64"/>
                <a:gd name="T31" fmla="*/ 11 h 75"/>
                <a:gd name="T32" fmla="*/ 16 w 64"/>
                <a:gd name="T33" fmla="*/ 13 h 75"/>
                <a:gd name="T34" fmla="*/ 14 w 64"/>
                <a:gd name="T35" fmla="*/ 21 h 75"/>
                <a:gd name="T36" fmla="*/ 14 w 64"/>
                <a:gd name="T37" fmla="*/ 55 h 75"/>
                <a:gd name="T38" fmla="*/ 17 w 64"/>
                <a:gd name="T39" fmla="*/ 62 h 75"/>
                <a:gd name="T40" fmla="*/ 26 w 64"/>
                <a:gd name="T41" fmla="*/ 64 h 75"/>
                <a:gd name="T42" fmla="*/ 39 w 64"/>
                <a:gd name="T43" fmla="*/ 64 h 75"/>
                <a:gd name="T44" fmla="*/ 48 w 64"/>
                <a:gd name="T45" fmla="*/ 62 h 75"/>
                <a:gd name="T46" fmla="*/ 51 w 64"/>
                <a:gd name="T47" fmla="*/ 55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5">
                  <a:moveTo>
                    <a:pt x="64" y="58"/>
                  </a:moveTo>
                  <a:cubicBezTo>
                    <a:pt x="64" y="69"/>
                    <a:pt x="57" y="75"/>
                    <a:pt x="42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7" y="71"/>
                  </a:cubicBezTo>
                  <a:cubicBezTo>
                    <a:pt x="3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3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8"/>
                  </a:lnTo>
                  <a:close/>
                  <a:moveTo>
                    <a:pt x="51" y="55"/>
                  </a:moveTo>
                  <a:cubicBezTo>
                    <a:pt x="51" y="21"/>
                    <a:pt x="51" y="21"/>
                    <a:pt x="51" y="21"/>
                  </a:cubicBezTo>
                  <a:cubicBezTo>
                    <a:pt x="51" y="17"/>
                    <a:pt x="50" y="15"/>
                    <a:pt x="48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5"/>
                    <a:pt x="14" y="17"/>
                    <a:pt x="14" y="21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0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8" y="62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2" name="Freeform 48"/>
            <p:cNvSpPr>
              <a:spLocks/>
            </p:cNvSpPr>
            <p:nvPr userDrawn="1"/>
          </p:nvSpPr>
          <p:spPr bwMode="auto">
            <a:xfrm>
              <a:off x="2476" y="2726"/>
              <a:ext cx="98" cy="114"/>
            </a:xfrm>
            <a:custGeom>
              <a:avLst/>
              <a:gdLst>
                <a:gd name="T0" fmla="*/ 65 w 65"/>
                <a:gd name="T1" fmla="*/ 57 h 75"/>
                <a:gd name="T2" fmla="*/ 60 w 65"/>
                <a:gd name="T3" fmla="*/ 70 h 75"/>
                <a:gd name="T4" fmla="*/ 45 w 65"/>
                <a:gd name="T5" fmla="*/ 75 h 75"/>
                <a:gd name="T6" fmla="*/ 22 w 65"/>
                <a:gd name="T7" fmla="*/ 75 h 75"/>
                <a:gd name="T8" fmla="*/ 6 w 65"/>
                <a:gd name="T9" fmla="*/ 70 h 75"/>
                <a:gd name="T10" fmla="*/ 1 w 65"/>
                <a:gd name="T11" fmla="*/ 63 h 75"/>
                <a:gd name="T12" fmla="*/ 0 w 65"/>
                <a:gd name="T13" fmla="*/ 55 h 75"/>
                <a:gd name="T14" fmla="*/ 0 w 65"/>
                <a:gd name="T15" fmla="*/ 18 h 75"/>
                <a:gd name="T16" fmla="*/ 1 w 65"/>
                <a:gd name="T17" fmla="*/ 10 h 75"/>
                <a:gd name="T18" fmla="*/ 7 w 65"/>
                <a:gd name="T19" fmla="*/ 4 h 75"/>
                <a:gd name="T20" fmla="*/ 22 w 65"/>
                <a:gd name="T21" fmla="*/ 0 h 75"/>
                <a:gd name="T22" fmla="*/ 60 w 65"/>
                <a:gd name="T23" fmla="*/ 0 h 75"/>
                <a:gd name="T24" fmla="*/ 60 w 65"/>
                <a:gd name="T25" fmla="*/ 11 h 75"/>
                <a:gd name="T26" fmla="*/ 25 w 65"/>
                <a:gd name="T27" fmla="*/ 11 h 75"/>
                <a:gd name="T28" fmla="*/ 16 w 65"/>
                <a:gd name="T29" fmla="*/ 13 h 75"/>
                <a:gd name="T30" fmla="*/ 14 w 65"/>
                <a:gd name="T31" fmla="*/ 20 h 75"/>
                <a:gd name="T32" fmla="*/ 14 w 65"/>
                <a:gd name="T33" fmla="*/ 55 h 75"/>
                <a:gd name="T34" fmla="*/ 17 w 65"/>
                <a:gd name="T35" fmla="*/ 62 h 75"/>
                <a:gd name="T36" fmla="*/ 25 w 65"/>
                <a:gd name="T37" fmla="*/ 64 h 75"/>
                <a:gd name="T38" fmla="*/ 42 w 65"/>
                <a:gd name="T39" fmla="*/ 64 h 75"/>
                <a:gd name="T40" fmla="*/ 52 w 65"/>
                <a:gd name="T41" fmla="*/ 55 h 75"/>
                <a:gd name="T42" fmla="*/ 52 w 65"/>
                <a:gd name="T43" fmla="*/ 34 h 75"/>
                <a:gd name="T44" fmla="*/ 65 w 65"/>
                <a:gd name="T45" fmla="*/ 34 h 75"/>
                <a:gd name="T46" fmla="*/ 65 w 65"/>
                <a:gd name="T47" fmla="*/ 5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5" h="75">
                  <a:moveTo>
                    <a:pt x="65" y="57"/>
                  </a:moveTo>
                  <a:cubicBezTo>
                    <a:pt x="65" y="62"/>
                    <a:pt x="64" y="67"/>
                    <a:pt x="60" y="70"/>
                  </a:cubicBezTo>
                  <a:cubicBezTo>
                    <a:pt x="57" y="73"/>
                    <a:pt x="52" y="75"/>
                    <a:pt x="45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3"/>
                    <a:pt x="6" y="70"/>
                  </a:cubicBezTo>
                  <a:cubicBezTo>
                    <a:pt x="4" y="68"/>
                    <a:pt x="2" y="66"/>
                    <a:pt x="1" y="63"/>
                  </a:cubicBezTo>
                  <a:cubicBezTo>
                    <a:pt x="1" y="62"/>
                    <a:pt x="0" y="59"/>
                    <a:pt x="0" y="55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0" y="15"/>
                    <a:pt x="1" y="12"/>
                    <a:pt x="1" y="10"/>
                  </a:cubicBezTo>
                  <a:cubicBezTo>
                    <a:pt x="2" y="8"/>
                    <a:pt x="4" y="6"/>
                    <a:pt x="7" y="4"/>
                  </a:cubicBezTo>
                  <a:cubicBezTo>
                    <a:pt x="11" y="2"/>
                    <a:pt x="16" y="0"/>
                    <a:pt x="22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0" y="11"/>
                    <a:pt x="60" y="11"/>
                    <a:pt x="60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5" y="14"/>
                    <a:pt x="14" y="16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8"/>
                    <a:pt x="15" y="61"/>
                    <a:pt x="17" y="62"/>
                  </a:cubicBezTo>
                  <a:cubicBezTo>
                    <a:pt x="18" y="63"/>
                    <a:pt x="21" y="64"/>
                    <a:pt x="25" y="64"/>
                  </a:cubicBezTo>
                  <a:cubicBezTo>
                    <a:pt x="42" y="64"/>
                    <a:pt x="42" y="64"/>
                    <a:pt x="42" y="64"/>
                  </a:cubicBezTo>
                  <a:cubicBezTo>
                    <a:pt x="49" y="64"/>
                    <a:pt x="52" y="61"/>
                    <a:pt x="52" y="55"/>
                  </a:cubicBezTo>
                  <a:cubicBezTo>
                    <a:pt x="52" y="34"/>
                    <a:pt x="52" y="34"/>
                    <a:pt x="52" y="34"/>
                  </a:cubicBezTo>
                  <a:cubicBezTo>
                    <a:pt x="65" y="34"/>
                    <a:pt x="65" y="34"/>
                    <a:pt x="65" y="34"/>
                  </a:cubicBezTo>
                  <a:lnTo>
                    <a:pt x="65" y="5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3" name="Freeform 49"/>
            <p:cNvSpPr>
              <a:spLocks/>
            </p:cNvSpPr>
            <p:nvPr userDrawn="1"/>
          </p:nvSpPr>
          <p:spPr bwMode="auto">
            <a:xfrm>
              <a:off x="2631" y="2728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5 h 74"/>
                <a:gd name="T6" fmla="*/ 15 w 65"/>
                <a:gd name="T7" fmla="*/ 40 h 74"/>
                <a:gd name="T8" fmla="*/ 23 w 65"/>
                <a:gd name="T9" fmla="*/ 34 h 74"/>
                <a:gd name="T10" fmla="*/ 42 w 65"/>
                <a:gd name="T11" fmla="*/ 34 h 74"/>
                <a:gd name="T12" fmla="*/ 52 w 65"/>
                <a:gd name="T13" fmla="*/ 27 h 74"/>
                <a:gd name="T14" fmla="*/ 52 w 65"/>
                <a:gd name="T15" fmla="*/ 18 h 74"/>
                <a:gd name="T16" fmla="*/ 41 w 65"/>
                <a:gd name="T17" fmla="*/ 10 h 74"/>
                <a:gd name="T18" fmla="*/ 14 w 65"/>
                <a:gd name="T19" fmla="*/ 10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5 h 74"/>
                <a:gd name="T30" fmla="*/ 65 w 65"/>
                <a:gd name="T31" fmla="*/ 28 h 74"/>
                <a:gd name="T32" fmla="*/ 60 w 65"/>
                <a:gd name="T33" fmla="*/ 39 h 74"/>
                <a:gd name="T34" fmla="*/ 46 w 65"/>
                <a:gd name="T35" fmla="*/ 43 h 74"/>
                <a:gd name="T36" fmla="*/ 31 w 65"/>
                <a:gd name="T37" fmla="*/ 43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5"/>
                    <a:pt x="16" y="45"/>
                    <a:pt x="16" y="45"/>
                  </a:cubicBezTo>
                  <a:cubicBezTo>
                    <a:pt x="15" y="44"/>
                    <a:pt x="15" y="43"/>
                    <a:pt x="15" y="40"/>
                  </a:cubicBezTo>
                  <a:cubicBezTo>
                    <a:pt x="15" y="36"/>
                    <a:pt x="17" y="34"/>
                    <a:pt x="23" y="34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4"/>
                    <a:pt x="52" y="32"/>
                    <a:pt x="52" y="27"/>
                  </a:cubicBezTo>
                  <a:cubicBezTo>
                    <a:pt x="52" y="18"/>
                    <a:pt x="52" y="18"/>
                    <a:pt x="52" y="18"/>
                  </a:cubicBezTo>
                  <a:cubicBezTo>
                    <a:pt x="52" y="13"/>
                    <a:pt x="48" y="10"/>
                    <a:pt x="41" y="10"/>
                  </a:cubicBezTo>
                  <a:cubicBezTo>
                    <a:pt x="14" y="10"/>
                    <a:pt x="14" y="10"/>
                    <a:pt x="14" y="10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5"/>
                  </a:cubicBezTo>
                  <a:cubicBezTo>
                    <a:pt x="65" y="28"/>
                    <a:pt x="65" y="28"/>
                    <a:pt x="65" y="28"/>
                  </a:cubicBezTo>
                  <a:cubicBezTo>
                    <a:pt x="65" y="33"/>
                    <a:pt x="63" y="36"/>
                    <a:pt x="60" y="39"/>
                  </a:cubicBezTo>
                  <a:cubicBezTo>
                    <a:pt x="56" y="42"/>
                    <a:pt x="52" y="43"/>
                    <a:pt x="46" y="43"/>
                  </a:cubicBezTo>
                  <a:cubicBezTo>
                    <a:pt x="31" y="43"/>
                    <a:pt x="31" y="43"/>
                    <a:pt x="31" y="43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4" name="Freeform 50"/>
            <p:cNvSpPr>
              <a:spLocks noEditPoints="1"/>
            </p:cNvSpPr>
            <p:nvPr userDrawn="1"/>
          </p:nvSpPr>
          <p:spPr bwMode="auto">
            <a:xfrm>
              <a:off x="2773" y="2728"/>
              <a:ext cx="121" cy="112"/>
            </a:xfrm>
            <a:custGeom>
              <a:avLst/>
              <a:gdLst>
                <a:gd name="T0" fmla="*/ 80 w 80"/>
                <a:gd name="T1" fmla="*/ 74 h 74"/>
                <a:gd name="T2" fmla="*/ 66 w 80"/>
                <a:gd name="T3" fmla="*/ 74 h 74"/>
                <a:gd name="T4" fmla="*/ 58 w 80"/>
                <a:gd name="T5" fmla="*/ 55 h 74"/>
                <a:gd name="T6" fmla="*/ 22 w 80"/>
                <a:gd name="T7" fmla="*/ 55 h 74"/>
                <a:gd name="T8" fmla="*/ 14 w 80"/>
                <a:gd name="T9" fmla="*/ 74 h 74"/>
                <a:gd name="T10" fmla="*/ 0 w 80"/>
                <a:gd name="T11" fmla="*/ 74 h 74"/>
                <a:gd name="T12" fmla="*/ 29 w 80"/>
                <a:gd name="T13" fmla="*/ 6 h 74"/>
                <a:gd name="T14" fmla="*/ 40 w 80"/>
                <a:gd name="T15" fmla="*/ 0 h 74"/>
                <a:gd name="T16" fmla="*/ 50 w 80"/>
                <a:gd name="T17" fmla="*/ 6 h 74"/>
                <a:gd name="T18" fmla="*/ 80 w 80"/>
                <a:gd name="T19" fmla="*/ 74 h 74"/>
                <a:gd name="T20" fmla="*/ 54 w 80"/>
                <a:gd name="T21" fmla="*/ 45 h 74"/>
                <a:gd name="T22" fmla="*/ 39 w 80"/>
                <a:gd name="T23" fmla="*/ 12 h 74"/>
                <a:gd name="T24" fmla="*/ 26 w 80"/>
                <a:gd name="T25" fmla="*/ 45 h 74"/>
                <a:gd name="T26" fmla="*/ 54 w 80"/>
                <a:gd name="T27" fmla="*/ 4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0" h="74">
                  <a:moveTo>
                    <a:pt x="80" y="74"/>
                  </a:moveTo>
                  <a:cubicBezTo>
                    <a:pt x="66" y="74"/>
                    <a:pt x="66" y="74"/>
                    <a:pt x="66" y="74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22" y="55"/>
                    <a:pt x="22" y="55"/>
                    <a:pt x="22" y="55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29" y="6"/>
                    <a:pt x="29" y="6"/>
                    <a:pt x="29" y="6"/>
                  </a:cubicBezTo>
                  <a:cubicBezTo>
                    <a:pt x="31" y="2"/>
                    <a:pt x="35" y="0"/>
                    <a:pt x="40" y="0"/>
                  </a:cubicBezTo>
                  <a:cubicBezTo>
                    <a:pt x="45" y="0"/>
                    <a:pt x="48" y="2"/>
                    <a:pt x="50" y="6"/>
                  </a:cubicBezTo>
                  <a:lnTo>
                    <a:pt x="80" y="74"/>
                  </a:lnTo>
                  <a:close/>
                  <a:moveTo>
                    <a:pt x="54" y="4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26" y="45"/>
                    <a:pt x="26" y="45"/>
                    <a:pt x="26" y="45"/>
                  </a:cubicBezTo>
                  <a:lnTo>
                    <a:pt x="54" y="45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5" name="Freeform 51"/>
            <p:cNvSpPr>
              <a:spLocks noEditPoints="1"/>
            </p:cNvSpPr>
            <p:nvPr userDrawn="1"/>
          </p:nvSpPr>
          <p:spPr bwMode="auto">
            <a:xfrm>
              <a:off x="2939" y="2726"/>
              <a:ext cx="99" cy="114"/>
            </a:xfrm>
            <a:custGeom>
              <a:avLst/>
              <a:gdLst>
                <a:gd name="T0" fmla="*/ 66 w 66"/>
                <a:gd name="T1" fmla="*/ 31 h 75"/>
                <a:gd name="T2" fmla="*/ 60 w 66"/>
                <a:gd name="T3" fmla="*/ 42 h 75"/>
                <a:gd name="T4" fmla="*/ 46 w 66"/>
                <a:gd name="T5" fmla="*/ 47 h 75"/>
                <a:gd name="T6" fmla="*/ 14 w 66"/>
                <a:gd name="T7" fmla="*/ 47 h 75"/>
                <a:gd name="T8" fmla="*/ 14 w 66"/>
                <a:gd name="T9" fmla="*/ 75 h 75"/>
                <a:gd name="T10" fmla="*/ 0 w 66"/>
                <a:gd name="T11" fmla="*/ 75 h 75"/>
                <a:gd name="T12" fmla="*/ 0 w 66"/>
                <a:gd name="T13" fmla="*/ 0 h 75"/>
                <a:gd name="T14" fmla="*/ 45 w 66"/>
                <a:gd name="T15" fmla="*/ 0 h 75"/>
                <a:gd name="T16" fmla="*/ 60 w 66"/>
                <a:gd name="T17" fmla="*/ 4 h 75"/>
                <a:gd name="T18" fmla="*/ 66 w 66"/>
                <a:gd name="T19" fmla="*/ 15 h 75"/>
                <a:gd name="T20" fmla="*/ 66 w 66"/>
                <a:gd name="T21" fmla="*/ 31 h 75"/>
                <a:gd name="T22" fmla="*/ 52 w 66"/>
                <a:gd name="T23" fmla="*/ 27 h 75"/>
                <a:gd name="T24" fmla="*/ 52 w 66"/>
                <a:gd name="T25" fmla="*/ 18 h 75"/>
                <a:gd name="T26" fmla="*/ 42 w 66"/>
                <a:gd name="T27" fmla="*/ 11 h 75"/>
                <a:gd name="T28" fmla="*/ 14 w 66"/>
                <a:gd name="T29" fmla="*/ 11 h 75"/>
                <a:gd name="T30" fmla="*/ 14 w 66"/>
                <a:gd name="T31" fmla="*/ 36 h 75"/>
                <a:gd name="T32" fmla="*/ 41 w 66"/>
                <a:gd name="T33" fmla="*/ 36 h 75"/>
                <a:gd name="T34" fmla="*/ 52 w 66"/>
                <a:gd name="T35" fmla="*/ 27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66" h="75">
                  <a:moveTo>
                    <a:pt x="66" y="31"/>
                  </a:moveTo>
                  <a:cubicBezTo>
                    <a:pt x="66" y="36"/>
                    <a:pt x="64" y="40"/>
                    <a:pt x="60" y="42"/>
                  </a:cubicBezTo>
                  <a:cubicBezTo>
                    <a:pt x="57" y="45"/>
                    <a:pt x="52" y="47"/>
                    <a:pt x="46" y="47"/>
                  </a:cubicBezTo>
                  <a:cubicBezTo>
                    <a:pt x="14" y="47"/>
                    <a:pt x="14" y="47"/>
                    <a:pt x="14" y="47"/>
                  </a:cubicBezTo>
                  <a:cubicBezTo>
                    <a:pt x="14" y="75"/>
                    <a:pt x="14" y="75"/>
                    <a:pt x="14" y="75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1" y="0"/>
                    <a:pt x="56" y="1"/>
                    <a:pt x="60" y="4"/>
                  </a:cubicBezTo>
                  <a:cubicBezTo>
                    <a:pt x="63" y="7"/>
                    <a:pt x="65" y="10"/>
                    <a:pt x="66" y="15"/>
                  </a:cubicBezTo>
                  <a:cubicBezTo>
                    <a:pt x="66" y="20"/>
                    <a:pt x="66" y="25"/>
                    <a:pt x="66" y="31"/>
                  </a:cubicBezTo>
                  <a:close/>
                  <a:moveTo>
                    <a:pt x="52" y="27"/>
                  </a:moveTo>
                  <a:cubicBezTo>
                    <a:pt x="52" y="18"/>
                    <a:pt x="52" y="18"/>
                    <a:pt x="52" y="18"/>
                  </a:cubicBezTo>
                  <a:cubicBezTo>
                    <a:pt x="52" y="14"/>
                    <a:pt x="49" y="11"/>
                    <a:pt x="42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41" y="36"/>
                    <a:pt x="41" y="36"/>
                    <a:pt x="41" y="36"/>
                  </a:cubicBezTo>
                  <a:cubicBezTo>
                    <a:pt x="49" y="36"/>
                    <a:pt x="52" y="33"/>
                    <a:pt x="52" y="27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6" name="Freeform 52"/>
            <p:cNvSpPr>
              <a:spLocks/>
            </p:cNvSpPr>
            <p:nvPr userDrawn="1"/>
          </p:nvSpPr>
          <p:spPr bwMode="auto">
            <a:xfrm>
              <a:off x="3094" y="2726"/>
              <a:ext cx="100" cy="114"/>
            </a:xfrm>
            <a:custGeom>
              <a:avLst/>
              <a:gdLst>
                <a:gd name="T0" fmla="*/ 100 w 100"/>
                <a:gd name="T1" fmla="*/ 114 h 114"/>
                <a:gd name="T2" fmla="*/ 80 w 100"/>
                <a:gd name="T3" fmla="*/ 114 h 114"/>
                <a:gd name="T4" fmla="*/ 80 w 100"/>
                <a:gd name="T5" fmla="*/ 65 h 114"/>
                <a:gd name="T6" fmla="*/ 20 w 100"/>
                <a:gd name="T7" fmla="*/ 65 h 114"/>
                <a:gd name="T8" fmla="*/ 20 w 100"/>
                <a:gd name="T9" fmla="*/ 114 h 114"/>
                <a:gd name="T10" fmla="*/ 0 w 100"/>
                <a:gd name="T11" fmla="*/ 114 h 114"/>
                <a:gd name="T12" fmla="*/ 0 w 100"/>
                <a:gd name="T13" fmla="*/ 0 h 114"/>
                <a:gd name="T14" fmla="*/ 20 w 100"/>
                <a:gd name="T15" fmla="*/ 0 h 114"/>
                <a:gd name="T16" fmla="*/ 20 w 100"/>
                <a:gd name="T17" fmla="*/ 49 h 114"/>
                <a:gd name="T18" fmla="*/ 80 w 100"/>
                <a:gd name="T19" fmla="*/ 49 h 114"/>
                <a:gd name="T20" fmla="*/ 80 w 100"/>
                <a:gd name="T21" fmla="*/ 0 h 114"/>
                <a:gd name="T22" fmla="*/ 100 w 100"/>
                <a:gd name="T23" fmla="*/ 0 h 114"/>
                <a:gd name="T24" fmla="*/ 100 w 100"/>
                <a:gd name="T2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0" h="114">
                  <a:moveTo>
                    <a:pt x="100" y="114"/>
                  </a:moveTo>
                  <a:lnTo>
                    <a:pt x="80" y="114"/>
                  </a:lnTo>
                  <a:lnTo>
                    <a:pt x="80" y="65"/>
                  </a:lnTo>
                  <a:lnTo>
                    <a:pt x="20" y="65"/>
                  </a:lnTo>
                  <a:lnTo>
                    <a:pt x="20" y="114"/>
                  </a:lnTo>
                  <a:lnTo>
                    <a:pt x="0" y="114"/>
                  </a:lnTo>
                  <a:lnTo>
                    <a:pt x="0" y="0"/>
                  </a:lnTo>
                  <a:lnTo>
                    <a:pt x="20" y="0"/>
                  </a:lnTo>
                  <a:lnTo>
                    <a:pt x="20" y="49"/>
                  </a:lnTo>
                  <a:lnTo>
                    <a:pt x="80" y="49"/>
                  </a:lnTo>
                  <a:lnTo>
                    <a:pt x="80" y="0"/>
                  </a:lnTo>
                  <a:lnTo>
                    <a:pt x="100" y="0"/>
                  </a:lnTo>
                  <a:lnTo>
                    <a:pt x="100" y="11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7" name="Rectangle 53"/>
            <p:cNvSpPr>
              <a:spLocks noChangeArrowheads="1"/>
            </p:cNvSpPr>
            <p:nvPr userDrawn="1"/>
          </p:nvSpPr>
          <p:spPr bwMode="auto">
            <a:xfrm>
              <a:off x="3251" y="2726"/>
              <a:ext cx="20" cy="114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8" name="Freeform 54"/>
            <p:cNvSpPr>
              <a:spLocks noEditPoints="1"/>
            </p:cNvSpPr>
            <p:nvPr userDrawn="1"/>
          </p:nvSpPr>
          <p:spPr bwMode="auto">
            <a:xfrm>
              <a:off x="3328" y="2726"/>
              <a:ext cx="98" cy="129"/>
            </a:xfrm>
            <a:custGeom>
              <a:avLst/>
              <a:gdLst>
                <a:gd name="T0" fmla="*/ 65 w 65"/>
                <a:gd name="T1" fmla="*/ 58 h 85"/>
                <a:gd name="T2" fmla="*/ 51 w 65"/>
                <a:gd name="T3" fmla="*/ 74 h 85"/>
                <a:gd name="T4" fmla="*/ 64 w 65"/>
                <a:gd name="T5" fmla="*/ 85 h 85"/>
                <a:gd name="T6" fmla="*/ 46 w 65"/>
                <a:gd name="T7" fmla="*/ 85 h 85"/>
                <a:gd name="T8" fmla="*/ 33 w 65"/>
                <a:gd name="T9" fmla="*/ 75 h 85"/>
                <a:gd name="T10" fmla="*/ 22 w 65"/>
                <a:gd name="T11" fmla="*/ 75 h 85"/>
                <a:gd name="T12" fmla="*/ 7 w 65"/>
                <a:gd name="T13" fmla="*/ 71 h 85"/>
                <a:gd name="T14" fmla="*/ 0 w 65"/>
                <a:gd name="T15" fmla="*/ 58 h 85"/>
                <a:gd name="T16" fmla="*/ 0 w 65"/>
                <a:gd name="T17" fmla="*/ 17 h 85"/>
                <a:gd name="T18" fmla="*/ 7 w 65"/>
                <a:gd name="T19" fmla="*/ 4 h 85"/>
                <a:gd name="T20" fmla="*/ 22 w 65"/>
                <a:gd name="T21" fmla="*/ 0 h 85"/>
                <a:gd name="T22" fmla="*/ 43 w 65"/>
                <a:gd name="T23" fmla="*/ 0 h 85"/>
                <a:gd name="T24" fmla="*/ 58 w 65"/>
                <a:gd name="T25" fmla="*/ 4 h 85"/>
                <a:gd name="T26" fmla="*/ 65 w 65"/>
                <a:gd name="T27" fmla="*/ 17 h 85"/>
                <a:gd name="T28" fmla="*/ 65 w 65"/>
                <a:gd name="T29" fmla="*/ 58 h 85"/>
                <a:gd name="T30" fmla="*/ 52 w 65"/>
                <a:gd name="T31" fmla="*/ 56 h 85"/>
                <a:gd name="T32" fmla="*/ 52 w 65"/>
                <a:gd name="T33" fmla="*/ 20 h 85"/>
                <a:gd name="T34" fmla="*/ 49 w 65"/>
                <a:gd name="T35" fmla="*/ 13 h 85"/>
                <a:gd name="T36" fmla="*/ 39 w 65"/>
                <a:gd name="T37" fmla="*/ 11 h 85"/>
                <a:gd name="T38" fmla="*/ 26 w 65"/>
                <a:gd name="T39" fmla="*/ 11 h 85"/>
                <a:gd name="T40" fmla="*/ 16 w 65"/>
                <a:gd name="T41" fmla="*/ 13 h 85"/>
                <a:gd name="T42" fmla="*/ 14 w 65"/>
                <a:gd name="T43" fmla="*/ 20 h 85"/>
                <a:gd name="T44" fmla="*/ 14 w 65"/>
                <a:gd name="T45" fmla="*/ 55 h 85"/>
                <a:gd name="T46" fmla="*/ 17 w 65"/>
                <a:gd name="T47" fmla="*/ 62 h 85"/>
                <a:gd name="T48" fmla="*/ 26 w 65"/>
                <a:gd name="T49" fmla="*/ 64 h 85"/>
                <a:gd name="T50" fmla="*/ 39 w 65"/>
                <a:gd name="T51" fmla="*/ 64 h 85"/>
                <a:gd name="T52" fmla="*/ 49 w 65"/>
                <a:gd name="T53" fmla="*/ 62 h 85"/>
                <a:gd name="T54" fmla="*/ 52 w 65"/>
                <a:gd name="T55" fmla="*/ 56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65" h="85">
                  <a:moveTo>
                    <a:pt x="65" y="58"/>
                  </a:moveTo>
                  <a:cubicBezTo>
                    <a:pt x="65" y="67"/>
                    <a:pt x="60" y="72"/>
                    <a:pt x="51" y="74"/>
                  </a:cubicBezTo>
                  <a:cubicBezTo>
                    <a:pt x="64" y="85"/>
                    <a:pt x="64" y="85"/>
                    <a:pt x="64" y="85"/>
                  </a:cubicBezTo>
                  <a:cubicBezTo>
                    <a:pt x="46" y="85"/>
                    <a:pt x="46" y="85"/>
                    <a:pt x="46" y="85"/>
                  </a:cubicBezTo>
                  <a:cubicBezTo>
                    <a:pt x="33" y="75"/>
                    <a:pt x="33" y="75"/>
                    <a:pt x="3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5" y="75"/>
                    <a:pt x="10" y="74"/>
                    <a:pt x="7" y="71"/>
                  </a:cubicBezTo>
                  <a:cubicBezTo>
                    <a:pt x="2" y="69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2"/>
                    <a:pt x="15" y="0"/>
                    <a:pt x="22" y="0"/>
                  </a:cubicBezTo>
                  <a:cubicBezTo>
                    <a:pt x="43" y="0"/>
                    <a:pt x="43" y="0"/>
                    <a:pt x="43" y="0"/>
                  </a:cubicBezTo>
                  <a:cubicBezTo>
                    <a:pt x="50" y="0"/>
                    <a:pt x="55" y="2"/>
                    <a:pt x="58" y="4"/>
                  </a:cubicBezTo>
                  <a:cubicBezTo>
                    <a:pt x="63" y="7"/>
                    <a:pt x="65" y="11"/>
                    <a:pt x="65" y="17"/>
                  </a:cubicBezTo>
                  <a:lnTo>
                    <a:pt x="65" y="58"/>
                  </a:lnTo>
                  <a:close/>
                  <a:moveTo>
                    <a:pt x="52" y="56"/>
                  </a:moveTo>
                  <a:cubicBezTo>
                    <a:pt x="52" y="20"/>
                    <a:pt x="52" y="20"/>
                    <a:pt x="52" y="20"/>
                  </a:cubicBezTo>
                  <a:cubicBezTo>
                    <a:pt x="52" y="17"/>
                    <a:pt x="51" y="14"/>
                    <a:pt x="49" y="13"/>
                  </a:cubicBezTo>
                  <a:cubicBezTo>
                    <a:pt x="47" y="12"/>
                    <a:pt x="44" y="11"/>
                    <a:pt x="39" y="11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5"/>
                    <a:pt x="14" y="55"/>
                    <a:pt x="14" y="55"/>
                  </a:cubicBezTo>
                  <a:cubicBezTo>
                    <a:pt x="14" y="59"/>
                    <a:pt x="15" y="61"/>
                    <a:pt x="17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39" y="64"/>
                    <a:pt x="39" y="64"/>
                    <a:pt x="39" y="64"/>
                  </a:cubicBezTo>
                  <a:cubicBezTo>
                    <a:pt x="44" y="64"/>
                    <a:pt x="47" y="63"/>
                    <a:pt x="49" y="62"/>
                  </a:cubicBezTo>
                  <a:cubicBezTo>
                    <a:pt x="51" y="61"/>
                    <a:pt x="52" y="59"/>
                    <a:pt x="52" y="56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49" name="Freeform 55"/>
            <p:cNvSpPr>
              <a:spLocks/>
            </p:cNvSpPr>
            <p:nvPr userDrawn="1"/>
          </p:nvSpPr>
          <p:spPr bwMode="auto">
            <a:xfrm>
              <a:off x="3483" y="2726"/>
              <a:ext cx="98" cy="114"/>
            </a:xfrm>
            <a:custGeom>
              <a:avLst/>
              <a:gdLst>
                <a:gd name="T0" fmla="*/ 65 w 65"/>
                <a:gd name="T1" fmla="*/ 56 h 75"/>
                <a:gd name="T2" fmla="*/ 64 w 65"/>
                <a:gd name="T3" fmla="*/ 64 h 75"/>
                <a:gd name="T4" fmla="*/ 60 w 65"/>
                <a:gd name="T5" fmla="*/ 70 h 75"/>
                <a:gd name="T6" fmla="*/ 52 w 65"/>
                <a:gd name="T7" fmla="*/ 74 h 75"/>
                <a:gd name="T8" fmla="*/ 43 w 65"/>
                <a:gd name="T9" fmla="*/ 75 h 75"/>
                <a:gd name="T10" fmla="*/ 22 w 65"/>
                <a:gd name="T11" fmla="*/ 75 h 75"/>
                <a:gd name="T12" fmla="*/ 13 w 65"/>
                <a:gd name="T13" fmla="*/ 74 h 75"/>
                <a:gd name="T14" fmla="*/ 6 w 65"/>
                <a:gd name="T15" fmla="*/ 70 h 75"/>
                <a:gd name="T16" fmla="*/ 1 w 65"/>
                <a:gd name="T17" fmla="*/ 64 h 75"/>
                <a:gd name="T18" fmla="*/ 0 w 65"/>
                <a:gd name="T19" fmla="*/ 56 h 75"/>
                <a:gd name="T20" fmla="*/ 0 w 65"/>
                <a:gd name="T21" fmla="*/ 0 h 75"/>
                <a:gd name="T22" fmla="*/ 13 w 65"/>
                <a:gd name="T23" fmla="*/ 0 h 75"/>
                <a:gd name="T24" fmla="*/ 13 w 65"/>
                <a:gd name="T25" fmla="*/ 54 h 75"/>
                <a:gd name="T26" fmla="*/ 16 w 65"/>
                <a:gd name="T27" fmla="*/ 62 h 75"/>
                <a:gd name="T28" fmla="*/ 26 w 65"/>
                <a:gd name="T29" fmla="*/ 64 h 75"/>
                <a:gd name="T30" fmla="*/ 40 w 65"/>
                <a:gd name="T31" fmla="*/ 64 h 75"/>
                <a:gd name="T32" fmla="*/ 49 w 65"/>
                <a:gd name="T33" fmla="*/ 62 h 75"/>
                <a:gd name="T34" fmla="*/ 52 w 65"/>
                <a:gd name="T35" fmla="*/ 54 h 75"/>
                <a:gd name="T36" fmla="*/ 52 w 65"/>
                <a:gd name="T37" fmla="*/ 0 h 75"/>
                <a:gd name="T38" fmla="*/ 65 w 65"/>
                <a:gd name="T39" fmla="*/ 0 h 75"/>
                <a:gd name="T40" fmla="*/ 65 w 65"/>
                <a:gd name="T41" fmla="*/ 56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5" h="75">
                  <a:moveTo>
                    <a:pt x="65" y="56"/>
                  </a:moveTo>
                  <a:cubicBezTo>
                    <a:pt x="65" y="59"/>
                    <a:pt x="65" y="62"/>
                    <a:pt x="64" y="64"/>
                  </a:cubicBezTo>
                  <a:cubicBezTo>
                    <a:pt x="64" y="66"/>
                    <a:pt x="62" y="68"/>
                    <a:pt x="60" y="70"/>
                  </a:cubicBezTo>
                  <a:cubicBezTo>
                    <a:pt x="57" y="72"/>
                    <a:pt x="55" y="73"/>
                    <a:pt x="52" y="74"/>
                  </a:cubicBezTo>
                  <a:cubicBezTo>
                    <a:pt x="50" y="74"/>
                    <a:pt x="47" y="75"/>
                    <a:pt x="43" y="75"/>
                  </a:cubicBezTo>
                  <a:cubicBezTo>
                    <a:pt x="22" y="75"/>
                    <a:pt x="22" y="75"/>
                    <a:pt x="22" y="75"/>
                  </a:cubicBezTo>
                  <a:cubicBezTo>
                    <a:pt x="18" y="75"/>
                    <a:pt x="15" y="74"/>
                    <a:pt x="13" y="74"/>
                  </a:cubicBezTo>
                  <a:cubicBezTo>
                    <a:pt x="11" y="73"/>
                    <a:pt x="8" y="72"/>
                    <a:pt x="6" y="70"/>
                  </a:cubicBezTo>
                  <a:cubicBezTo>
                    <a:pt x="3" y="68"/>
                    <a:pt x="2" y="66"/>
                    <a:pt x="1" y="64"/>
                  </a:cubicBezTo>
                  <a:cubicBezTo>
                    <a:pt x="0" y="62"/>
                    <a:pt x="0" y="59"/>
                    <a:pt x="0" y="56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54"/>
                    <a:pt x="13" y="54"/>
                    <a:pt x="13" y="54"/>
                  </a:cubicBezTo>
                  <a:cubicBezTo>
                    <a:pt x="13" y="58"/>
                    <a:pt x="14" y="60"/>
                    <a:pt x="16" y="62"/>
                  </a:cubicBezTo>
                  <a:cubicBezTo>
                    <a:pt x="18" y="63"/>
                    <a:pt x="21" y="64"/>
                    <a:pt x="26" y="64"/>
                  </a:cubicBezTo>
                  <a:cubicBezTo>
                    <a:pt x="40" y="64"/>
                    <a:pt x="40" y="64"/>
                    <a:pt x="40" y="64"/>
                  </a:cubicBezTo>
                  <a:cubicBezTo>
                    <a:pt x="44" y="64"/>
                    <a:pt x="48" y="63"/>
                    <a:pt x="49" y="62"/>
                  </a:cubicBezTo>
                  <a:cubicBezTo>
                    <a:pt x="51" y="60"/>
                    <a:pt x="52" y="58"/>
                    <a:pt x="52" y="54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65" y="0"/>
                    <a:pt x="65" y="0"/>
                    <a:pt x="65" y="0"/>
                  </a:cubicBezTo>
                  <a:lnTo>
                    <a:pt x="65" y="5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0" name="Freeform 56"/>
            <p:cNvSpPr>
              <a:spLocks/>
            </p:cNvSpPr>
            <p:nvPr userDrawn="1"/>
          </p:nvSpPr>
          <p:spPr bwMode="auto">
            <a:xfrm>
              <a:off x="3638" y="2728"/>
              <a:ext cx="89" cy="112"/>
            </a:xfrm>
            <a:custGeom>
              <a:avLst/>
              <a:gdLst>
                <a:gd name="T0" fmla="*/ 57 w 59"/>
                <a:gd name="T1" fmla="*/ 42 h 74"/>
                <a:gd name="T2" fmla="*/ 14 w 59"/>
                <a:gd name="T3" fmla="*/ 42 h 74"/>
                <a:gd name="T4" fmla="*/ 14 w 59"/>
                <a:gd name="T5" fmla="*/ 54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2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6 h 74"/>
                <a:gd name="T20" fmla="*/ 6 w 59"/>
                <a:gd name="T21" fmla="*/ 4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0 h 74"/>
                <a:gd name="T28" fmla="*/ 25 w 59"/>
                <a:gd name="T29" fmla="*/ 10 h 74"/>
                <a:gd name="T30" fmla="*/ 14 w 59"/>
                <a:gd name="T31" fmla="*/ 19 h 74"/>
                <a:gd name="T32" fmla="*/ 14 w 59"/>
                <a:gd name="T33" fmla="*/ 31 h 74"/>
                <a:gd name="T34" fmla="*/ 57 w 59"/>
                <a:gd name="T35" fmla="*/ 31 h 74"/>
                <a:gd name="T36" fmla="*/ 57 w 59"/>
                <a:gd name="T37" fmla="*/ 42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2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60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2"/>
                    <a:pt x="6" y="70"/>
                  </a:cubicBezTo>
                  <a:cubicBezTo>
                    <a:pt x="2" y="67"/>
                    <a:pt x="0" y="63"/>
                    <a:pt x="0" y="58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0"/>
                    <a:pt x="59" y="10"/>
                    <a:pt x="59" y="10"/>
                  </a:cubicBezTo>
                  <a:cubicBezTo>
                    <a:pt x="25" y="10"/>
                    <a:pt x="25" y="10"/>
                    <a:pt x="25" y="10"/>
                  </a:cubicBezTo>
                  <a:cubicBezTo>
                    <a:pt x="17" y="10"/>
                    <a:pt x="14" y="13"/>
                    <a:pt x="14" y="19"/>
                  </a:cubicBezTo>
                  <a:cubicBezTo>
                    <a:pt x="14" y="31"/>
                    <a:pt x="14" y="31"/>
                    <a:pt x="14" y="31"/>
                  </a:cubicBezTo>
                  <a:cubicBezTo>
                    <a:pt x="57" y="31"/>
                    <a:pt x="57" y="31"/>
                    <a:pt x="57" y="31"/>
                  </a:cubicBezTo>
                  <a:lnTo>
                    <a:pt x="57" y="42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1" name="Freeform 57"/>
            <p:cNvSpPr>
              <a:spLocks/>
            </p:cNvSpPr>
            <p:nvPr userDrawn="1"/>
          </p:nvSpPr>
          <p:spPr bwMode="auto">
            <a:xfrm>
              <a:off x="2023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4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4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4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4" y="74"/>
                    <a:pt x="9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1" y="8"/>
                    <a:pt x="5" y="5"/>
                  </a:cubicBezTo>
                  <a:cubicBezTo>
                    <a:pt x="9" y="2"/>
                    <a:pt x="13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2" name="Freeform 58"/>
            <p:cNvSpPr>
              <a:spLocks/>
            </p:cNvSpPr>
            <p:nvPr userDrawn="1"/>
          </p:nvSpPr>
          <p:spPr bwMode="auto">
            <a:xfrm>
              <a:off x="2164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3" name="Freeform 59"/>
            <p:cNvSpPr>
              <a:spLocks/>
            </p:cNvSpPr>
            <p:nvPr userDrawn="1"/>
          </p:nvSpPr>
          <p:spPr bwMode="auto">
            <a:xfrm>
              <a:off x="2394" y="2987"/>
              <a:ext cx="89" cy="112"/>
            </a:xfrm>
            <a:custGeom>
              <a:avLst/>
              <a:gdLst>
                <a:gd name="T0" fmla="*/ 59 w 59"/>
                <a:gd name="T1" fmla="*/ 43 h 74"/>
                <a:gd name="T2" fmla="*/ 13 w 59"/>
                <a:gd name="T3" fmla="*/ 43 h 74"/>
                <a:gd name="T4" fmla="*/ 13 w 59"/>
                <a:gd name="T5" fmla="*/ 74 h 74"/>
                <a:gd name="T6" fmla="*/ 0 w 59"/>
                <a:gd name="T7" fmla="*/ 74 h 74"/>
                <a:gd name="T8" fmla="*/ 0 w 59"/>
                <a:gd name="T9" fmla="*/ 15 h 74"/>
                <a:gd name="T10" fmla="*/ 6 w 59"/>
                <a:gd name="T11" fmla="*/ 4 h 74"/>
                <a:gd name="T12" fmla="*/ 20 w 59"/>
                <a:gd name="T13" fmla="*/ 0 h 74"/>
                <a:gd name="T14" fmla="*/ 59 w 59"/>
                <a:gd name="T15" fmla="*/ 0 h 74"/>
                <a:gd name="T16" fmla="*/ 59 w 59"/>
                <a:gd name="T17" fmla="*/ 11 h 74"/>
                <a:gd name="T18" fmla="*/ 24 w 59"/>
                <a:gd name="T19" fmla="*/ 11 h 74"/>
                <a:gd name="T20" fmla="*/ 13 w 59"/>
                <a:gd name="T21" fmla="*/ 19 h 74"/>
                <a:gd name="T22" fmla="*/ 13 w 59"/>
                <a:gd name="T23" fmla="*/ 32 h 74"/>
                <a:gd name="T24" fmla="*/ 59 w 59"/>
                <a:gd name="T25" fmla="*/ 32 h 74"/>
                <a:gd name="T26" fmla="*/ 59 w 59"/>
                <a:gd name="T2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59" h="74">
                  <a:moveTo>
                    <a:pt x="59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1"/>
                    <a:pt x="2" y="7"/>
                    <a:pt x="6" y="4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16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9" y="32"/>
                    <a:pt x="59" y="32"/>
                    <a:pt x="59" y="32"/>
                  </a:cubicBezTo>
                  <a:lnTo>
                    <a:pt x="59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4" name="Freeform 60"/>
            <p:cNvSpPr>
              <a:spLocks noEditPoints="1"/>
            </p:cNvSpPr>
            <p:nvPr userDrawn="1"/>
          </p:nvSpPr>
          <p:spPr bwMode="auto">
            <a:xfrm>
              <a:off x="2542" y="2987"/>
              <a:ext cx="97" cy="112"/>
            </a:xfrm>
            <a:custGeom>
              <a:avLst/>
              <a:gdLst>
                <a:gd name="T0" fmla="*/ 64 w 64"/>
                <a:gd name="T1" fmla="*/ 57 h 74"/>
                <a:gd name="T2" fmla="*/ 42 w 64"/>
                <a:gd name="T3" fmla="*/ 74 h 74"/>
                <a:gd name="T4" fmla="*/ 22 w 64"/>
                <a:gd name="T5" fmla="*/ 74 h 74"/>
                <a:gd name="T6" fmla="*/ 7 w 64"/>
                <a:gd name="T7" fmla="*/ 70 h 74"/>
                <a:gd name="T8" fmla="*/ 0 w 64"/>
                <a:gd name="T9" fmla="*/ 57 h 74"/>
                <a:gd name="T10" fmla="*/ 0 w 64"/>
                <a:gd name="T11" fmla="*/ 17 h 74"/>
                <a:gd name="T12" fmla="*/ 7 w 64"/>
                <a:gd name="T13" fmla="*/ 4 h 74"/>
                <a:gd name="T14" fmla="*/ 22 w 64"/>
                <a:gd name="T15" fmla="*/ 0 h 74"/>
                <a:gd name="T16" fmla="*/ 42 w 64"/>
                <a:gd name="T17" fmla="*/ 0 h 74"/>
                <a:gd name="T18" fmla="*/ 64 w 64"/>
                <a:gd name="T19" fmla="*/ 17 h 74"/>
                <a:gd name="T20" fmla="*/ 64 w 64"/>
                <a:gd name="T21" fmla="*/ 57 h 74"/>
                <a:gd name="T22" fmla="*/ 51 w 64"/>
                <a:gd name="T23" fmla="*/ 55 h 74"/>
                <a:gd name="T24" fmla="*/ 51 w 64"/>
                <a:gd name="T25" fmla="*/ 20 h 74"/>
                <a:gd name="T26" fmla="*/ 48 w 64"/>
                <a:gd name="T27" fmla="*/ 13 h 74"/>
                <a:gd name="T28" fmla="*/ 39 w 64"/>
                <a:gd name="T29" fmla="*/ 11 h 74"/>
                <a:gd name="T30" fmla="*/ 25 w 64"/>
                <a:gd name="T31" fmla="*/ 11 h 74"/>
                <a:gd name="T32" fmla="*/ 16 w 64"/>
                <a:gd name="T33" fmla="*/ 13 h 74"/>
                <a:gd name="T34" fmla="*/ 14 w 64"/>
                <a:gd name="T35" fmla="*/ 20 h 74"/>
                <a:gd name="T36" fmla="*/ 14 w 64"/>
                <a:gd name="T37" fmla="*/ 54 h 74"/>
                <a:gd name="T38" fmla="*/ 17 w 64"/>
                <a:gd name="T39" fmla="*/ 61 h 74"/>
                <a:gd name="T40" fmla="*/ 25 w 64"/>
                <a:gd name="T41" fmla="*/ 63 h 74"/>
                <a:gd name="T42" fmla="*/ 39 w 64"/>
                <a:gd name="T43" fmla="*/ 63 h 74"/>
                <a:gd name="T44" fmla="*/ 48 w 64"/>
                <a:gd name="T45" fmla="*/ 61 h 74"/>
                <a:gd name="T46" fmla="*/ 51 w 64"/>
                <a:gd name="T47" fmla="*/ 55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64" h="74">
                  <a:moveTo>
                    <a:pt x="64" y="57"/>
                  </a:moveTo>
                  <a:cubicBezTo>
                    <a:pt x="64" y="69"/>
                    <a:pt x="57" y="74"/>
                    <a:pt x="42" y="74"/>
                  </a:cubicBezTo>
                  <a:cubicBezTo>
                    <a:pt x="22" y="74"/>
                    <a:pt x="22" y="74"/>
                    <a:pt x="22" y="74"/>
                  </a:cubicBezTo>
                  <a:cubicBezTo>
                    <a:pt x="15" y="74"/>
                    <a:pt x="10" y="73"/>
                    <a:pt x="7" y="70"/>
                  </a:cubicBezTo>
                  <a:cubicBezTo>
                    <a:pt x="2" y="67"/>
                    <a:pt x="0" y="63"/>
                    <a:pt x="0" y="5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1"/>
                    <a:pt x="2" y="7"/>
                    <a:pt x="7" y="4"/>
                  </a:cubicBezTo>
                  <a:cubicBezTo>
                    <a:pt x="10" y="1"/>
                    <a:pt x="15" y="0"/>
                    <a:pt x="2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57" y="0"/>
                    <a:pt x="64" y="6"/>
                    <a:pt x="64" y="17"/>
                  </a:cubicBezTo>
                  <a:lnTo>
                    <a:pt x="64" y="57"/>
                  </a:lnTo>
                  <a:close/>
                  <a:moveTo>
                    <a:pt x="51" y="55"/>
                  </a:moveTo>
                  <a:cubicBezTo>
                    <a:pt x="51" y="20"/>
                    <a:pt x="51" y="20"/>
                    <a:pt x="51" y="20"/>
                  </a:cubicBezTo>
                  <a:cubicBezTo>
                    <a:pt x="51" y="17"/>
                    <a:pt x="50" y="14"/>
                    <a:pt x="48" y="13"/>
                  </a:cubicBezTo>
                  <a:cubicBezTo>
                    <a:pt x="46" y="12"/>
                    <a:pt x="43" y="11"/>
                    <a:pt x="3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1"/>
                    <a:pt x="18" y="12"/>
                    <a:pt x="16" y="13"/>
                  </a:cubicBezTo>
                  <a:cubicBezTo>
                    <a:pt x="14" y="14"/>
                    <a:pt x="14" y="17"/>
                    <a:pt x="14" y="20"/>
                  </a:cubicBezTo>
                  <a:cubicBezTo>
                    <a:pt x="14" y="54"/>
                    <a:pt x="14" y="54"/>
                    <a:pt x="14" y="54"/>
                  </a:cubicBezTo>
                  <a:cubicBezTo>
                    <a:pt x="14" y="57"/>
                    <a:pt x="15" y="60"/>
                    <a:pt x="17" y="61"/>
                  </a:cubicBezTo>
                  <a:cubicBezTo>
                    <a:pt x="18" y="63"/>
                    <a:pt x="21" y="63"/>
                    <a:pt x="25" y="63"/>
                  </a:cubicBezTo>
                  <a:cubicBezTo>
                    <a:pt x="39" y="63"/>
                    <a:pt x="39" y="63"/>
                    <a:pt x="39" y="63"/>
                  </a:cubicBezTo>
                  <a:cubicBezTo>
                    <a:pt x="43" y="63"/>
                    <a:pt x="46" y="63"/>
                    <a:pt x="48" y="61"/>
                  </a:cubicBezTo>
                  <a:cubicBezTo>
                    <a:pt x="50" y="60"/>
                    <a:pt x="51" y="58"/>
                    <a:pt x="51" y="55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5" name="Freeform 61"/>
            <p:cNvSpPr>
              <a:spLocks/>
            </p:cNvSpPr>
            <p:nvPr userDrawn="1"/>
          </p:nvSpPr>
          <p:spPr bwMode="auto">
            <a:xfrm>
              <a:off x="269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8 w 65"/>
                <a:gd name="T3" fmla="*/ 74 h 74"/>
                <a:gd name="T4" fmla="*/ 16 w 65"/>
                <a:gd name="T5" fmla="*/ 46 h 74"/>
                <a:gd name="T6" fmla="*/ 14 w 65"/>
                <a:gd name="T7" fmla="*/ 41 h 74"/>
                <a:gd name="T8" fmla="*/ 22 w 65"/>
                <a:gd name="T9" fmla="*/ 35 h 74"/>
                <a:gd name="T10" fmla="*/ 42 w 65"/>
                <a:gd name="T11" fmla="*/ 35 h 74"/>
                <a:gd name="T12" fmla="*/ 51 w 65"/>
                <a:gd name="T13" fmla="*/ 27 h 74"/>
                <a:gd name="T14" fmla="*/ 51 w 65"/>
                <a:gd name="T15" fmla="*/ 19 h 74"/>
                <a:gd name="T16" fmla="*/ 40 w 65"/>
                <a:gd name="T17" fmla="*/ 11 h 74"/>
                <a:gd name="T18" fmla="*/ 13 w 65"/>
                <a:gd name="T19" fmla="*/ 11 h 74"/>
                <a:gd name="T20" fmla="*/ 13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4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59 w 65"/>
                <a:gd name="T33" fmla="*/ 40 h 74"/>
                <a:gd name="T34" fmla="*/ 45 w 65"/>
                <a:gd name="T35" fmla="*/ 44 h 74"/>
                <a:gd name="T36" fmla="*/ 30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8" y="74"/>
                    <a:pt x="48" y="74"/>
                    <a:pt x="48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4" y="43"/>
                    <a:pt x="14" y="41"/>
                  </a:cubicBezTo>
                  <a:cubicBezTo>
                    <a:pt x="14" y="37"/>
                    <a:pt x="17" y="35"/>
                    <a:pt x="22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8" y="35"/>
                    <a:pt x="51" y="32"/>
                    <a:pt x="51" y="27"/>
                  </a:cubicBezTo>
                  <a:cubicBezTo>
                    <a:pt x="51" y="19"/>
                    <a:pt x="51" y="19"/>
                    <a:pt x="51" y="19"/>
                  </a:cubicBezTo>
                  <a:cubicBezTo>
                    <a:pt x="51" y="14"/>
                    <a:pt x="48" y="11"/>
                    <a:pt x="40" y="11"/>
                  </a:cubicBezTo>
                  <a:cubicBezTo>
                    <a:pt x="13" y="11"/>
                    <a:pt x="13" y="11"/>
                    <a:pt x="13" y="11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3" y="37"/>
                    <a:pt x="59" y="40"/>
                  </a:cubicBezTo>
                  <a:cubicBezTo>
                    <a:pt x="56" y="43"/>
                    <a:pt x="51" y="44"/>
                    <a:pt x="45" y="44"/>
                  </a:cubicBezTo>
                  <a:cubicBezTo>
                    <a:pt x="30" y="44"/>
                    <a:pt x="30" y="44"/>
                    <a:pt x="30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6" name="Freeform 62"/>
            <p:cNvSpPr>
              <a:spLocks/>
            </p:cNvSpPr>
            <p:nvPr userDrawn="1"/>
          </p:nvSpPr>
          <p:spPr bwMode="auto">
            <a:xfrm>
              <a:off x="2847" y="2987"/>
              <a:ext cx="89" cy="112"/>
            </a:xfrm>
            <a:custGeom>
              <a:avLst/>
              <a:gdLst>
                <a:gd name="T0" fmla="*/ 57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6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7 w 59"/>
                <a:gd name="T35" fmla="*/ 32 h 74"/>
                <a:gd name="T36" fmla="*/ 57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7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6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7" y="32"/>
                    <a:pt x="57" y="32"/>
                    <a:pt x="57" y="32"/>
                  </a:cubicBezTo>
                  <a:lnTo>
                    <a:pt x="57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7" name="Freeform 63"/>
            <p:cNvSpPr>
              <a:spLocks/>
            </p:cNvSpPr>
            <p:nvPr userDrawn="1"/>
          </p:nvSpPr>
          <p:spPr bwMode="auto">
            <a:xfrm>
              <a:off x="2995" y="2987"/>
              <a:ext cx="89" cy="112"/>
            </a:xfrm>
            <a:custGeom>
              <a:avLst/>
              <a:gdLst>
                <a:gd name="T0" fmla="*/ 59 w 59"/>
                <a:gd name="T1" fmla="*/ 11 h 74"/>
                <a:gd name="T2" fmla="*/ 25 w 59"/>
                <a:gd name="T3" fmla="*/ 11 h 74"/>
                <a:gd name="T4" fmla="*/ 14 w 59"/>
                <a:gd name="T5" fmla="*/ 14 h 74"/>
                <a:gd name="T6" fmla="*/ 13 w 59"/>
                <a:gd name="T7" fmla="*/ 24 h 74"/>
                <a:gd name="T8" fmla="*/ 16 w 59"/>
                <a:gd name="T9" fmla="*/ 30 h 74"/>
                <a:gd name="T10" fmla="*/ 25 w 59"/>
                <a:gd name="T11" fmla="*/ 31 h 74"/>
                <a:gd name="T12" fmla="*/ 39 w 59"/>
                <a:gd name="T13" fmla="*/ 31 h 74"/>
                <a:gd name="T14" fmla="*/ 53 w 59"/>
                <a:gd name="T15" fmla="*/ 35 h 74"/>
                <a:gd name="T16" fmla="*/ 58 w 59"/>
                <a:gd name="T17" fmla="*/ 47 h 74"/>
                <a:gd name="T18" fmla="*/ 58 w 59"/>
                <a:gd name="T19" fmla="*/ 58 h 74"/>
                <a:gd name="T20" fmla="*/ 53 w 59"/>
                <a:gd name="T21" fmla="*/ 70 h 74"/>
                <a:gd name="T22" fmla="*/ 38 w 59"/>
                <a:gd name="T23" fmla="*/ 74 h 74"/>
                <a:gd name="T24" fmla="*/ 0 w 59"/>
                <a:gd name="T25" fmla="*/ 74 h 74"/>
                <a:gd name="T26" fmla="*/ 0 w 59"/>
                <a:gd name="T27" fmla="*/ 63 h 74"/>
                <a:gd name="T28" fmla="*/ 34 w 59"/>
                <a:gd name="T29" fmla="*/ 63 h 74"/>
                <a:gd name="T30" fmla="*/ 44 w 59"/>
                <a:gd name="T31" fmla="*/ 60 h 74"/>
                <a:gd name="T32" fmla="*/ 45 w 59"/>
                <a:gd name="T33" fmla="*/ 50 h 74"/>
                <a:gd name="T34" fmla="*/ 34 w 59"/>
                <a:gd name="T35" fmla="*/ 42 h 74"/>
                <a:gd name="T36" fmla="*/ 20 w 59"/>
                <a:gd name="T37" fmla="*/ 42 h 74"/>
                <a:gd name="T38" fmla="*/ 6 w 59"/>
                <a:gd name="T39" fmla="*/ 38 h 74"/>
                <a:gd name="T40" fmla="*/ 0 w 59"/>
                <a:gd name="T41" fmla="*/ 27 h 74"/>
                <a:gd name="T42" fmla="*/ 0 w 59"/>
                <a:gd name="T43" fmla="*/ 16 h 74"/>
                <a:gd name="T44" fmla="*/ 6 w 59"/>
                <a:gd name="T45" fmla="*/ 3 h 74"/>
                <a:gd name="T46" fmla="*/ 20 w 59"/>
                <a:gd name="T47" fmla="*/ 0 h 74"/>
                <a:gd name="T48" fmla="*/ 59 w 59"/>
                <a:gd name="T49" fmla="*/ 0 h 74"/>
                <a:gd name="T50" fmla="*/ 59 w 59"/>
                <a:gd name="T51" fmla="*/ 11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9" h="74">
                  <a:moveTo>
                    <a:pt x="59" y="11"/>
                  </a:moveTo>
                  <a:cubicBezTo>
                    <a:pt x="25" y="11"/>
                    <a:pt x="25" y="11"/>
                    <a:pt x="25" y="11"/>
                  </a:cubicBezTo>
                  <a:cubicBezTo>
                    <a:pt x="19" y="11"/>
                    <a:pt x="16" y="12"/>
                    <a:pt x="14" y="14"/>
                  </a:cubicBezTo>
                  <a:cubicBezTo>
                    <a:pt x="13" y="16"/>
                    <a:pt x="13" y="19"/>
                    <a:pt x="13" y="24"/>
                  </a:cubicBezTo>
                  <a:cubicBezTo>
                    <a:pt x="13" y="26"/>
                    <a:pt x="14" y="28"/>
                    <a:pt x="16" y="30"/>
                  </a:cubicBezTo>
                  <a:cubicBezTo>
                    <a:pt x="18" y="31"/>
                    <a:pt x="21" y="31"/>
                    <a:pt x="25" y="31"/>
                  </a:cubicBezTo>
                  <a:cubicBezTo>
                    <a:pt x="39" y="31"/>
                    <a:pt x="39" y="31"/>
                    <a:pt x="39" y="31"/>
                  </a:cubicBezTo>
                  <a:cubicBezTo>
                    <a:pt x="45" y="31"/>
                    <a:pt x="49" y="33"/>
                    <a:pt x="53" y="35"/>
                  </a:cubicBezTo>
                  <a:cubicBezTo>
                    <a:pt x="57" y="38"/>
                    <a:pt x="58" y="42"/>
                    <a:pt x="58" y="47"/>
                  </a:cubicBezTo>
                  <a:cubicBezTo>
                    <a:pt x="58" y="58"/>
                    <a:pt x="58" y="58"/>
                    <a:pt x="58" y="58"/>
                  </a:cubicBezTo>
                  <a:cubicBezTo>
                    <a:pt x="58" y="63"/>
                    <a:pt x="57" y="67"/>
                    <a:pt x="53" y="70"/>
                  </a:cubicBezTo>
                  <a:cubicBezTo>
                    <a:pt x="49" y="73"/>
                    <a:pt x="44" y="74"/>
                    <a:pt x="38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63"/>
                    <a:pt x="0" y="63"/>
                    <a:pt x="0" y="63"/>
                  </a:cubicBezTo>
                  <a:cubicBezTo>
                    <a:pt x="34" y="63"/>
                    <a:pt x="34" y="63"/>
                    <a:pt x="34" y="63"/>
                  </a:cubicBezTo>
                  <a:cubicBezTo>
                    <a:pt x="39" y="63"/>
                    <a:pt x="43" y="62"/>
                    <a:pt x="44" y="60"/>
                  </a:cubicBezTo>
                  <a:cubicBezTo>
                    <a:pt x="45" y="58"/>
                    <a:pt x="45" y="55"/>
                    <a:pt x="45" y="50"/>
                  </a:cubicBezTo>
                  <a:cubicBezTo>
                    <a:pt x="45" y="45"/>
                    <a:pt x="42" y="42"/>
                    <a:pt x="34" y="42"/>
                  </a:cubicBezTo>
                  <a:cubicBezTo>
                    <a:pt x="20" y="42"/>
                    <a:pt x="20" y="42"/>
                    <a:pt x="20" y="42"/>
                  </a:cubicBezTo>
                  <a:cubicBezTo>
                    <a:pt x="14" y="42"/>
                    <a:pt x="10" y="41"/>
                    <a:pt x="6" y="38"/>
                  </a:cubicBezTo>
                  <a:cubicBezTo>
                    <a:pt x="2" y="36"/>
                    <a:pt x="0" y="32"/>
                    <a:pt x="0" y="2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1"/>
                    <a:pt x="2" y="6"/>
                    <a:pt x="6" y="3"/>
                  </a:cubicBezTo>
                  <a:cubicBezTo>
                    <a:pt x="9" y="1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lnTo>
                    <a:pt x="59" y="11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8" name="Freeform 64"/>
            <p:cNvSpPr>
              <a:spLocks/>
            </p:cNvSpPr>
            <p:nvPr userDrawn="1"/>
          </p:nvSpPr>
          <p:spPr bwMode="auto">
            <a:xfrm>
              <a:off x="3132" y="2987"/>
              <a:ext cx="87" cy="112"/>
            </a:xfrm>
            <a:custGeom>
              <a:avLst/>
              <a:gdLst>
                <a:gd name="T0" fmla="*/ 87 w 87"/>
                <a:gd name="T1" fmla="*/ 17 h 112"/>
                <a:gd name="T2" fmla="*/ 54 w 87"/>
                <a:gd name="T3" fmla="*/ 17 h 112"/>
                <a:gd name="T4" fmla="*/ 54 w 87"/>
                <a:gd name="T5" fmla="*/ 112 h 112"/>
                <a:gd name="T6" fmla="*/ 33 w 87"/>
                <a:gd name="T7" fmla="*/ 112 h 112"/>
                <a:gd name="T8" fmla="*/ 33 w 87"/>
                <a:gd name="T9" fmla="*/ 17 h 112"/>
                <a:gd name="T10" fmla="*/ 0 w 87"/>
                <a:gd name="T11" fmla="*/ 17 h 112"/>
                <a:gd name="T12" fmla="*/ 0 w 87"/>
                <a:gd name="T13" fmla="*/ 0 h 112"/>
                <a:gd name="T14" fmla="*/ 87 w 87"/>
                <a:gd name="T15" fmla="*/ 0 h 112"/>
                <a:gd name="T16" fmla="*/ 87 w 87"/>
                <a:gd name="T17" fmla="*/ 17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87" h="112">
                  <a:moveTo>
                    <a:pt x="87" y="17"/>
                  </a:moveTo>
                  <a:lnTo>
                    <a:pt x="54" y="17"/>
                  </a:lnTo>
                  <a:lnTo>
                    <a:pt x="54" y="112"/>
                  </a:lnTo>
                  <a:lnTo>
                    <a:pt x="33" y="112"/>
                  </a:lnTo>
                  <a:lnTo>
                    <a:pt x="33" y="17"/>
                  </a:lnTo>
                  <a:lnTo>
                    <a:pt x="0" y="17"/>
                  </a:lnTo>
                  <a:lnTo>
                    <a:pt x="0" y="0"/>
                  </a:lnTo>
                  <a:lnTo>
                    <a:pt x="87" y="0"/>
                  </a:lnTo>
                  <a:lnTo>
                    <a:pt x="87" y="17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59" name="Rectangle 65"/>
            <p:cNvSpPr>
              <a:spLocks noChangeArrowheads="1"/>
            </p:cNvSpPr>
            <p:nvPr userDrawn="1"/>
          </p:nvSpPr>
          <p:spPr bwMode="auto">
            <a:xfrm>
              <a:off x="3266" y="2987"/>
              <a:ext cx="21" cy="112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0" name="Freeform 66"/>
            <p:cNvSpPr>
              <a:spLocks noEditPoints="1"/>
            </p:cNvSpPr>
            <p:nvPr userDrawn="1"/>
          </p:nvSpPr>
          <p:spPr bwMode="auto">
            <a:xfrm>
              <a:off x="3343" y="2959"/>
              <a:ext cx="89" cy="140"/>
            </a:xfrm>
            <a:custGeom>
              <a:avLst/>
              <a:gdLst>
                <a:gd name="T0" fmla="*/ 59 w 59"/>
                <a:gd name="T1" fmla="*/ 93 h 93"/>
                <a:gd name="T2" fmla="*/ 21 w 59"/>
                <a:gd name="T3" fmla="*/ 93 h 93"/>
                <a:gd name="T4" fmla="*/ 6 w 59"/>
                <a:gd name="T5" fmla="*/ 89 h 93"/>
                <a:gd name="T6" fmla="*/ 0 w 59"/>
                <a:gd name="T7" fmla="*/ 77 h 93"/>
                <a:gd name="T8" fmla="*/ 0 w 59"/>
                <a:gd name="T9" fmla="*/ 36 h 93"/>
                <a:gd name="T10" fmla="*/ 5 w 59"/>
                <a:gd name="T11" fmla="*/ 23 h 93"/>
                <a:gd name="T12" fmla="*/ 20 w 59"/>
                <a:gd name="T13" fmla="*/ 19 h 93"/>
                <a:gd name="T14" fmla="*/ 59 w 59"/>
                <a:gd name="T15" fmla="*/ 19 h 93"/>
                <a:gd name="T16" fmla="*/ 59 w 59"/>
                <a:gd name="T17" fmla="*/ 30 h 93"/>
                <a:gd name="T18" fmla="*/ 25 w 59"/>
                <a:gd name="T19" fmla="*/ 30 h 93"/>
                <a:gd name="T20" fmla="*/ 13 w 59"/>
                <a:gd name="T21" fmla="*/ 38 h 93"/>
                <a:gd name="T22" fmla="*/ 13 w 59"/>
                <a:gd name="T23" fmla="*/ 51 h 93"/>
                <a:gd name="T24" fmla="*/ 59 w 59"/>
                <a:gd name="T25" fmla="*/ 51 h 93"/>
                <a:gd name="T26" fmla="*/ 59 w 59"/>
                <a:gd name="T27" fmla="*/ 62 h 93"/>
                <a:gd name="T28" fmla="*/ 13 w 59"/>
                <a:gd name="T29" fmla="*/ 62 h 93"/>
                <a:gd name="T30" fmla="*/ 13 w 59"/>
                <a:gd name="T31" fmla="*/ 74 h 93"/>
                <a:gd name="T32" fmla="*/ 25 w 59"/>
                <a:gd name="T33" fmla="*/ 82 h 93"/>
                <a:gd name="T34" fmla="*/ 59 w 59"/>
                <a:gd name="T35" fmla="*/ 82 h 93"/>
                <a:gd name="T36" fmla="*/ 59 w 59"/>
                <a:gd name="T37" fmla="*/ 93 h 93"/>
                <a:gd name="T38" fmla="*/ 44 w 59"/>
                <a:gd name="T39" fmla="*/ 13 h 93"/>
                <a:gd name="T40" fmla="*/ 34 w 59"/>
                <a:gd name="T41" fmla="*/ 13 h 93"/>
                <a:gd name="T42" fmla="*/ 24 w 59"/>
                <a:gd name="T43" fmla="*/ 0 h 93"/>
                <a:gd name="T44" fmla="*/ 35 w 59"/>
                <a:gd name="T45" fmla="*/ 0 h 93"/>
                <a:gd name="T46" fmla="*/ 44 w 59"/>
                <a:gd name="T47" fmla="*/ 13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9" h="93">
                  <a:moveTo>
                    <a:pt x="59" y="93"/>
                  </a:moveTo>
                  <a:cubicBezTo>
                    <a:pt x="21" y="93"/>
                    <a:pt x="21" y="93"/>
                    <a:pt x="21" y="93"/>
                  </a:cubicBezTo>
                  <a:cubicBezTo>
                    <a:pt x="15" y="93"/>
                    <a:pt x="10" y="92"/>
                    <a:pt x="6" y="89"/>
                  </a:cubicBezTo>
                  <a:cubicBezTo>
                    <a:pt x="2" y="87"/>
                    <a:pt x="0" y="83"/>
                    <a:pt x="0" y="77"/>
                  </a:cubicBezTo>
                  <a:cubicBezTo>
                    <a:pt x="0" y="36"/>
                    <a:pt x="0" y="36"/>
                    <a:pt x="0" y="36"/>
                  </a:cubicBezTo>
                  <a:cubicBezTo>
                    <a:pt x="0" y="30"/>
                    <a:pt x="2" y="26"/>
                    <a:pt x="5" y="23"/>
                  </a:cubicBezTo>
                  <a:cubicBezTo>
                    <a:pt x="9" y="21"/>
                    <a:pt x="14" y="19"/>
                    <a:pt x="20" y="19"/>
                  </a:cubicBezTo>
                  <a:cubicBezTo>
                    <a:pt x="59" y="19"/>
                    <a:pt x="59" y="19"/>
                    <a:pt x="59" y="19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25" y="30"/>
                    <a:pt x="25" y="30"/>
                    <a:pt x="25" y="30"/>
                  </a:cubicBezTo>
                  <a:cubicBezTo>
                    <a:pt x="17" y="30"/>
                    <a:pt x="13" y="33"/>
                    <a:pt x="13" y="38"/>
                  </a:cubicBezTo>
                  <a:cubicBezTo>
                    <a:pt x="13" y="51"/>
                    <a:pt x="13" y="51"/>
                    <a:pt x="13" y="51"/>
                  </a:cubicBezTo>
                  <a:cubicBezTo>
                    <a:pt x="59" y="51"/>
                    <a:pt x="59" y="51"/>
                    <a:pt x="59" y="51"/>
                  </a:cubicBezTo>
                  <a:cubicBezTo>
                    <a:pt x="59" y="62"/>
                    <a:pt x="59" y="62"/>
                    <a:pt x="59" y="62"/>
                  </a:cubicBezTo>
                  <a:cubicBezTo>
                    <a:pt x="13" y="62"/>
                    <a:pt x="13" y="62"/>
                    <a:pt x="13" y="62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3" y="80"/>
                    <a:pt x="17" y="82"/>
                    <a:pt x="25" y="82"/>
                  </a:cubicBezTo>
                  <a:cubicBezTo>
                    <a:pt x="59" y="82"/>
                    <a:pt x="59" y="82"/>
                    <a:pt x="59" y="82"/>
                  </a:cubicBezTo>
                  <a:lnTo>
                    <a:pt x="59" y="93"/>
                  </a:lnTo>
                  <a:close/>
                  <a:moveTo>
                    <a:pt x="44" y="13"/>
                  </a:moveTo>
                  <a:cubicBezTo>
                    <a:pt x="34" y="13"/>
                    <a:pt x="34" y="13"/>
                    <a:pt x="34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5" y="0"/>
                    <a:pt x="35" y="0"/>
                    <a:pt x="35" y="0"/>
                  </a:cubicBezTo>
                  <a:lnTo>
                    <a:pt x="44" y="1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1" name="Freeform 67"/>
            <p:cNvSpPr>
              <a:spLocks/>
            </p:cNvSpPr>
            <p:nvPr userDrawn="1"/>
          </p:nvSpPr>
          <p:spPr bwMode="auto">
            <a:xfrm>
              <a:off x="3486" y="2987"/>
              <a:ext cx="98" cy="112"/>
            </a:xfrm>
            <a:custGeom>
              <a:avLst/>
              <a:gdLst>
                <a:gd name="T0" fmla="*/ 65 w 65"/>
                <a:gd name="T1" fmla="*/ 74 h 74"/>
                <a:gd name="T2" fmla="*/ 49 w 65"/>
                <a:gd name="T3" fmla="*/ 74 h 74"/>
                <a:gd name="T4" fmla="*/ 16 w 65"/>
                <a:gd name="T5" fmla="*/ 46 h 74"/>
                <a:gd name="T6" fmla="*/ 15 w 65"/>
                <a:gd name="T7" fmla="*/ 41 h 74"/>
                <a:gd name="T8" fmla="*/ 23 w 65"/>
                <a:gd name="T9" fmla="*/ 35 h 74"/>
                <a:gd name="T10" fmla="*/ 42 w 65"/>
                <a:gd name="T11" fmla="*/ 35 h 74"/>
                <a:gd name="T12" fmla="*/ 52 w 65"/>
                <a:gd name="T13" fmla="*/ 27 h 74"/>
                <a:gd name="T14" fmla="*/ 52 w 65"/>
                <a:gd name="T15" fmla="*/ 19 h 74"/>
                <a:gd name="T16" fmla="*/ 41 w 65"/>
                <a:gd name="T17" fmla="*/ 11 h 74"/>
                <a:gd name="T18" fmla="*/ 14 w 65"/>
                <a:gd name="T19" fmla="*/ 11 h 74"/>
                <a:gd name="T20" fmla="*/ 14 w 65"/>
                <a:gd name="T21" fmla="*/ 74 h 74"/>
                <a:gd name="T22" fmla="*/ 0 w 65"/>
                <a:gd name="T23" fmla="*/ 74 h 74"/>
                <a:gd name="T24" fmla="*/ 0 w 65"/>
                <a:gd name="T25" fmla="*/ 0 h 74"/>
                <a:gd name="T26" fmla="*/ 45 w 65"/>
                <a:gd name="T27" fmla="*/ 0 h 74"/>
                <a:gd name="T28" fmla="*/ 65 w 65"/>
                <a:gd name="T29" fmla="*/ 16 h 74"/>
                <a:gd name="T30" fmla="*/ 65 w 65"/>
                <a:gd name="T31" fmla="*/ 29 h 74"/>
                <a:gd name="T32" fmla="*/ 60 w 65"/>
                <a:gd name="T33" fmla="*/ 40 h 74"/>
                <a:gd name="T34" fmla="*/ 46 w 65"/>
                <a:gd name="T35" fmla="*/ 44 h 74"/>
                <a:gd name="T36" fmla="*/ 31 w 65"/>
                <a:gd name="T37" fmla="*/ 44 h 74"/>
                <a:gd name="T38" fmla="*/ 65 w 65"/>
                <a:gd name="T39" fmla="*/ 74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5" h="74">
                  <a:moveTo>
                    <a:pt x="65" y="74"/>
                  </a:moveTo>
                  <a:cubicBezTo>
                    <a:pt x="49" y="74"/>
                    <a:pt x="49" y="74"/>
                    <a:pt x="49" y="74"/>
                  </a:cubicBezTo>
                  <a:cubicBezTo>
                    <a:pt x="16" y="46"/>
                    <a:pt x="16" y="46"/>
                    <a:pt x="16" y="46"/>
                  </a:cubicBezTo>
                  <a:cubicBezTo>
                    <a:pt x="15" y="45"/>
                    <a:pt x="15" y="43"/>
                    <a:pt x="15" y="41"/>
                  </a:cubicBezTo>
                  <a:cubicBezTo>
                    <a:pt x="15" y="37"/>
                    <a:pt x="18" y="35"/>
                    <a:pt x="23" y="35"/>
                  </a:cubicBezTo>
                  <a:cubicBezTo>
                    <a:pt x="42" y="35"/>
                    <a:pt x="42" y="35"/>
                    <a:pt x="42" y="35"/>
                  </a:cubicBezTo>
                  <a:cubicBezTo>
                    <a:pt x="49" y="35"/>
                    <a:pt x="52" y="32"/>
                    <a:pt x="52" y="27"/>
                  </a:cubicBezTo>
                  <a:cubicBezTo>
                    <a:pt x="52" y="19"/>
                    <a:pt x="52" y="19"/>
                    <a:pt x="52" y="19"/>
                  </a:cubicBezTo>
                  <a:cubicBezTo>
                    <a:pt x="52" y="14"/>
                    <a:pt x="48" y="11"/>
                    <a:pt x="41" y="11"/>
                  </a:cubicBezTo>
                  <a:cubicBezTo>
                    <a:pt x="14" y="11"/>
                    <a:pt x="14" y="11"/>
                    <a:pt x="14" y="11"/>
                  </a:cubicBezTo>
                  <a:cubicBezTo>
                    <a:pt x="14" y="74"/>
                    <a:pt x="14" y="74"/>
                    <a:pt x="14" y="74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58" y="0"/>
                    <a:pt x="65" y="5"/>
                    <a:pt x="65" y="16"/>
                  </a:cubicBezTo>
                  <a:cubicBezTo>
                    <a:pt x="65" y="29"/>
                    <a:pt x="65" y="29"/>
                    <a:pt x="65" y="29"/>
                  </a:cubicBezTo>
                  <a:cubicBezTo>
                    <a:pt x="65" y="33"/>
                    <a:pt x="64" y="37"/>
                    <a:pt x="60" y="40"/>
                  </a:cubicBezTo>
                  <a:cubicBezTo>
                    <a:pt x="57" y="43"/>
                    <a:pt x="52" y="44"/>
                    <a:pt x="46" y="44"/>
                  </a:cubicBezTo>
                  <a:cubicBezTo>
                    <a:pt x="31" y="44"/>
                    <a:pt x="31" y="44"/>
                    <a:pt x="31" y="44"/>
                  </a:cubicBezTo>
                  <a:lnTo>
                    <a:pt x="65" y="74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2" name="Freeform 68"/>
            <p:cNvSpPr>
              <a:spLocks/>
            </p:cNvSpPr>
            <p:nvPr userDrawn="1"/>
          </p:nvSpPr>
          <p:spPr bwMode="auto">
            <a:xfrm>
              <a:off x="3638" y="2987"/>
              <a:ext cx="89" cy="112"/>
            </a:xfrm>
            <a:custGeom>
              <a:avLst/>
              <a:gdLst>
                <a:gd name="T0" fmla="*/ 56 w 59"/>
                <a:gd name="T1" fmla="*/ 43 h 74"/>
                <a:gd name="T2" fmla="*/ 13 w 59"/>
                <a:gd name="T3" fmla="*/ 43 h 74"/>
                <a:gd name="T4" fmla="*/ 13 w 59"/>
                <a:gd name="T5" fmla="*/ 55 h 74"/>
                <a:gd name="T6" fmla="*/ 25 w 59"/>
                <a:gd name="T7" fmla="*/ 63 h 74"/>
                <a:gd name="T8" fmla="*/ 59 w 59"/>
                <a:gd name="T9" fmla="*/ 63 h 74"/>
                <a:gd name="T10" fmla="*/ 59 w 59"/>
                <a:gd name="T11" fmla="*/ 74 h 74"/>
                <a:gd name="T12" fmla="*/ 21 w 59"/>
                <a:gd name="T13" fmla="*/ 74 h 74"/>
                <a:gd name="T14" fmla="*/ 6 w 59"/>
                <a:gd name="T15" fmla="*/ 70 h 74"/>
                <a:gd name="T16" fmla="*/ 0 w 59"/>
                <a:gd name="T17" fmla="*/ 58 h 74"/>
                <a:gd name="T18" fmla="*/ 0 w 59"/>
                <a:gd name="T19" fmla="*/ 17 h 74"/>
                <a:gd name="T20" fmla="*/ 5 w 59"/>
                <a:gd name="T21" fmla="*/ 5 h 74"/>
                <a:gd name="T22" fmla="*/ 20 w 59"/>
                <a:gd name="T23" fmla="*/ 0 h 74"/>
                <a:gd name="T24" fmla="*/ 59 w 59"/>
                <a:gd name="T25" fmla="*/ 0 h 74"/>
                <a:gd name="T26" fmla="*/ 59 w 59"/>
                <a:gd name="T27" fmla="*/ 11 h 74"/>
                <a:gd name="T28" fmla="*/ 25 w 59"/>
                <a:gd name="T29" fmla="*/ 11 h 74"/>
                <a:gd name="T30" fmla="*/ 13 w 59"/>
                <a:gd name="T31" fmla="*/ 19 h 74"/>
                <a:gd name="T32" fmla="*/ 13 w 59"/>
                <a:gd name="T33" fmla="*/ 32 h 74"/>
                <a:gd name="T34" fmla="*/ 56 w 59"/>
                <a:gd name="T35" fmla="*/ 32 h 74"/>
                <a:gd name="T36" fmla="*/ 56 w 59"/>
                <a:gd name="T37" fmla="*/ 43 h 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" h="74">
                  <a:moveTo>
                    <a:pt x="56" y="43"/>
                  </a:moveTo>
                  <a:cubicBezTo>
                    <a:pt x="13" y="43"/>
                    <a:pt x="13" y="43"/>
                    <a:pt x="13" y="43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13" y="61"/>
                    <a:pt x="17" y="63"/>
                    <a:pt x="25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59" y="74"/>
                    <a:pt x="59" y="74"/>
                    <a:pt x="59" y="74"/>
                  </a:cubicBezTo>
                  <a:cubicBezTo>
                    <a:pt x="21" y="74"/>
                    <a:pt x="21" y="74"/>
                    <a:pt x="21" y="74"/>
                  </a:cubicBezTo>
                  <a:cubicBezTo>
                    <a:pt x="15" y="74"/>
                    <a:pt x="10" y="73"/>
                    <a:pt x="6" y="70"/>
                  </a:cubicBezTo>
                  <a:cubicBezTo>
                    <a:pt x="2" y="68"/>
                    <a:pt x="0" y="64"/>
                    <a:pt x="0" y="58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2"/>
                    <a:pt x="2" y="8"/>
                    <a:pt x="5" y="5"/>
                  </a:cubicBezTo>
                  <a:cubicBezTo>
                    <a:pt x="9" y="2"/>
                    <a:pt x="14" y="0"/>
                    <a:pt x="20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59" y="11"/>
                    <a:pt x="59" y="11"/>
                    <a:pt x="59" y="11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17" y="11"/>
                    <a:pt x="13" y="14"/>
                    <a:pt x="13" y="19"/>
                  </a:cubicBezTo>
                  <a:cubicBezTo>
                    <a:pt x="13" y="32"/>
                    <a:pt x="13" y="32"/>
                    <a:pt x="13" y="32"/>
                  </a:cubicBezTo>
                  <a:cubicBezTo>
                    <a:pt x="56" y="32"/>
                    <a:pt x="56" y="32"/>
                    <a:pt x="56" y="32"/>
                  </a:cubicBezTo>
                  <a:lnTo>
                    <a:pt x="56" y="43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3" name="Rectangle 69"/>
            <p:cNvSpPr>
              <a:spLocks noChangeArrowheads="1"/>
            </p:cNvSpPr>
            <p:nvPr userDrawn="1"/>
          </p:nvSpPr>
          <p:spPr bwMode="auto">
            <a:xfrm>
              <a:off x="2023" y="1245"/>
              <a:ext cx="148" cy="751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4" name="Freeform 70"/>
            <p:cNvSpPr>
              <a:spLocks/>
            </p:cNvSpPr>
            <p:nvPr userDrawn="1"/>
          </p:nvSpPr>
          <p:spPr bwMode="auto">
            <a:xfrm>
              <a:off x="3145" y="1221"/>
              <a:ext cx="588" cy="801"/>
            </a:xfrm>
            <a:custGeom>
              <a:avLst/>
              <a:gdLst>
                <a:gd name="T0" fmla="*/ 299 w 390"/>
                <a:gd name="T1" fmla="*/ 16 h 531"/>
                <a:gd name="T2" fmla="*/ 299 w 390"/>
                <a:gd name="T3" fmla="*/ 314 h 531"/>
                <a:gd name="T4" fmla="*/ 15 w 390"/>
                <a:gd name="T5" fmla="*/ 0 h 531"/>
                <a:gd name="T6" fmla="*/ 0 w 390"/>
                <a:gd name="T7" fmla="*/ 0 h 531"/>
                <a:gd name="T8" fmla="*/ 0 w 390"/>
                <a:gd name="T9" fmla="*/ 514 h 531"/>
                <a:gd name="T10" fmla="*/ 91 w 390"/>
                <a:gd name="T11" fmla="*/ 514 h 531"/>
                <a:gd name="T12" fmla="*/ 91 w 390"/>
                <a:gd name="T13" fmla="*/ 220 h 531"/>
                <a:gd name="T14" fmla="*/ 374 w 390"/>
                <a:gd name="T15" fmla="*/ 531 h 531"/>
                <a:gd name="T16" fmla="*/ 390 w 390"/>
                <a:gd name="T17" fmla="*/ 531 h 531"/>
                <a:gd name="T18" fmla="*/ 390 w 390"/>
                <a:gd name="T19" fmla="*/ 16 h 531"/>
                <a:gd name="T20" fmla="*/ 299 w 390"/>
                <a:gd name="T21" fmla="*/ 16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5" name="Freeform 71"/>
            <p:cNvSpPr>
              <a:spLocks/>
            </p:cNvSpPr>
            <p:nvPr userDrawn="1"/>
          </p:nvSpPr>
          <p:spPr bwMode="auto">
            <a:xfrm>
              <a:off x="2286" y="1221"/>
              <a:ext cx="687" cy="801"/>
            </a:xfrm>
            <a:custGeom>
              <a:avLst/>
              <a:gdLst>
                <a:gd name="T0" fmla="*/ 365 w 456"/>
                <a:gd name="T1" fmla="*/ 370 h 531"/>
                <a:gd name="T2" fmla="*/ 360 w 456"/>
                <a:gd name="T3" fmla="*/ 370 h 531"/>
                <a:gd name="T4" fmla="*/ 360 w 456"/>
                <a:gd name="T5" fmla="*/ 422 h 531"/>
                <a:gd name="T6" fmla="*/ 272 w 456"/>
                <a:gd name="T7" fmla="*/ 439 h 531"/>
                <a:gd name="T8" fmla="*/ 97 w 456"/>
                <a:gd name="T9" fmla="*/ 257 h 531"/>
                <a:gd name="T10" fmla="*/ 266 w 456"/>
                <a:gd name="T11" fmla="*/ 88 h 531"/>
                <a:gd name="T12" fmla="*/ 411 w 456"/>
                <a:gd name="T13" fmla="*/ 153 h 531"/>
                <a:gd name="T14" fmla="*/ 419 w 456"/>
                <a:gd name="T15" fmla="*/ 162 h 531"/>
                <a:gd name="T16" fmla="*/ 426 w 456"/>
                <a:gd name="T17" fmla="*/ 49 h 531"/>
                <a:gd name="T18" fmla="*/ 424 w 456"/>
                <a:gd name="T19" fmla="*/ 47 h 531"/>
                <a:gd name="T20" fmla="*/ 382 w 456"/>
                <a:gd name="T21" fmla="*/ 24 h 531"/>
                <a:gd name="T22" fmla="*/ 268 w 456"/>
                <a:gd name="T23" fmla="*/ 0 h 531"/>
                <a:gd name="T24" fmla="*/ 75 w 456"/>
                <a:gd name="T25" fmla="*/ 74 h 531"/>
                <a:gd name="T26" fmla="*/ 0 w 456"/>
                <a:gd name="T27" fmla="*/ 264 h 531"/>
                <a:gd name="T28" fmla="*/ 262 w 456"/>
                <a:gd name="T29" fmla="*/ 531 h 531"/>
                <a:gd name="T30" fmla="*/ 380 w 456"/>
                <a:gd name="T31" fmla="*/ 512 h 531"/>
                <a:gd name="T32" fmla="*/ 453 w 456"/>
                <a:gd name="T33" fmla="*/ 482 h 531"/>
                <a:gd name="T34" fmla="*/ 456 w 456"/>
                <a:gd name="T35" fmla="*/ 481 h 531"/>
                <a:gd name="T36" fmla="*/ 456 w 456"/>
                <a:gd name="T37" fmla="*/ 355 h 531"/>
                <a:gd name="T38" fmla="*/ 450 w 456"/>
                <a:gd name="T39" fmla="*/ 357 h 531"/>
                <a:gd name="T40" fmla="*/ 365 w 456"/>
                <a:gd name="T41" fmla="*/ 370 h 5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  <p:sp>
          <p:nvSpPr>
            <p:cNvPr id="66" name="Freeform 72"/>
            <p:cNvSpPr>
              <a:spLocks/>
            </p:cNvSpPr>
            <p:nvPr userDrawn="1"/>
          </p:nvSpPr>
          <p:spPr bwMode="auto">
            <a:xfrm>
              <a:off x="2547" y="1514"/>
              <a:ext cx="469" cy="241"/>
            </a:xfrm>
            <a:custGeom>
              <a:avLst/>
              <a:gdLst>
                <a:gd name="T0" fmla="*/ 173 w 311"/>
                <a:gd name="T1" fmla="*/ 16 h 160"/>
                <a:gd name="T2" fmla="*/ 172 w 311"/>
                <a:gd name="T3" fmla="*/ 16 h 160"/>
                <a:gd name="T4" fmla="*/ 0 w 311"/>
                <a:gd name="T5" fmla="*/ 40 h 160"/>
                <a:gd name="T6" fmla="*/ 139 w 311"/>
                <a:gd name="T7" fmla="*/ 144 h 160"/>
                <a:gd name="T8" fmla="*/ 139 w 311"/>
                <a:gd name="T9" fmla="*/ 144 h 160"/>
                <a:gd name="T10" fmla="*/ 311 w 311"/>
                <a:gd name="T11" fmla="*/ 120 h 160"/>
                <a:gd name="T12" fmla="*/ 173 w 311"/>
                <a:gd name="T13" fmla="*/ 16 h 1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fr-FR">
                <a:solidFill>
                  <a:srgbClr val="231F20"/>
                </a:solidFill>
              </a:endParaRPr>
            </a:p>
          </p:txBody>
        </p:sp>
      </p:grpSp>
      <p:grpSp>
        <p:nvGrpSpPr>
          <p:cNvPr id="2937" name="Groupe 2936"/>
          <p:cNvGrpSpPr/>
          <p:nvPr userDrawn="1"/>
        </p:nvGrpSpPr>
        <p:grpSpPr>
          <a:xfrm>
            <a:off x="3660861" y="570436"/>
            <a:ext cx="4516967" cy="2699223"/>
            <a:chOff x="2745640" y="570435"/>
            <a:chExt cx="3387725" cy="2699223"/>
          </a:xfrm>
        </p:grpSpPr>
        <p:grpSp>
          <p:nvGrpSpPr>
            <p:cNvPr id="2011" name="Groupe 2010"/>
            <p:cNvGrpSpPr/>
            <p:nvPr userDrawn="1"/>
          </p:nvGrpSpPr>
          <p:grpSpPr>
            <a:xfrm>
              <a:off x="2745640" y="570435"/>
              <a:ext cx="3387725" cy="111917"/>
              <a:chOff x="2746375" y="570435"/>
              <a:chExt cx="3387725" cy="111917"/>
            </a:xfrm>
          </p:grpSpPr>
          <p:sp>
            <p:nvSpPr>
              <p:cNvPr id="1801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2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3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4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5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6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7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8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09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0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1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2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3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4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5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6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7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8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19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0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1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2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3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4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5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6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7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8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29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0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1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2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3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4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5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6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7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8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39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0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1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2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3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4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5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6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7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8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49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0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1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2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3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4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5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6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7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8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59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0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1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2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3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4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5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6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7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8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69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1870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12" name="Groupe 2011"/>
            <p:cNvGrpSpPr/>
            <p:nvPr userDrawn="1"/>
          </p:nvGrpSpPr>
          <p:grpSpPr>
            <a:xfrm>
              <a:off x="2745640" y="769459"/>
              <a:ext cx="3387725" cy="111917"/>
              <a:chOff x="2746375" y="570435"/>
              <a:chExt cx="3387725" cy="111917"/>
            </a:xfrm>
          </p:grpSpPr>
          <p:sp>
            <p:nvSpPr>
              <p:cNvPr id="2013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4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5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6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7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8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19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0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1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2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3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4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5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6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7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8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29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0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1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2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3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4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5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6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7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8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39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0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1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2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3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4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5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6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7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8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49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0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1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2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3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4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5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6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7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8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59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0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1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2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3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4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5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6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7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8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69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0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1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2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3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4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5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6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7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8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79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0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1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2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083" name="Groupe 2082"/>
            <p:cNvGrpSpPr/>
            <p:nvPr userDrawn="1"/>
          </p:nvGrpSpPr>
          <p:grpSpPr>
            <a:xfrm>
              <a:off x="2745640" y="968483"/>
              <a:ext cx="3387725" cy="111917"/>
              <a:chOff x="2746375" y="570435"/>
              <a:chExt cx="3387725" cy="111917"/>
            </a:xfrm>
          </p:grpSpPr>
          <p:sp>
            <p:nvSpPr>
              <p:cNvPr id="2084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5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6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7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8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89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0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1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2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3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4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5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6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7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8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099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0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1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2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3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4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5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6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7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8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09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0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1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2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3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4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5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6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7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8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19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0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1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2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3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4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5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6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7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8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29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0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1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2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3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4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5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6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7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8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39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0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1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2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3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4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5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6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7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8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49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0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1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2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3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154" name="Groupe 2153"/>
            <p:cNvGrpSpPr/>
            <p:nvPr userDrawn="1"/>
          </p:nvGrpSpPr>
          <p:grpSpPr>
            <a:xfrm>
              <a:off x="2745640" y="1167507"/>
              <a:ext cx="3387725" cy="111917"/>
              <a:chOff x="2746375" y="570435"/>
              <a:chExt cx="3387725" cy="111917"/>
            </a:xfrm>
          </p:grpSpPr>
          <p:sp>
            <p:nvSpPr>
              <p:cNvPr id="21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1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25" name="Groupe 2224"/>
            <p:cNvGrpSpPr/>
            <p:nvPr userDrawn="1"/>
          </p:nvGrpSpPr>
          <p:grpSpPr>
            <a:xfrm>
              <a:off x="2745640" y="1366531"/>
              <a:ext cx="3387725" cy="111917"/>
              <a:chOff x="2746375" y="570435"/>
              <a:chExt cx="3387725" cy="111917"/>
            </a:xfrm>
          </p:grpSpPr>
          <p:sp>
            <p:nvSpPr>
              <p:cNvPr id="222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2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3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4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5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6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7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8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296" name="Groupe 2295"/>
            <p:cNvGrpSpPr/>
            <p:nvPr userDrawn="1"/>
          </p:nvGrpSpPr>
          <p:grpSpPr>
            <a:xfrm>
              <a:off x="2745640" y="1565555"/>
              <a:ext cx="3387725" cy="111917"/>
              <a:chOff x="2746375" y="570435"/>
              <a:chExt cx="3387725" cy="111917"/>
            </a:xfrm>
          </p:grpSpPr>
          <p:sp>
            <p:nvSpPr>
              <p:cNvPr id="229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29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0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1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2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3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4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5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6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69" name="Groupe 2368"/>
            <p:cNvGrpSpPr/>
            <p:nvPr userDrawn="1"/>
          </p:nvGrpSpPr>
          <p:grpSpPr>
            <a:xfrm>
              <a:off x="2745640" y="1764579"/>
              <a:ext cx="3387725" cy="111917"/>
              <a:chOff x="2746375" y="570435"/>
              <a:chExt cx="3387725" cy="111917"/>
            </a:xfrm>
          </p:grpSpPr>
          <p:sp>
            <p:nvSpPr>
              <p:cNvPr id="272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3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4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5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6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7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8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0" name="Groupe 2369"/>
            <p:cNvGrpSpPr/>
            <p:nvPr userDrawn="1"/>
          </p:nvGrpSpPr>
          <p:grpSpPr>
            <a:xfrm>
              <a:off x="2745640" y="1963603"/>
              <a:ext cx="3387725" cy="111917"/>
              <a:chOff x="2746375" y="570435"/>
              <a:chExt cx="3387725" cy="111917"/>
            </a:xfrm>
          </p:grpSpPr>
          <p:sp>
            <p:nvSpPr>
              <p:cNvPr id="265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6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7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8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9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0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1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2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1" name="Groupe 2370"/>
            <p:cNvGrpSpPr/>
            <p:nvPr userDrawn="1"/>
          </p:nvGrpSpPr>
          <p:grpSpPr>
            <a:xfrm>
              <a:off x="2745640" y="2162627"/>
              <a:ext cx="3387725" cy="111917"/>
              <a:chOff x="2746375" y="570435"/>
              <a:chExt cx="3387725" cy="111917"/>
            </a:xfrm>
          </p:grpSpPr>
          <p:sp>
            <p:nvSpPr>
              <p:cNvPr id="258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9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0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1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2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3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4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65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2" name="Groupe 2371"/>
            <p:cNvGrpSpPr/>
            <p:nvPr userDrawn="1"/>
          </p:nvGrpSpPr>
          <p:grpSpPr>
            <a:xfrm>
              <a:off x="2745640" y="2361651"/>
              <a:ext cx="3387725" cy="111917"/>
              <a:chOff x="2746375" y="570435"/>
              <a:chExt cx="3387725" cy="111917"/>
            </a:xfrm>
          </p:grpSpPr>
          <p:sp>
            <p:nvSpPr>
              <p:cNvPr id="251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2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3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4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5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6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7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8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3" name="Groupe 2372"/>
            <p:cNvGrpSpPr/>
            <p:nvPr userDrawn="1"/>
          </p:nvGrpSpPr>
          <p:grpSpPr>
            <a:xfrm>
              <a:off x="2745640" y="2560675"/>
              <a:ext cx="3387725" cy="111917"/>
              <a:chOff x="2746375" y="570435"/>
              <a:chExt cx="3387725" cy="111917"/>
            </a:xfrm>
          </p:grpSpPr>
          <p:sp>
            <p:nvSpPr>
              <p:cNvPr id="244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5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6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7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8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9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0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51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374" name="Groupe 2373"/>
            <p:cNvGrpSpPr/>
            <p:nvPr userDrawn="1"/>
          </p:nvGrpSpPr>
          <p:grpSpPr>
            <a:xfrm>
              <a:off x="2745640" y="2759699"/>
              <a:ext cx="3387725" cy="111917"/>
              <a:chOff x="2746375" y="570435"/>
              <a:chExt cx="3387725" cy="111917"/>
            </a:xfrm>
          </p:grpSpPr>
          <p:sp>
            <p:nvSpPr>
              <p:cNvPr id="2375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6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7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8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79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0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1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2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3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4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5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6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7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8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89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0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1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2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3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4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5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6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7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8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399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0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1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2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3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4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5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6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7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8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09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0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1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2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3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4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5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6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7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8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19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0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1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2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3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4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5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6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7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8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29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0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1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2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3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4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5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6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7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8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39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0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1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2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3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444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795" name="Groupe 2794"/>
            <p:cNvGrpSpPr/>
            <p:nvPr userDrawn="1"/>
          </p:nvGrpSpPr>
          <p:grpSpPr>
            <a:xfrm>
              <a:off x="2745640" y="2958723"/>
              <a:ext cx="3387725" cy="111917"/>
              <a:chOff x="2746375" y="570435"/>
              <a:chExt cx="3387725" cy="111917"/>
            </a:xfrm>
          </p:grpSpPr>
          <p:sp>
            <p:nvSpPr>
              <p:cNvPr id="2796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7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8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799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0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1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2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3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4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5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6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7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8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09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0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1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2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3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4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5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6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7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8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19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0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1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2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3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4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5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6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7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8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29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0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1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2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3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4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5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6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7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8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39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0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1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2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3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4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5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6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7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8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49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0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1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2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3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4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5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6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7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8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59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0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1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2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3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4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5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  <p:grpSp>
          <p:nvGrpSpPr>
            <p:cNvPr id="2866" name="Groupe 2865"/>
            <p:cNvGrpSpPr/>
            <p:nvPr userDrawn="1"/>
          </p:nvGrpSpPr>
          <p:grpSpPr>
            <a:xfrm>
              <a:off x="2745640" y="3157741"/>
              <a:ext cx="3387725" cy="111917"/>
              <a:chOff x="2746375" y="570435"/>
              <a:chExt cx="3387725" cy="111917"/>
            </a:xfrm>
          </p:grpSpPr>
          <p:sp>
            <p:nvSpPr>
              <p:cNvPr id="2867" name="Oval 870"/>
              <p:cNvSpPr>
                <a:spLocks noChangeArrowheads="1"/>
              </p:cNvSpPr>
              <p:nvPr userDrawn="1"/>
            </p:nvSpPr>
            <p:spPr bwMode="auto">
              <a:xfrm flipV="1">
                <a:off x="2746375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8" name="Oval 871"/>
              <p:cNvSpPr>
                <a:spLocks noChangeArrowheads="1"/>
              </p:cNvSpPr>
              <p:nvPr userDrawn="1"/>
            </p:nvSpPr>
            <p:spPr bwMode="auto">
              <a:xfrm flipV="1">
                <a:off x="284496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69" name="Oval 872"/>
              <p:cNvSpPr>
                <a:spLocks noChangeArrowheads="1"/>
              </p:cNvSpPr>
              <p:nvPr userDrawn="1"/>
            </p:nvSpPr>
            <p:spPr bwMode="auto">
              <a:xfrm flipV="1">
                <a:off x="294356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0" name="Oval 873"/>
              <p:cNvSpPr>
                <a:spLocks noChangeArrowheads="1"/>
              </p:cNvSpPr>
              <p:nvPr userDrawn="1"/>
            </p:nvSpPr>
            <p:spPr bwMode="auto">
              <a:xfrm flipV="1">
                <a:off x="304393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1" name="Oval 874"/>
              <p:cNvSpPr>
                <a:spLocks noChangeArrowheads="1"/>
              </p:cNvSpPr>
              <p:nvPr userDrawn="1"/>
            </p:nvSpPr>
            <p:spPr bwMode="auto">
              <a:xfrm flipV="1">
                <a:off x="3143416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2" name="Oval 875"/>
              <p:cNvSpPr>
                <a:spLocks noChangeArrowheads="1"/>
              </p:cNvSpPr>
              <p:nvPr userDrawn="1"/>
            </p:nvSpPr>
            <p:spPr bwMode="auto">
              <a:xfrm flipV="1">
                <a:off x="324201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3" name="Oval 876"/>
              <p:cNvSpPr>
                <a:spLocks noChangeArrowheads="1"/>
              </p:cNvSpPr>
              <p:nvPr userDrawn="1"/>
            </p:nvSpPr>
            <p:spPr bwMode="auto">
              <a:xfrm flipV="1">
                <a:off x="334238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4" name="Oval 877"/>
              <p:cNvSpPr>
                <a:spLocks noChangeArrowheads="1"/>
              </p:cNvSpPr>
              <p:nvPr userDrawn="1"/>
            </p:nvSpPr>
            <p:spPr bwMode="auto">
              <a:xfrm flipV="1">
                <a:off x="344097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5" name="Oval 878"/>
              <p:cNvSpPr>
                <a:spLocks noChangeArrowheads="1"/>
              </p:cNvSpPr>
              <p:nvPr userDrawn="1"/>
            </p:nvSpPr>
            <p:spPr bwMode="auto">
              <a:xfrm flipV="1">
                <a:off x="3540456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6" name="Oval 879"/>
              <p:cNvSpPr>
                <a:spLocks noChangeArrowheads="1"/>
              </p:cNvSpPr>
              <p:nvPr userDrawn="1"/>
            </p:nvSpPr>
            <p:spPr bwMode="auto">
              <a:xfrm flipV="1">
                <a:off x="364082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7" name="Oval 880"/>
              <p:cNvSpPr>
                <a:spLocks noChangeArrowheads="1"/>
              </p:cNvSpPr>
              <p:nvPr userDrawn="1"/>
            </p:nvSpPr>
            <p:spPr bwMode="auto">
              <a:xfrm flipV="1">
                <a:off x="3739421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8" name="Oval 881"/>
              <p:cNvSpPr>
                <a:spLocks noChangeArrowheads="1"/>
              </p:cNvSpPr>
              <p:nvPr userDrawn="1"/>
            </p:nvSpPr>
            <p:spPr bwMode="auto">
              <a:xfrm flipV="1">
                <a:off x="383801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79" name="Oval 882"/>
              <p:cNvSpPr>
                <a:spLocks noChangeArrowheads="1"/>
              </p:cNvSpPr>
              <p:nvPr userDrawn="1"/>
            </p:nvSpPr>
            <p:spPr bwMode="auto">
              <a:xfrm flipV="1">
                <a:off x="393838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0" name="Oval 883"/>
              <p:cNvSpPr>
                <a:spLocks noChangeArrowheads="1"/>
              </p:cNvSpPr>
              <p:nvPr userDrawn="1"/>
            </p:nvSpPr>
            <p:spPr bwMode="auto">
              <a:xfrm flipV="1">
                <a:off x="4037867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1" name="Oval 884"/>
              <p:cNvSpPr>
                <a:spLocks noChangeArrowheads="1"/>
              </p:cNvSpPr>
              <p:nvPr userDrawn="1"/>
            </p:nvSpPr>
            <p:spPr bwMode="auto">
              <a:xfrm flipV="1">
                <a:off x="4136461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2" name="Oval 885"/>
              <p:cNvSpPr>
                <a:spLocks noChangeArrowheads="1"/>
              </p:cNvSpPr>
              <p:nvPr userDrawn="1"/>
            </p:nvSpPr>
            <p:spPr bwMode="auto">
              <a:xfrm flipV="1">
                <a:off x="4236832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3" name="Oval 886"/>
              <p:cNvSpPr>
                <a:spLocks noChangeArrowheads="1"/>
              </p:cNvSpPr>
              <p:nvPr userDrawn="1"/>
            </p:nvSpPr>
            <p:spPr bwMode="auto">
              <a:xfrm flipV="1">
                <a:off x="4335426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4" name="Oval 887"/>
              <p:cNvSpPr>
                <a:spLocks noChangeArrowheads="1"/>
              </p:cNvSpPr>
              <p:nvPr userDrawn="1"/>
            </p:nvSpPr>
            <p:spPr bwMode="auto">
              <a:xfrm flipV="1">
                <a:off x="4434908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5" name="Oval 888"/>
              <p:cNvSpPr>
                <a:spLocks noChangeArrowheads="1"/>
              </p:cNvSpPr>
              <p:nvPr userDrawn="1"/>
            </p:nvSpPr>
            <p:spPr bwMode="auto">
              <a:xfrm flipV="1">
                <a:off x="453527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6" name="Oval 889"/>
              <p:cNvSpPr>
                <a:spLocks noChangeArrowheads="1"/>
              </p:cNvSpPr>
              <p:nvPr userDrawn="1"/>
            </p:nvSpPr>
            <p:spPr bwMode="auto">
              <a:xfrm flipV="1">
                <a:off x="4633873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7" name="Oval 890"/>
              <p:cNvSpPr>
                <a:spLocks noChangeArrowheads="1"/>
              </p:cNvSpPr>
              <p:nvPr userDrawn="1"/>
            </p:nvSpPr>
            <p:spPr bwMode="auto">
              <a:xfrm flipV="1">
                <a:off x="473246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8" name="Oval 891"/>
              <p:cNvSpPr>
                <a:spLocks noChangeArrowheads="1"/>
              </p:cNvSpPr>
              <p:nvPr userDrawn="1"/>
            </p:nvSpPr>
            <p:spPr bwMode="auto">
              <a:xfrm flipV="1">
                <a:off x="4832837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89" name="Oval 892"/>
              <p:cNvSpPr>
                <a:spLocks noChangeArrowheads="1"/>
              </p:cNvSpPr>
              <p:nvPr userDrawn="1"/>
            </p:nvSpPr>
            <p:spPr bwMode="auto">
              <a:xfrm flipV="1">
                <a:off x="4932319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0" name="Oval 893"/>
              <p:cNvSpPr>
                <a:spLocks noChangeArrowheads="1"/>
              </p:cNvSpPr>
              <p:nvPr userDrawn="1"/>
            </p:nvSpPr>
            <p:spPr bwMode="auto">
              <a:xfrm flipV="1">
                <a:off x="5030913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1" name="Oval 894"/>
              <p:cNvSpPr>
                <a:spLocks noChangeArrowheads="1"/>
              </p:cNvSpPr>
              <p:nvPr userDrawn="1"/>
            </p:nvSpPr>
            <p:spPr bwMode="auto">
              <a:xfrm flipV="1">
                <a:off x="513128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2" name="Oval 895"/>
              <p:cNvSpPr>
                <a:spLocks noChangeArrowheads="1"/>
              </p:cNvSpPr>
              <p:nvPr userDrawn="1"/>
            </p:nvSpPr>
            <p:spPr bwMode="auto">
              <a:xfrm flipV="1">
                <a:off x="5229878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3" name="Oval 896"/>
              <p:cNvSpPr>
                <a:spLocks noChangeArrowheads="1"/>
              </p:cNvSpPr>
              <p:nvPr userDrawn="1"/>
            </p:nvSpPr>
            <p:spPr bwMode="auto">
              <a:xfrm flipV="1">
                <a:off x="5329360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4" name="Oval 897"/>
              <p:cNvSpPr>
                <a:spLocks noChangeArrowheads="1"/>
              </p:cNvSpPr>
              <p:nvPr userDrawn="1"/>
            </p:nvSpPr>
            <p:spPr bwMode="auto">
              <a:xfrm flipV="1">
                <a:off x="5429730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5" name="Oval 898"/>
              <p:cNvSpPr>
                <a:spLocks noChangeArrowheads="1"/>
              </p:cNvSpPr>
              <p:nvPr userDrawn="1"/>
            </p:nvSpPr>
            <p:spPr bwMode="auto">
              <a:xfrm flipV="1">
                <a:off x="5528324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6" name="Oval 899"/>
              <p:cNvSpPr>
                <a:spLocks noChangeArrowheads="1"/>
              </p:cNvSpPr>
              <p:nvPr userDrawn="1"/>
            </p:nvSpPr>
            <p:spPr bwMode="auto">
              <a:xfrm flipV="1">
                <a:off x="5627807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7" name="Oval 900"/>
              <p:cNvSpPr>
                <a:spLocks noChangeArrowheads="1"/>
              </p:cNvSpPr>
              <p:nvPr userDrawn="1"/>
            </p:nvSpPr>
            <p:spPr bwMode="auto">
              <a:xfrm flipV="1">
                <a:off x="5727289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8" name="Oval 901"/>
              <p:cNvSpPr>
                <a:spLocks noChangeArrowheads="1"/>
              </p:cNvSpPr>
              <p:nvPr userDrawn="1"/>
            </p:nvSpPr>
            <p:spPr bwMode="auto">
              <a:xfrm flipV="1">
                <a:off x="5826771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899" name="Oval 902"/>
              <p:cNvSpPr>
                <a:spLocks noChangeArrowheads="1"/>
              </p:cNvSpPr>
              <p:nvPr userDrawn="1"/>
            </p:nvSpPr>
            <p:spPr bwMode="auto">
              <a:xfrm flipV="1">
                <a:off x="5925365" y="672581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0" name="Oval 903"/>
              <p:cNvSpPr>
                <a:spLocks noChangeArrowheads="1"/>
              </p:cNvSpPr>
              <p:nvPr userDrawn="1"/>
            </p:nvSpPr>
            <p:spPr bwMode="auto">
              <a:xfrm flipV="1">
                <a:off x="6025735" y="672581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1" name="Oval 904"/>
              <p:cNvSpPr>
                <a:spLocks noChangeArrowheads="1"/>
              </p:cNvSpPr>
              <p:nvPr userDrawn="1"/>
            </p:nvSpPr>
            <p:spPr bwMode="auto">
              <a:xfrm flipV="1">
                <a:off x="6125218" y="672581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2" name="Oval 905"/>
              <p:cNvSpPr>
                <a:spLocks noChangeArrowheads="1"/>
              </p:cNvSpPr>
              <p:nvPr userDrawn="1"/>
            </p:nvSpPr>
            <p:spPr bwMode="auto">
              <a:xfrm flipV="1">
                <a:off x="2746375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3" name="Oval 906"/>
              <p:cNvSpPr>
                <a:spLocks noChangeArrowheads="1"/>
              </p:cNvSpPr>
              <p:nvPr userDrawn="1"/>
            </p:nvSpPr>
            <p:spPr bwMode="auto">
              <a:xfrm flipV="1">
                <a:off x="284496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4" name="Oval 907"/>
              <p:cNvSpPr>
                <a:spLocks noChangeArrowheads="1"/>
              </p:cNvSpPr>
              <p:nvPr userDrawn="1"/>
            </p:nvSpPr>
            <p:spPr bwMode="auto">
              <a:xfrm flipV="1">
                <a:off x="294356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5" name="Oval 908"/>
              <p:cNvSpPr>
                <a:spLocks noChangeArrowheads="1"/>
              </p:cNvSpPr>
              <p:nvPr userDrawn="1"/>
            </p:nvSpPr>
            <p:spPr bwMode="auto">
              <a:xfrm flipV="1">
                <a:off x="304393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6" name="Oval 909"/>
              <p:cNvSpPr>
                <a:spLocks noChangeArrowheads="1"/>
              </p:cNvSpPr>
              <p:nvPr userDrawn="1"/>
            </p:nvSpPr>
            <p:spPr bwMode="auto">
              <a:xfrm flipV="1">
                <a:off x="3143416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7" name="Oval 910"/>
              <p:cNvSpPr>
                <a:spLocks noChangeArrowheads="1"/>
              </p:cNvSpPr>
              <p:nvPr userDrawn="1"/>
            </p:nvSpPr>
            <p:spPr bwMode="auto">
              <a:xfrm flipV="1">
                <a:off x="324201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8" name="Oval 911"/>
              <p:cNvSpPr>
                <a:spLocks noChangeArrowheads="1"/>
              </p:cNvSpPr>
              <p:nvPr userDrawn="1"/>
            </p:nvSpPr>
            <p:spPr bwMode="auto">
              <a:xfrm flipV="1">
                <a:off x="334238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09" name="Oval 912"/>
              <p:cNvSpPr>
                <a:spLocks noChangeArrowheads="1"/>
              </p:cNvSpPr>
              <p:nvPr userDrawn="1"/>
            </p:nvSpPr>
            <p:spPr bwMode="auto">
              <a:xfrm flipV="1">
                <a:off x="344097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0" name="Oval 913"/>
              <p:cNvSpPr>
                <a:spLocks noChangeArrowheads="1"/>
              </p:cNvSpPr>
              <p:nvPr userDrawn="1"/>
            </p:nvSpPr>
            <p:spPr bwMode="auto">
              <a:xfrm flipV="1">
                <a:off x="3540456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1" name="Oval 914"/>
              <p:cNvSpPr>
                <a:spLocks noChangeArrowheads="1"/>
              </p:cNvSpPr>
              <p:nvPr userDrawn="1"/>
            </p:nvSpPr>
            <p:spPr bwMode="auto">
              <a:xfrm flipV="1">
                <a:off x="364082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2" name="Oval 915"/>
              <p:cNvSpPr>
                <a:spLocks noChangeArrowheads="1"/>
              </p:cNvSpPr>
              <p:nvPr userDrawn="1"/>
            </p:nvSpPr>
            <p:spPr bwMode="auto">
              <a:xfrm flipV="1">
                <a:off x="3739421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3" name="Oval 916"/>
              <p:cNvSpPr>
                <a:spLocks noChangeArrowheads="1"/>
              </p:cNvSpPr>
              <p:nvPr userDrawn="1"/>
            </p:nvSpPr>
            <p:spPr bwMode="auto">
              <a:xfrm flipV="1">
                <a:off x="383801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4" name="Oval 917"/>
              <p:cNvSpPr>
                <a:spLocks noChangeArrowheads="1"/>
              </p:cNvSpPr>
              <p:nvPr userDrawn="1"/>
            </p:nvSpPr>
            <p:spPr bwMode="auto">
              <a:xfrm flipV="1">
                <a:off x="393838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5" name="Oval 918"/>
              <p:cNvSpPr>
                <a:spLocks noChangeArrowheads="1"/>
              </p:cNvSpPr>
              <p:nvPr userDrawn="1"/>
            </p:nvSpPr>
            <p:spPr bwMode="auto">
              <a:xfrm flipV="1">
                <a:off x="4037867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6" name="Oval 919"/>
              <p:cNvSpPr>
                <a:spLocks noChangeArrowheads="1"/>
              </p:cNvSpPr>
              <p:nvPr userDrawn="1"/>
            </p:nvSpPr>
            <p:spPr bwMode="auto">
              <a:xfrm flipV="1">
                <a:off x="4136461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7" name="Oval 920"/>
              <p:cNvSpPr>
                <a:spLocks noChangeArrowheads="1"/>
              </p:cNvSpPr>
              <p:nvPr userDrawn="1"/>
            </p:nvSpPr>
            <p:spPr bwMode="auto">
              <a:xfrm flipV="1">
                <a:off x="4236832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8" name="Oval 921"/>
              <p:cNvSpPr>
                <a:spLocks noChangeArrowheads="1"/>
              </p:cNvSpPr>
              <p:nvPr userDrawn="1"/>
            </p:nvSpPr>
            <p:spPr bwMode="auto">
              <a:xfrm flipV="1">
                <a:off x="4335426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19" name="Oval 922"/>
              <p:cNvSpPr>
                <a:spLocks noChangeArrowheads="1"/>
              </p:cNvSpPr>
              <p:nvPr userDrawn="1"/>
            </p:nvSpPr>
            <p:spPr bwMode="auto">
              <a:xfrm flipV="1">
                <a:off x="4434908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0" name="Oval 923"/>
              <p:cNvSpPr>
                <a:spLocks noChangeArrowheads="1"/>
              </p:cNvSpPr>
              <p:nvPr userDrawn="1"/>
            </p:nvSpPr>
            <p:spPr bwMode="auto">
              <a:xfrm flipV="1">
                <a:off x="453527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1" name="Oval 924"/>
              <p:cNvSpPr>
                <a:spLocks noChangeArrowheads="1"/>
              </p:cNvSpPr>
              <p:nvPr userDrawn="1"/>
            </p:nvSpPr>
            <p:spPr bwMode="auto">
              <a:xfrm flipV="1">
                <a:off x="4633873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2" name="Oval 925"/>
              <p:cNvSpPr>
                <a:spLocks noChangeArrowheads="1"/>
              </p:cNvSpPr>
              <p:nvPr userDrawn="1"/>
            </p:nvSpPr>
            <p:spPr bwMode="auto">
              <a:xfrm flipV="1">
                <a:off x="473246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3" name="Oval 926"/>
              <p:cNvSpPr>
                <a:spLocks noChangeArrowheads="1"/>
              </p:cNvSpPr>
              <p:nvPr userDrawn="1"/>
            </p:nvSpPr>
            <p:spPr bwMode="auto">
              <a:xfrm flipV="1">
                <a:off x="4832837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4" name="Oval 927"/>
              <p:cNvSpPr>
                <a:spLocks noChangeArrowheads="1"/>
              </p:cNvSpPr>
              <p:nvPr userDrawn="1"/>
            </p:nvSpPr>
            <p:spPr bwMode="auto">
              <a:xfrm flipV="1">
                <a:off x="4932319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5" name="Oval 928"/>
              <p:cNvSpPr>
                <a:spLocks noChangeArrowheads="1"/>
              </p:cNvSpPr>
              <p:nvPr userDrawn="1"/>
            </p:nvSpPr>
            <p:spPr bwMode="auto">
              <a:xfrm flipV="1">
                <a:off x="5030913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6" name="Oval 929"/>
              <p:cNvSpPr>
                <a:spLocks noChangeArrowheads="1"/>
              </p:cNvSpPr>
              <p:nvPr userDrawn="1"/>
            </p:nvSpPr>
            <p:spPr bwMode="auto">
              <a:xfrm flipV="1">
                <a:off x="513128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7" name="Oval 930"/>
              <p:cNvSpPr>
                <a:spLocks noChangeArrowheads="1"/>
              </p:cNvSpPr>
              <p:nvPr userDrawn="1"/>
            </p:nvSpPr>
            <p:spPr bwMode="auto">
              <a:xfrm flipV="1">
                <a:off x="5229878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8" name="Oval 931"/>
              <p:cNvSpPr>
                <a:spLocks noChangeArrowheads="1"/>
              </p:cNvSpPr>
              <p:nvPr userDrawn="1"/>
            </p:nvSpPr>
            <p:spPr bwMode="auto">
              <a:xfrm flipV="1">
                <a:off x="5329360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29" name="Oval 932"/>
              <p:cNvSpPr>
                <a:spLocks noChangeArrowheads="1"/>
              </p:cNvSpPr>
              <p:nvPr userDrawn="1"/>
            </p:nvSpPr>
            <p:spPr bwMode="auto">
              <a:xfrm flipV="1">
                <a:off x="5429730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0" name="Oval 933"/>
              <p:cNvSpPr>
                <a:spLocks noChangeArrowheads="1"/>
              </p:cNvSpPr>
              <p:nvPr userDrawn="1"/>
            </p:nvSpPr>
            <p:spPr bwMode="auto">
              <a:xfrm flipV="1">
                <a:off x="5528324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1" name="Oval 934"/>
              <p:cNvSpPr>
                <a:spLocks noChangeArrowheads="1"/>
              </p:cNvSpPr>
              <p:nvPr userDrawn="1"/>
            </p:nvSpPr>
            <p:spPr bwMode="auto">
              <a:xfrm flipV="1">
                <a:off x="5627807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2" name="Oval 935"/>
              <p:cNvSpPr>
                <a:spLocks noChangeArrowheads="1"/>
              </p:cNvSpPr>
              <p:nvPr userDrawn="1"/>
            </p:nvSpPr>
            <p:spPr bwMode="auto">
              <a:xfrm flipV="1">
                <a:off x="5727289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3" name="Oval 936"/>
              <p:cNvSpPr>
                <a:spLocks noChangeArrowheads="1"/>
              </p:cNvSpPr>
              <p:nvPr userDrawn="1"/>
            </p:nvSpPr>
            <p:spPr bwMode="auto">
              <a:xfrm flipV="1">
                <a:off x="5826771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4" name="Oval 937"/>
              <p:cNvSpPr>
                <a:spLocks noChangeArrowheads="1"/>
              </p:cNvSpPr>
              <p:nvPr userDrawn="1"/>
            </p:nvSpPr>
            <p:spPr bwMode="auto">
              <a:xfrm flipV="1">
                <a:off x="5925365" y="570435"/>
                <a:ext cx="10659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5" name="Oval 938"/>
              <p:cNvSpPr>
                <a:spLocks noChangeArrowheads="1"/>
              </p:cNvSpPr>
              <p:nvPr userDrawn="1"/>
            </p:nvSpPr>
            <p:spPr bwMode="auto">
              <a:xfrm flipV="1">
                <a:off x="6025735" y="570435"/>
                <a:ext cx="9771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  <p:sp>
            <p:nvSpPr>
              <p:cNvPr id="2936" name="Oval 939"/>
              <p:cNvSpPr>
                <a:spLocks noChangeArrowheads="1"/>
              </p:cNvSpPr>
              <p:nvPr userDrawn="1"/>
            </p:nvSpPr>
            <p:spPr bwMode="auto">
              <a:xfrm flipV="1">
                <a:off x="6125218" y="570435"/>
                <a:ext cx="8882" cy="9771"/>
              </a:xfrm>
              <a:prstGeom prst="ellipse">
                <a:avLst/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fr-FR">
                  <a:solidFill>
                    <a:srgbClr val="231F20"/>
                  </a:solidFill>
                </a:endParaRPr>
              </a:p>
            </p:txBody>
          </p:sp>
        </p:grpSp>
      </p:grpSp>
      <p:sp>
        <p:nvSpPr>
          <p:cNvPr id="4" name="Espace réservé du texte 3"/>
          <p:cNvSpPr>
            <a:spLocks noGrp="1"/>
          </p:cNvSpPr>
          <p:nvPr>
            <p:ph type="body" sz="quarter" idx="11" hasCustomPrompt="1"/>
          </p:nvPr>
        </p:nvSpPr>
        <p:spPr>
          <a:xfrm>
            <a:off x="5533043" y="1275585"/>
            <a:ext cx="4495800" cy="690414"/>
          </a:xfrm>
        </p:spPr>
        <p:txBody>
          <a:bodyPr>
            <a:noAutofit/>
          </a:bodyPr>
          <a:lstStyle>
            <a:lvl1pPr marL="0" indent="0">
              <a:buNone/>
              <a:defRPr sz="240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Merci de votre attention</a:t>
            </a:r>
          </a:p>
        </p:txBody>
      </p:sp>
      <p:sp>
        <p:nvSpPr>
          <p:cNvPr id="1063" name="Espace réservé du texte 3"/>
          <p:cNvSpPr>
            <a:spLocks noGrp="1"/>
          </p:cNvSpPr>
          <p:nvPr>
            <p:ph type="body" sz="quarter" idx="12" hasCustomPrompt="1"/>
          </p:nvPr>
        </p:nvSpPr>
        <p:spPr>
          <a:xfrm>
            <a:off x="5533043" y="2101434"/>
            <a:ext cx="4495800" cy="283819"/>
          </a:xfrm>
        </p:spPr>
        <p:txBody>
          <a:bodyPr>
            <a:noAutofit/>
          </a:bodyPr>
          <a:lstStyle>
            <a:lvl1pPr marL="0" indent="0">
              <a:buNone/>
              <a:defRPr sz="2000" cap="none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ign.fr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66913" y="2633480"/>
            <a:ext cx="10258179" cy="2921395"/>
          </a:xfrm>
          <a:prstGeom prst="rect">
            <a:avLst/>
          </a:prstGeom>
        </p:spPr>
      </p:pic>
      <p:sp>
        <p:nvSpPr>
          <p:cNvPr id="1065" name="ZoneTexte 1064"/>
          <p:cNvSpPr txBox="1"/>
          <p:nvPr userDrawn="1"/>
        </p:nvSpPr>
        <p:spPr>
          <a:xfrm>
            <a:off x="10176761" y="5508724"/>
            <a:ext cx="177800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fr-FR" sz="900">
                <a:solidFill>
                  <a:srgbClr val="231F20"/>
                </a:solidFill>
              </a:rPr>
              <a:t>© IGN-SHOM</a:t>
            </a:r>
          </a:p>
          <a:p>
            <a:endParaRPr lang="fr-FR">
              <a:solidFill>
                <a:srgbClr val="231F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34519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007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2084893"/>
            <a:ext cx="9144000" cy="1185475"/>
          </a:xfrm>
          <a:prstGeom prst="rect">
            <a:avLst/>
          </a:prstGeom>
        </p:spPr>
        <p:txBody>
          <a:bodyPr anchor="ctr"/>
          <a:lstStyle>
            <a:lvl1pPr algn="ctr">
              <a:defRPr sz="4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817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7C19E0-880E-4295-B65F-49848F6A42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56339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4"/>
            <a:ext cx="11662887" cy="425594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01151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contenu 2"/>
          <p:cNvSpPr>
            <a:spLocks noGrp="1"/>
          </p:cNvSpPr>
          <p:nvPr>
            <p:ph idx="13"/>
          </p:nvPr>
        </p:nvSpPr>
        <p:spPr>
          <a:xfrm>
            <a:off x="359779" y="1041395"/>
            <a:ext cx="5760000" cy="5148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7" name="Titre 1"/>
          <p:cNvSpPr>
            <a:spLocks noGrp="1"/>
          </p:cNvSpPr>
          <p:nvPr>
            <p:ph type="title"/>
          </p:nvPr>
        </p:nvSpPr>
        <p:spPr>
          <a:xfrm>
            <a:off x="359784" y="228894"/>
            <a:ext cx="11662887" cy="425594"/>
          </a:xfrm>
          <a:prstGeom prst="rect">
            <a:avLst/>
          </a:prstGeom>
        </p:spPr>
        <p:txBody>
          <a:bodyPr anchor="ctr"/>
          <a:lstStyle>
            <a:lvl1pPr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du contenu 2"/>
          <p:cNvSpPr>
            <a:spLocks noGrp="1"/>
          </p:cNvSpPr>
          <p:nvPr>
            <p:ph idx="14"/>
          </p:nvPr>
        </p:nvSpPr>
        <p:spPr>
          <a:xfrm>
            <a:off x="6262665" y="1041395"/>
            <a:ext cx="5760000" cy="5148000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38" indent="-176213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11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6299433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820333" y="3268133"/>
            <a:ext cx="9144000" cy="1126068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ct val="100000"/>
              </a:lnSpc>
              <a:defRPr sz="36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0333" y="4575704"/>
            <a:ext cx="9144000" cy="6143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00000"/>
              </a:lnSpc>
              <a:spcBef>
                <a:spcPts val="600"/>
              </a:spcBef>
              <a:buNone/>
              <a:defRPr sz="24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5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00077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17/11/2025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99811711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4589366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255581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261758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14607093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+IM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10" name="Espace réservé pour une image  5"/>
          <p:cNvSpPr>
            <a:spLocks noGrp="1"/>
          </p:cNvSpPr>
          <p:nvPr>
            <p:ph type="pic" sz="quarter" idx="14"/>
          </p:nvPr>
        </p:nvSpPr>
        <p:spPr>
          <a:xfrm>
            <a:off x="607486" y="1517650"/>
            <a:ext cx="9730316" cy="4451351"/>
          </a:xfrm>
        </p:spPr>
        <p:txBody>
          <a:bodyPr rtlCol="0">
            <a:noAutofit/>
          </a:bodyPr>
          <a:lstStyle/>
          <a:p>
            <a:pPr lvl="0"/>
            <a:endParaRPr lang="fr-FR" noProof="0"/>
          </a:p>
        </p:txBody>
      </p:sp>
      <p:sp>
        <p:nvSpPr>
          <p:cNvPr id="4" name="Espace réservé de la date 4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5" name="Espace réservé du numéro de diapositive 6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971FF7-2BB2-4C58-8A31-213E11C90CED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12985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78BEB-CB5F-4DC3-8267-6B4093870A95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170078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17054446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3"/>
            <a:ext cx="11662887" cy="42559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891" indent="-34289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14" indent="-176209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1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926994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60000" y="5226529"/>
            <a:ext cx="4320000" cy="1200000"/>
          </a:xfrm>
        </p:spPr>
        <p:txBody>
          <a:bodyPr anchor="b" anchorCtr="0"/>
          <a:lstStyle>
            <a:lvl1pPr>
              <a:defRPr sz="1533"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9409043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0000" y="240000"/>
            <a:ext cx="1920000" cy="19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5726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71596496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CE700A9-F0F7-4C92-A3D4-908C25F8B4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6697" y="982798"/>
            <a:ext cx="8812803" cy="5875201"/>
          </a:xfrm>
          <a:prstGeom prst="rect">
            <a:avLst/>
          </a:prstGeom>
        </p:spPr>
      </p:pic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24141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212753339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339667684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934982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numéro de diapositive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678BEB-CB5F-4DC3-8267-6B4093870A95}" type="slidenum">
              <a:rPr>
                <a:solidFill>
                  <a:prstClr val="white"/>
                </a:solidFill>
              </a:rPr>
              <a:pPr>
                <a:defRPr/>
              </a:pPr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551538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59784" y="228893"/>
            <a:ext cx="11662887" cy="42559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00000"/>
              </a:lnSpc>
              <a:defRPr sz="28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7" name="Espace réservé du contenu 2"/>
          <p:cNvSpPr>
            <a:spLocks noGrp="1"/>
          </p:cNvSpPr>
          <p:nvPr>
            <p:ph idx="13"/>
          </p:nvPr>
        </p:nvSpPr>
        <p:spPr>
          <a:xfrm>
            <a:off x="359784" y="1041395"/>
            <a:ext cx="11662887" cy="5112000"/>
          </a:xfrm>
          <a:prstGeom prst="rect">
            <a:avLst/>
          </a:prstGeom>
        </p:spPr>
        <p:txBody>
          <a:bodyPr/>
          <a:lstStyle>
            <a:lvl1pPr marL="342891" indent="-34289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>
                <a:solidFill>
                  <a:srgbClr val="55453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defRPr sz="2000" b="1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85814" indent="-176209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</p:txBody>
      </p:sp>
      <p:sp>
        <p:nvSpPr>
          <p:cNvPr id="9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1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2366256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 bwMode="gray">
          <a:xfrm>
            <a:off x="960000" y="5226529"/>
            <a:ext cx="4320000" cy="1200000"/>
          </a:xfrm>
        </p:spPr>
        <p:txBody>
          <a:bodyPr anchor="b" anchorCtr="0"/>
          <a:lstStyle>
            <a:lvl1pPr>
              <a:defRPr sz="1533"/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 bwMode="gray">
          <a:xfrm>
            <a:off x="0" y="661800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fld id="{10C140CD-8AED-46FF-A9A2-77308F3F39AE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pic>
        <p:nvPicPr>
          <p:cNvPr id="2" name="Imag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720000" y="480000"/>
            <a:ext cx="3600000" cy="3600000"/>
          </a:xfrm>
          <a:prstGeom prst="rect">
            <a:avLst/>
          </a:prstGeom>
        </p:spPr>
      </p:pic>
      <p:pic>
        <p:nvPicPr>
          <p:cNvPr id="69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7819" y="635059"/>
            <a:ext cx="3648405" cy="165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780491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re et sous-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 hasCustomPrompt="1"/>
          </p:nvPr>
        </p:nvSpPr>
        <p:spPr bwMode="gray">
          <a:xfrm>
            <a:off x="0" y="0"/>
            <a:ext cx="240000" cy="240000"/>
          </a:xfrm>
          <a:ln>
            <a:solidFill>
              <a:schemeClr val="tx1">
                <a:alpha val="0"/>
              </a:schemeClr>
            </a:solidFill>
          </a:ln>
        </p:spPr>
        <p:txBody>
          <a:bodyPr/>
          <a:lstStyle>
            <a:lvl1pPr>
              <a:defRPr sz="133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fr-FR"/>
              <a:t>Titre</a:t>
            </a:r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>
            <a:lvl1pPr>
              <a:defRPr/>
            </a:lvl1pPr>
          </a:lstStyle>
          <a:p>
            <a:endParaRPr lang="fr-FR"/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1" name="Espace réservé du texte 10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80000" y="3128061"/>
            <a:ext cx="11232000" cy="2769600"/>
          </a:xfrm>
        </p:spPr>
        <p:txBody>
          <a:bodyPr/>
          <a:lstStyle>
            <a:lvl1pPr>
              <a:lnSpc>
                <a:spcPct val="90000"/>
              </a:lnSpc>
              <a:spcAft>
                <a:spcPts val="0"/>
              </a:spcAft>
              <a:defRPr sz="4333" b="1" cap="all" baseline="0">
                <a:solidFill>
                  <a:schemeClr val="tx2">
                    <a:lumMod val="75000"/>
                  </a:schemeClr>
                </a:solidFill>
              </a:defRPr>
            </a:lvl1pPr>
            <a:lvl2pPr marL="0" indent="0">
              <a:spcBef>
                <a:spcPts val="667"/>
              </a:spcBef>
              <a:spcAft>
                <a:spcPts val="0"/>
              </a:spcAft>
              <a:buNone/>
              <a:defRPr sz="2467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cxnSp>
        <p:nvCxnSpPr>
          <p:cNvPr id="12" name="Connecteur droit 11"/>
          <p:cNvCxnSpPr/>
          <p:nvPr userDrawn="1"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240000" y="240000"/>
            <a:ext cx="1920000" cy="1920000"/>
          </a:xfrm>
          <a:prstGeom prst="rect">
            <a:avLst/>
          </a:prstGeom>
        </p:spPr>
      </p:pic>
      <p:pic>
        <p:nvPicPr>
          <p:cNvPr id="72" name="Picture 2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028" y="373144"/>
            <a:ext cx="3648405" cy="16561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64952749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8" name="Espace réservé du texte 7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79997" y="2522624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9" name="Espace réservé du texte 7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416000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10" name="Espace réservé du texte 7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8351999" y="2524800"/>
            <a:ext cx="3360000" cy="3374400"/>
          </a:xfrm>
        </p:spPr>
        <p:txBody>
          <a:bodyPr/>
          <a:lstStyle>
            <a:lvl1pPr marL="191995" indent="-191995">
              <a:spcBef>
                <a:spcPts val="533"/>
              </a:spcBef>
              <a:spcAft>
                <a:spcPts val="1067"/>
              </a:spcAft>
              <a:buFont typeface="+mj-lt"/>
              <a:buAutoNum type="arabicPeriod"/>
              <a:defRPr b="1">
                <a:solidFill>
                  <a:schemeClr val="tx2">
                    <a:lumMod val="75000"/>
                  </a:schemeClr>
                </a:solidFill>
              </a:defRPr>
            </a:lvl1pPr>
            <a:lvl2pPr marL="431989" indent="-191995">
              <a:spcBef>
                <a:spcPts val="800"/>
              </a:spcBef>
              <a:spcAft>
                <a:spcPts val="1067"/>
              </a:spcAft>
              <a:buFont typeface="+mj-lt"/>
              <a:buAutoNum type="alphaLcPeriod"/>
              <a:defRPr/>
            </a:lvl2pPr>
          </a:lstStyle>
          <a:p>
            <a:pPr lvl="0"/>
            <a:r>
              <a:rPr lang="fr-FR"/>
              <a:t>Titre de la partie</a:t>
            </a:r>
          </a:p>
          <a:p>
            <a:pPr lvl="1"/>
            <a:r>
              <a:rPr lang="fr-FR"/>
              <a:t>Deuxième niveau</a:t>
            </a:r>
          </a:p>
        </p:txBody>
      </p:sp>
    </p:spTree>
    <p:extLst>
      <p:ext uri="{BB962C8B-B14F-4D97-AF65-F5344CB8AC3E}">
        <p14:creationId xmlns:p14="http://schemas.microsoft.com/office/powerpoint/2010/main" val="35231025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1CE700A9-F0F7-4C92-A3D4-908C25F8B43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426697" y="982798"/>
            <a:ext cx="8812803" cy="5875201"/>
          </a:xfrm>
          <a:prstGeom prst="rect">
            <a:avLst/>
          </a:prstGeom>
        </p:spPr>
      </p:pic>
      <p:sp>
        <p:nvSpPr>
          <p:cNvPr id="8" name="Espace réservé pour une image  7"/>
          <p:cNvSpPr>
            <a:spLocks noGrp="1"/>
          </p:cNvSpPr>
          <p:nvPr>
            <p:ph type="pic" sz="quarter" idx="13" hasCustomPrompt="1"/>
          </p:nvPr>
        </p:nvSpPr>
        <p:spPr bwMode="gray">
          <a:xfrm>
            <a:off x="0" y="984000"/>
            <a:ext cx="12192000" cy="5875200"/>
          </a:xfrm>
          <a:solidFill>
            <a:schemeClr val="bg1">
              <a:lumMod val="85000"/>
            </a:schemeClr>
          </a:solidFill>
        </p:spPr>
        <p:txBody>
          <a:bodyPr tIns="1080000" anchor="ctr" anchorCtr="0"/>
          <a:lstStyle>
            <a:lvl1pPr algn="ctr">
              <a:defRPr cap="all" baseline="0"/>
            </a:lvl1pPr>
          </a:lstStyle>
          <a:p>
            <a:r>
              <a:rPr lang="fr-FR"/>
              <a:t>Sélectionner l’icône pour insérer une image, </a:t>
            </a:r>
            <a:br>
              <a:rPr lang="fr-FR"/>
            </a:br>
            <a:r>
              <a:rPr lang="fr-FR"/>
              <a:t>puis disposer l’image en arrière plan </a:t>
            </a:r>
            <a:br>
              <a:rPr lang="fr-FR"/>
            </a:br>
            <a:r>
              <a:rPr lang="fr-FR"/>
              <a:t>(Sélectionner l’image avec le bouton droit de la souris / </a:t>
            </a:r>
            <a:br>
              <a:rPr lang="fr-FR"/>
            </a:br>
            <a:r>
              <a:rPr lang="fr-FR"/>
              <a:t>Mettre à l’arrière plan)</a:t>
            </a:r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984000"/>
            <a:ext cx="11232000" cy="5395200"/>
          </a:xfrm>
          <a:custGeom>
            <a:avLst/>
            <a:gdLst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8424000 w 8424000"/>
              <a:gd name="connsiteY2" fmla="*/ 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  <a:gd name="connsiteX2" fmla="*/ 0 w 8424000"/>
              <a:gd name="connsiteY2" fmla="*/ 40 h 4046400"/>
              <a:gd name="connsiteX3" fmla="*/ 8424000 w 8424000"/>
              <a:gd name="connsiteY3" fmla="*/ 0 h 4046400"/>
              <a:gd name="connsiteX4" fmla="*/ 8424000 w 8424000"/>
              <a:gd name="connsiteY4" fmla="*/ 4046400 h 4046400"/>
              <a:gd name="connsiteX0" fmla="*/ 8424000 w 8424000"/>
              <a:gd name="connsiteY0" fmla="*/ 4046400 h 4046400"/>
              <a:gd name="connsiteX1" fmla="*/ 0 w 8424000"/>
              <a:gd name="connsiteY1" fmla="*/ 4046360 h 4046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24000" h="4046400" stroke="0" extrusionOk="0">
                <a:moveTo>
                  <a:pt x="8424000" y="4046400"/>
                </a:moveTo>
                <a:lnTo>
                  <a:pt x="0" y="4046360"/>
                </a:lnTo>
                <a:lnTo>
                  <a:pt x="0" y="40"/>
                </a:lnTo>
                <a:cubicBezTo>
                  <a:pt x="0" y="18"/>
                  <a:pt x="3771553" y="0"/>
                  <a:pt x="8424000" y="0"/>
                </a:cubicBezTo>
                <a:lnTo>
                  <a:pt x="8424000" y="4046400"/>
                </a:lnTo>
                <a:close/>
              </a:path>
              <a:path w="8424000" h="4046400" fill="none">
                <a:moveTo>
                  <a:pt x="8424000" y="4046400"/>
                </a:moveTo>
                <a:lnTo>
                  <a:pt x="0" y="4046360"/>
                </a:lnTo>
              </a:path>
            </a:pathLst>
          </a:custGeom>
          <a:ln w="10160">
            <a:solidFill>
              <a:schemeClr val="tx1"/>
            </a:solidFill>
          </a:ln>
        </p:spPr>
        <p:txBody>
          <a:bodyPr lIns="0" bIns="360000" anchor="ctr" anchorCtr="0"/>
          <a:lstStyle>
            <a:lvl1pPr marL="527987" indent="-527987">
              <a:buFont typeface="+mj-lt"/>
              <a:buAutoNum type="arabicPeriod"/>
              <a:defRPr sz="4333"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4131724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textes 3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0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  <p:sp>
        <p:nvSpPr>
          <p:cNvPr id="12" name="Espace réservé du texte 11"/>
          <p:cNvSpPr>
            <a:spLocks noGrp="1"/>
          </p:cNvSpPr>
          <p:nvPr>
            <p:ph type="body" sz="quarter" idx="14" hasCustomPrompt="1"/>
          </p:nvPr>
        </p:nvSpPr>
        <p:spPr bwMode="gray">
          <a:xfrm>
            <a:off x="479999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3" name="Espace réservé du texte 11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4416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4" name="Espace réservé du texte 11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8352000" y="2448000"/>
            <a:ext cx="3360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 baseline="0"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</p:spTree>
    <p:extLst>
      <p:ext uri="{BB962C8B-B14F-4D97-AF65-F5344CB8AC3E}">
        <p14:creationId xmlns:p14="http://schemas.microsoft.com/office/powerpoint/2010/main" val="165896348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 bwMode="gray">
          <a:xfrm>
            <a:off x="479999" y="1200000"/>
            <a:ext cx="11232000" cy="960000"/>
          </a:xfrm>
        </p:spPr>
        <p:txBody>
          <a:bodyPr/>
          <a:lstStyle/>
          <a:p>
            <a:r>
              <a:rPr lang="fr-FR" noProof="0"/>
              <a:t>Titre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 bwMode="gray"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 bwMode="gray"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 bwMode="gray"/>
        <p:txBody>
          <a:bodyPr/>
          <a:lstStyle/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contenu 8"/>
          <p:cNvSpPr>
            <a:spLocks noGrp="1"/>
          </p:cNvSpPr>
          <p:nvPr>
            <p:ph sz="quarter" idx="14" hasCustomPrompt="1"/>
          </p:nvPr>
        </p:nvSpPr>
        <p:spPr bwMode="gray">
          <a:xfrm>
            <a:off x="479997" y="2448000"/>
            <a:ext cx="11232000" cy="3432000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fr-FR"/>
              <a:t>Texte de niveau 1</a:t>
            </a:r>
          </a:p>
          <a:p>
            <a:pPr lvl="1"/>
            <a:r>
              <a:rPr lang="fr-FR"/>
              <a:t>Texte de niveau 2</a:t>
            </a:r>
          </a:p>
          <a:p>
            <a:pPr lvl="2"/>
            <a:r>
              <a:rPr lang="fr-FR"/>
              <a:t>Texte de niveau 3</a:t>
            </a:r>
          </a:p>
          <a:p>
            <a:pPr lvl="3"/>
            <a:r>
              <a:rPr lang="fr-FR"/>
              <a:t>Texte de niveau 4</a:t>
            </a:r>
          </a:p>
          <a:p>
            <a:pPr lvl="4"/>
            <a:r>
              <a:rPr lang="fr-FR"/>
              <a:t>Texte de niveau 5</a:t>
            </a:r>
          </a:p>
        </p:txBody>
      </p:sp>
      <p:sp>
        <p:nvSpPr>
          <p:cNvPr id="15" name="Espace réservé du texte 9"/>
          <p:cNvSpPr>
            <a:spLocks noGrp="1"/>
          </p:cNvSpPr>
          <p:nvPr>
            <p:ph type="body" sz="quarter" idx="13" hasCustomPrompt="1"/>
          </p:nvPr>
        </p:nvSpPr>
        <p:spPr bwMode="gray">
          <a:xfrm>
            <a:off x="4416000" y="240000"/>
            <a:ext cx="7296000" cy="480000"/>
          </a:xfrm>
        </p:spPr>
        <p:txBody>
          <a:bodyPr/>
          <a:lstStyle>
            <a:lvl1pPr marL="143996" indent="-143996" algn="r">
              <a:spcAft>
                <a:spcPts val="0"/>
              </a:spcAft>
              <a:buFont typeface="+mj-lt"/>
              <a:buAutoNum type="arabicPeriod"/>
              <a:defRPr sz="1000" b="1"/>
            </a:lvl1pPr>
            <a:lvl2pPr marL="143996" indent="-143996" algn="r"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000"/>
            </a:lvl2pPr>
          </a:lstStyle>
          <a:p>
            <a:pPr lvl="0"/>
            <a:r>
              <a:rPr lang="fr-FR"/>
              <a:t>Titre</a:t>
            </a:r>
          </a:p>
          <a:p>
            <a:pPr lvl="1"/>
            <a:r>
              <a:rPr lang="fr-FR"/>
              <a:t>Sous-titre</a:t>
            </a:r>
          </a:p>
        </p:txBody>
      </p:sp>
    </p:spTree>
    <p:extLst>
      <p:ext uri="{BB962C8B-B14F-4D97-AF65-F5344CB8AC3E}">
        <p14:creationId xmlns:p14="http://schemas.microsoft.com/office/powerpoint/2010/main" val="19692439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0243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.xml"/><Relationship Id="rId13" Type="http://schemas.openxmlformats.org/officeDocument/2006/relationships/image" Target="../media/image8.png"/><Relationship Id="rId3" Type="http://schemas.openxmlformats.org/officeDocument/2006/relationships/slideLayout" Target="../slideLayouts/slideLayout7.xml"/><Relationship Id="rId7" Type="http://schemas.openxmlformats.org/officeDocument/2006/relationships/slideLayout" Target="../slideLayouts/slideLayout11.xml"/><Relationship Id="rId12" Type="http://schemas.openxmlformats.org/officeDocument/2006/relationships/image" Target="../media/image7.png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11" Type="http://schemas.openxmlformats.org/officeDocument/2006/relationships/theme" Target="../theme/theme4.xml"/><Relationship Id="rId5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4.xml"/><Relationship Id="rId4" Type="http://schemas.openxmlformats.org/officeDocument/2006/relationships/slideLayout" Target="../slideLayouts/slideLayout8.xml"/><Relationship Id="rId9" Type="http://schemas.openxmlformats.org/officeDocument/2006/relationships/slideLayout" Target="../slideLayouts/slideLayout13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10.png"/><Relationship Id="rId4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7.xml"/><Relationship Id="rId3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6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24.xml"/><Relationship Id="rId10" Type="http://schemas.openxmlformats.org/officeDocument/2006/relationships/theme" Target="../theme/theme8.xml"/><Relationship Id="rId4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8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image" Target="../media/image12.png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image" Target="../media/image11.png"/><Relationship Id="rId5" Type="http://schemas.openxmlformats.org/officeDocument/2006/relationships/slideLayout" Target="../slideLayouts/slideLayout33.xml"/><Relationship Id="rId10" Type="http://schemas.openxmlformats.org/officeDocument/2006/relationships/theme" Target="../theme/theme9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theme" Target="../theme/theme10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10" Type="http://schemas.openxmlformats.org/officeDocument/2006/relationships/image" Target="../media/image12.png"/><Relationship Id="rId4" Type="http://schemas.openxmlformats.org/officeDocument/2006/relationships/slideLayout" Target="../slideLayouts/slideLayout41.xml"/><Relationship Id="rId9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" y="10"/>
            <a:ext cx="12191092" cy="2610519"/>
          </a:xfrm>
          <a:prstGeom prst="rect">
            <a:avLst/>
          </a:prstGeom>
        </p:spPr>
      </p:pic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0132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70" r:id="rId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 userDrawn="1"/>
        </p:nvGrpSpPr>
        <p:grpSpPr>
          <a:xfrm>
            <a:off x="-12321" y="-34025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44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/>
        </p:nvGrpSpPr>
        <p:grpSpPr>
          <a:xfrm>
            <a:off x="-12321" y="-34025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4444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8325" y="291750"/>
            <a:ext cx="11074697" cy="36294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fr-FR"/>
              <a:t>Titre sur 1 ou 2 lignes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82924" y="1056451"/>
            <a:ext cx="11100097" cy="5054947"/>
          </a:xfrm>
          <a:prstGeom prst="rect">
            <a:avLst/>
          </a:prstGeom>
        </p:spPr>
        <p:txBody>
          <a:bodyPr vert="horz" lIns="10800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cxnSp>
        <p:nvCxnSpPr>
          <p:cNvPr id="9" name="Connecteur droit 8"/>
          <p:cNvCxnSpPr/>
          <p:nvPr/>
        </p:nvCxnSpPr>
        <p:spPr>
          <a:xfrm>
            <a:off x="646897" y="6210300"/>
            <a:ext cx="10824475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AutoShape 3"/>
          <p:cNvSpPr>
            <a:spLocks noChangeAspect="1" noChangeArrowheads="1" noTextEdit="1"/>
          </p:cNvSpPr>
          <p:nvPr/>
        </p:nvSpPr>
        <p:spPr bwMode="auto">
          <a:xfrm>
            <a:off x="5255691" y="2787650"/>
            <a:ext cx="1680633" cy="1282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fr-FR">
              <a:solidFill>
                <a:srgbClr val="231F20"/>
              </a:solidFill>
            </a:endParaRPr>
          </a:p>
        </p:txBody>
      </p:sp>
      <p:sp>
        <p:nvSpPr>
          <p:cNvPr id="71" name="Espace réservé du numéro de diapositive 7"/>
          <p:cNvSpPr>
            <a:spLocks noGrp="1"/>
          </p:cNvSpPr>
          <p:nvPr>
            <p:ph type="sldNum" sz="quarter" idx="4"/>
          </p:nvPr>
        </p:nvSpPr>
        <p:spPr>
          <a:xfrm>
            <a:off x="10971379" y="6189442"/>
            <a:ext cx="7826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marL="0" algn="ctr" defTabSz="914400" rtl="0" eaLnBrk="1" latinLnBrk="0" hangingPunct="1">
              <a:lnSpc>
                <a:spcPct val="87000"/>
              </a:lnSpc>
              <a:defRPr lang="fr-FR" sz="1050" b="1" kern="1200" smtClean="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</a:lstStyle>
          <a:p>
            <a:fld id="{BFDCCF6A-CD24-4809-A0CF-2C58009B08AC}" type="slidenum">
              <a:rPr>
                <a:solidFill>
                  <a:prstClr val="white"/>
                </a:solidFill>
              </a:rPr>
              <a:pPr/>
              <a:t>‹N°›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18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9661559" y="6247705"/>
            <a:ext cx="1177756" cy="232006"/>
          </a:xfrm>
          <a:prstGeom prst="rect">
            <a:avLst/>
          </a:prstGeom>
        </p:spPr>
        <p:txBody>
          <a:bodyPr vert="horz" lIns="108000" tIns="45720" rIns="91440" bIns="45720" rtlCol="0" anchor="ctr">
            <a:noAutofit/>
          </a:bodyPr>
          <a:lstStyle>
            <a:lvl1pPr algn="r">
              <a:lnSpc>
                <a:spcPct val="87000"/>
              </a:lnSpc>
              <a:defRPr sz="105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19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785767" y="6247705"/>
            <a:ext cx="4526720" cy="2320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lnSpc>
                <a:spcPct val="87000"/>
              </a:lnSpc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5" name="ZoneTexte 14"/>
          <p:cNvSpPr txBox="1"/>
          <p:nvPr userDrawn="1"/>
        </p:nvSpPr>
        <p:spPr>
          <a:xfrm>
            <a:off x="2410368" y="6254038"/>
            <a:ext cx="1248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900">
                <a:solidFill>
                  <a:srgbClr val="72797F"/>
                </a:solidFill>
                <a:cs typeface="Arial" panose="020B0604020202020204" pitchFamily="34" charset="0"/>
              </a:rPr>
              <a:t>SPP/19.xxx</a:t>
            </a:r>
          </a:p>
        </p:txBody>
      </p:sp>
    </p:spTree>
    <p:extLst>
      <p:ext uri="{BB962C8B-B14F-4D97-AF65-F5344CB8AC3E}">
        <p14:creationId xmlns:p14="http://schemas.microsoft.com/office/powerpoint/2010/main" val="728242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  <p:sldLayoutId id="2147483695" r:id="rId3"/>
    <p:sldLayoutId id="2147483696" r:id="rId4"/>
    <p:sldLayoutId id="2147483697" r:id="rId5"/>
    <p:sldLayoutId id="2147483698" r:id="rId6"/>
    <p:sldLayoutId id="2147483699" r:id="rId7"/>
    <p:sldLayoutId id="2147483700" r:id="rId8"/>
    <p:sldLayoutId id="2147483701" r:id="rId9"/>
    <p:sldLayoutId id="2147483702" r:id="rId10"/>
  </p:sldLayoutIdLst>
  <p:hf hdr="0"/>
  <p:txStyles>
    <p:titleStyle>
      <a:lvl1pPr algn="l" defTabSz="685800" rtl="0" eaLnBrk="1" latinLnBrk="0" hangingPunct="1">
        <a:lnSpc>
          <a:spcPct val="87000"/>
        </a:lnSpc>
        <a:spcBef>
          <a:spcPct val="0"/>
        </a:spcBef>
        <a:buNone/>
        <a:defRPr sz="2400" b="0" kern="1200" cap="all" baseline="0">
          <a:solidFill>
            <a:schemeClr val="accent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66700" indent="-266700" algn="l" defTabSz="685800" rtl="0" eaLnBrk="1" latinLnBrk="0" hangingPunct="1">
        <a:lnSpc>
          <a:spcPct val="87000"/>
        </a:lnSpc>
        <a:spcBef>
          <a:spcPts val="600"/>
        </a:spcBef>
        <a:spcAft>
          <a:spcPts val="600"/>
        </a:spcAft>
        <a:buSzPct val="120000"/>
        <a:buFontTx/>
        <a:buBlip>
          <a:blip r:embed="rId12"/>
        </a:buBlip>
        <a:defRPr sz="2000" kern="1200" cap="none" baseline="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55600" indent="-177800" algn="l" defTabSz="685800" rtl="0" eaLnBrk="1" latinLnBrk="0" hangingPunct="1">
        <a:lnSpc>
          <a:spcPct val="100000"/>
        </a:lnSpc>
        <a:spcBef>
          <a:spcPts val="400"/>
        </a:spcBef>
        <a:spcAft>
          <a:spcPts val="400"/>
        </a:spcAft>
        <a:buSzPct val="120000"/>
        <a:buFontTx/>
        <a:buBlip>
          <a:blip r:embed="rId12"/>
        </a:buBlip>
        <a:defRPr lang="fr-FR" sz="1800" b="0" kern="1200" dirty="0">
          <a:solidFill>
            <a:srgbClr val="6D6F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541338" indent="-185738" algn="l" defTabSz="685800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Clr>
          <a:schemeClr val="accent6"/>
        </a:buClr>
        <a:buSzPct val="115000"/>
        <a:buFontTx/>
        <a:buBlip>
          <a:blip r:embed="rId13"/>
        </a:buBlip>
        <a:defRPr sz="1600" b="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630238" indent="-185738" algn="l" defTabSz="685800" rtl="0" eaLnBrk="1" latinLnBrk="0" hangingPunct="1">
        <a:lnSpc>
          <a:spcPct val="100000"/>
        </a:lnSpc>
        <a:spcBef>
          <a:spcPts val="300"/>
        </a:spcBef>
        <a:buClr>
          <a:srgbClr val="6D6F71"/>
        </a:buClr>
        <a:buSzPct val="110000"/>
        <a:buFont typeface="Arial" panose="020B0604020202020204" pitchFamily="34" charset="0"/>
        <a:buChar char="•"/>
        <a:defRPr sz="1400" b="0" i="0" kern="1200">
          <a:solidFill>
            <a:srgbClr val="6D6F7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719138" indent="-177800" algn="l" defTabSz="685800" rtl="0" eaLnBrk="1" latinLnBrk="0" hangingPunct="1">
        <a:lnSpc>
          <a:spcPct val="100000"/>
        </a:lnSpc>
        <a:spcBef>
          <a:spcPts val="200"/>
        </a:spcBef>
        <a:spcAft>
          <a:spcPts val="0"/>
        </a:spcAft>
        <a:buFont typeface="Calibri" panose="020F0502020204030204" pitchFamily="34" charset="0"/>
        <a:buChar char="–"/>
        <a:defRPr sz="1200" b="0" i="0" kern="1200">
          <a:solidFill>
            <a:schemeClr val="accent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42">
          <p15:clr>
            <a:srgbClr val="F26B43"/>
          </p15:clr>
        </p15:guide>
        <p15:guide id="2" pos="107">
          <p15:clr>
            <a:srgbClr val="F26B43"/>
          </p15:clr>
        </p15:guide>
        <p15:guide id="3" orient="horz" pos="4178">
          <p15:clr>
            <a:srgbClr val="F26B43"/>
          </p15:clr>
        </p15:guide>
        <p15:guide id="4" pos="5653">
          <p15:clr>
            <a:srgbClr val="F26B43"/>
          </p15:clr>
        </p15:guide>
        <p15:guide id="5" pos="165">
          <p15:clr>
            <a:srgbClr val="F26B43"/>
          </p15:clr>
        </p15:guide>
        <p15:guide id="6" pos="5602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080244" y="3280352"/>
            <a:ext cx="60133" cy="2160000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pSp>
        <p:nvGrpSpPr>
          <p:cNvPr id="17" name="Groupe 16"/>
          <p:cNvGrpSpPr/>
          <p:nvPr/>
        </p:nvGrpSpPr>
        <p:grpSpPr>
          <a:xfrm>
            <a:off x="-12321" y="0"/>
            <a:ext cx="12204321" cy="3350410"/>
            <a:chOff x="-12321" y="-34025"/>
            <a:chExt cx="12204321" cy="3350410"/>
          </a:xfrm>
        </p:grpSpPr>
        <p:grpSp>
          <p:nvGrpSpPr>
            <p:cNvPr id="18" name="Groupe 17"/>
            <p:cNvGrpSpPr/>
            <p:nvPr/>
          </p:nvGrpSpPr>
          <p:grpSpPr>
            <a:xfrm>
              <a:off x="0" y="-12789"/>
              <a:ext cx="12192000" cy="2465432"/>
              <a:chOff x="-37246" y="-13814"/>
              <a:chExt cx="12241591" cy="2465432"/>
            </a:xfrm>
          </p:grpSpPr>
          <p:pic>
            <p:nvPicPr>
              <p:cNvPr id="21" name="Image 20"/>
              <p:cNvPicPr>
                <a:picLocks noChangeAspect="1"/>
              </p:cNvPicPr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-37246" y="0"/>
                <a:ext cx="3885634" cy="2448177"/>
              </a:xfrm>
              <a:prstGeom prst="rect">
                <a:avLst/>
              </a:prstGeom>
            </p:spPr>
          </p:pic>
          <p:pic>
            <p:nvPicPr>
              <p:cNvPr id="22" name="Image 21"/>
              <p:cNvPicPr>
                <a:picLocks noChangeAspect="1"/>
              </p:cNvPicPr>
              <p:nvPr/>
            </p:nvPicPr>
            <p:blipFill rotWithShape="1"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3038227" y="-1025"/>
                <a:ext cx="3357141" cy="2449202"/>
              </a:xfrm>
              <a:prstGeom prst="rect">
                <a:avLst/>
              </a:prstGeom>
            </p:spPr>
          </p:pic>
          <p:pic>
            <p:nvPicPr>
              <p:cNvPr id="23" name="Image 22"/>
              <p:cNvPicPr>
                <a:picLocks noChangeAspect="1"/>
              </p:cNvPicPr>
              <p:nvPr/>
            </p:nvPicPr>
            <p:blipFill>
              <a:blip r:embed="rId5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100703" y="-13814"/>
                <a:ext cx="3704670" cy="2465432"/>
              </a:xfrm>
              <a:prstGeom prst="rect">
                <a:avLst/>
              </a:prstGeom>
            </p:spPr>
          </p:pic>
          <p:pic>
            <p:nvPicPr>
              <p:cNvPr id="24" name="Image 23"/>
              <p:cNvPicPr>
                <a:picLocks noChangeAspect="1"/>
              </p:cNvPicPr>
              <p:nvPr/>
            </p:nvPicPr>
            <p:blipFill rotWithShape="1">
              <a:blip r:embed="rId6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9107325" y="-10522"/>
                <a:ext cx="3097020" cy="2458699"/>
              </a:xfrm>
              <a:prstGeom prst="rect">
                <a:avLst/>
              </a:prstGeom>
            </p:spPr>
          </p:pic>
        </p:grpSp>
        <p:pic>
          <p:nvPicPr>
            <p:cNvPr id="19" name="Image 18" descr="Chevron_com_presse.png"/>
            <p:cNvPicPr/>
            <p:nvPr/>
          </p:nvPicPr>
          <p:blipFill rotWithShape="1">
            <a:blip r:embed="rId7" cstate="email">
              <a:alphaModFix amt="8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0800000" flipV="1">
              <a:off x="-12321" y="-34025"/>
              <a:ext cx="6840969" cy="33504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081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5400000">
            <a:off x="5463021" y="-4691616"/>
            <a:ext cx="111600" cy="11037889"/>
          </a:xfrm>
          <a:prstGeom prst="rect">
            <a:avLst/>
          </a:prstGeom>
          <a:solidFill>
            <a:srgbClr val="809219"/>
          </a:solidFill>
          <a:ln>
            <a:solidFill>
              <a:srgbClr val="8092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fr-FR"/>
          </a:p>
        </p:txBody>
      </p:sp>
      <p:sp>
        <p:nvSpPr>
          <p:cNvPr id="11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 anchor="b"/>
          <a:lstStyle>
            <a:lvl1pPr algn="r">
              <a:defRPr sz="1100">
                <a:solidFill>
                  <a:srgbClr val="7D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588F01B-8BA8-4E52-9ECA-78FE89B5F24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9" name="Espace réservé du pied de page 5"/>
          <p:cNvSpPr>
            <a:spLocks noGrp="1"/>
          </p:cNvSpPr>
          <p:nvPr>
            <p:ph type="ftr" sz="quarter" idx="3"/>
          </p:nvPr>
        </p:nvSpPr>
        <p:spPr>
          <a:xfrm>
            <a:off x="359779" y="6552010"/>
            <a:ext cx="4114800" cy="238725"/>
          </a:xfrm>
          <a:prstGeom prst="rect">
            <a:avLst/>
          </a:prstGeom>
        </p:spPr>
        <p:txBody>
          <a:bodyPr anchor="b"/>
          <a:lstStyle>
            <a:lvl1pPr>
              <a:defRPr sz="1000">
                <a:solidFill>
                  <a:srgbClr val="987D68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fr-FR"/>
          </a:p>
        </p:txBody>
      </p:sp>
      <p:grpSp>
        <p:nvGrpSpPr>
          <p:cNvPr id="12" name="Groupe 69"/>
          <p:cNvGrpSpPr>
            <a:grpSpLocks/>
          </p:cNvGrpSpPr>
          <p:nvPr/>
        </p:nvGrpSpPr>
        <p:grpSpPr bwMode="auto">
          <a:xfrm>
            <a:off x="11641980" y="67810"/>
            <a:ext cx="455613" cy="212725"/>
            <a:chOff x="-102471" y="6111390"/>
            <a:chExt cx="558709" cy="261711"/>
          </a:xfrm>
        </p:grpSpPr>
        <p:sp>
          <p:nvSpPr>
            <p:cNvPr id="13" name="Rectangle 69"/>
            <p:cNvSpPr>
              <a:spLocks noChangeArrowheads="1"/>
            </p:cNvSpPr>
            <p:nvPr userDrawn="1"/>
          </p:nvSpPr>
          <p:spPr bwMode="auto">
            <a:xfrm>
              <a:off x="-102471" y="6119232"/>
              <a:ext cx="48356" cy="245375"/>
            </a:xfrm>
            <a:prstGeom prst="rect">
              <a:avLst/>
            </a:pr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 alt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4" name="Freeform 70"/>
            <p:cNvSpPr>
              <a:spLocks/>
            </p:cNvSpPr>
            <p:nvPr userDrawn="1"/>
          </p:nvSpPr>
          <p:spPr bwMode="auto">
            <a:xfrm>
              <a:off x="264121" y="6111390"/>
              <a:ext cx="192117" cy="261711"/>
            </a:xfrm>
            <a:custGeom>
              <a:avLst/>
              <a:gdLst>
                <a:gd name="T0" fmla="*/ 147290 w 390"/>
                <a:gd name="T1" fmla="*/ 7886 h 531"/>
                <a:gd name="T2" fmla="*/ 147290 w 390"/>
                <a:gd name="T3" fmla="*/ 154759 h 531"/>
                <a:gd name="T4" fmla="*/ 7389 w 390"/>
                <a:gd name="T5" fmla="*/ 0 h 531"/>
                <a:gd name="T6" fmla="*/ 0 w 390"/>
                <a:gd name="T7" fmla="*/ 0 h 531"/>
                <a:gd name="T8" fmla="*/ 0 w 390"/>
                <a:gd name="T9" fmla="*/ 253332 h 531"/>
                <a:gd name="T10" fmla="*/ 44827 w 390"/>
                <a:gd name="T11" fmla="*/ 253332 h 531"/>
                <a:gd name="T12" fmla="*/ 44827 w 390"/>
                <a:gd name="T13" fmla="*/ 108430 h 531"/>
                <a:gd name="T14" fmla="*/ 184235 w 390"/>
                <a:gd name="T15" fmla="*/ 261711 h 531"/>
                <a:gd name="T16" fmla="*/ 192117 w 390"/>
                <a:gd name="T17" fmla="*/ 261711 h 531"/>
                <a:gd name="T18" fmla="*/ 192117 w 390"/>
                <a:gd name="T19" fmla="*/ 7886 h 531"/>
                <a:gd name="T20" fmla="*/ 147290 w 390"/>
                <a:gd name="T21" fmla="*/ 7886 h 53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0" h="531">
                  <a:moveTo>
                    <a:pt x="299" y="16"/>
                  </a:moveTo>
                  <a:cubicBezTo>
                    <a:pt x="299" y="314"/>
                    <a:pt x="299" y="314"/>
                    <a:pt x="299" y="314"/>
                  </a:cubicBezTo>
                  <a:cubicBezTo>
                    <a:pt x="283" y="296"/>
                    <a:pt x="15" y="0"/>
                    <a:pt x="15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514"/>
                    <a:pt x="0" y="514"/>
                    <a:pt x="0" y="514"/>
                  </a:cubicBezTo>
                  <a:cubicBezTo>
                    <a:pt x="91" y="514"/>
                    <a:pt x="91" y="514"/>
                    <a:pt x="91" y="514"/>
                  </a:cubicBezTo>
                  <a:cubicBezTo>
                    <a:pt x="91" y="220"/>
                    <a:pt x="91" y="220"/>
                    <a:pt x="91" y="220"/>
                  </a:cubicBezTo>
                  <a:cubicBezTo>
                    <a:pt x="107" y="238"/>
                    <a:pt x="374" y="531"/>
                    <a:pt x="374" y="531"/>
                  </a:cubicBezTo>
                  <a:cubicBezTo>
                    <a:pt x="390" y="531"/>
                    <a:pt x="390" y="531"/>
                    <a:pt x="390" y="531"/>
                  </a:cubicBezTo>
                  <a:cubicBezTo>
                    <a:pt x="390" y="16"/>
                    <a:pt x="390" y="16"/>
                    <a:pt x="390" y="16"/>
                  </a:cubicBezTo>
                  <a:lnTo>
                    <a:pt x="299" y="16"/>
                  </a:ln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5" name="Freeform 71"/>
            <p:cNvSpPr>
              <a:spLocks/>
            </p:cNvSpPr>
            <p:nvPr userDrawn="1"/>
          </p:nvSpPr>
          <p:spPr bwMode="auto">
            <a:xfrm>
              <a:off x="-16541" y="6111390"/>
              <a:ext cx="224464" cy="261711"/>
            </a:xfrm>
            <a:custGeom>
              <a:avLst/>
              <a:gdLst>
                <a:gd name="T0" fmla="*/ 179670 w 456"/>
                <a:gd name="T1" fmla="*/ 182360 h 531"/>
                <a:gd name="T2" fmla="*/ 177208 w 456"/>
                <a:gd name="T3" fmla="*/ 182360 h 531"/>
                <a:gd name="T4" fmla="*/ 177208 w 456"/>
                <a:gd name="T5" fmla="*/ 207989 h 531"/>
                <a:gd name="T6" fmla="*/ 133891 w 456"/>
                <a:gd name="T7" fmla="*/ 216367 h 531"/>
                <a:gd name="T8" fmla="*/ 47748 w 456"/>
                <a:gd name="T9" fmla="*/ 126666 h 531"/>
                <a:gd name="T10" fmla="*/ 130937 w 456"/>
                <a:gd name="T11" fmla="*/ 43372 h 531"/>
                <a:gd name="T12" fmla="*/ 202313 w 456"/>
                <a:gd name="T13" fmla="*/ 75408 h 531"/>
                <a:gd name="T14" fmla="*/ 206251 w 456"/>
                <a:gd name="T15" fmla="*/ 79844 h 531"/>
                <a:gd name="T16" fmla="*/ 209697 w 456"/>
                <a:gd name="T17" fmla="*/ 24150 h 531"/>
                <a:gd name="T18" fmla="*/ 208712 w 456"/>
                <a:gd name="T19" fmla="*/ 23165 h 531"/>
                <a:gd name="T20" fmla="*/ 188038 w 456"/>
                <a:gd name="T21" fmla="*/ 11829 h 531"/>
                <a:gd name="T22" fmla="*/ 131922 w 456"/>
                <a:gd name="T23" fmla="*/ 0 h 531"/>
                <a:gd name="T24" fmla="*/ 36918 w 456"/>
                <a:gd name="T25" fmla="*/ 36472 h 531"/>
                <a:gd name="T26" fmla="*/ 0 w 456"/>
                <a:gd name="T27" fmla="*/ 130116 h 531"/>
                <a:gd name="T28" fmla="*/ 128968 w 456"/>
                <a:gd name="T29" fmla="*/ 261711 h 531"/>
                <a:gd name="T30" fmla="*/ 187053 w 456"/>
                <a:gd name="T31" fmla="*/ 252347 h 531"/>
                <a:gd name="T32" fmla="*/ 222987 w 456"/>
                <a:gd name="T33" fmla="*/ 237561 h 531"/>
                <a:gd name="T34" fmla="*/ 224464 w 456"/>
                <a:gd name="T35" fmla="*/ 237068 h 531"/>
                <a:gd name="T36" fmla="*/ 224464 w 456"/>
                <a:gd name="T37" fmla="*/ 174967 h 531"/>
                <a:gd name="T38" fmla="*/ 221511 w 456"/>
                <a:gd name="T39" fmla="*/ 175953 h 531"/>
                <a:gd name="T40" fmla="*/ 179670 w 456"/>
                <a:gd name="T41" fmla="*/ 182360 h 531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456" h="531">
                  <a:moveTo>
                    <a:pt x="365" y="370"/>
                  </a:moveTo>
                  <a:cubicBezTo>
                    <a:pt x="360" y="370"/>
                    <a:pt x="360" y="370"/>
                    <a:pt x="360" y="370"/>
                  </a:cubicBezTo>
                  <a:cubicBezTo>
                    <a:pt x="360" y="422"/>
                    <a:pt x="360" y="422"/>
                    <a:pt x="360" y="422"/>
                  </a:cubicBezTo>
                  <a:cubicBezTo>
                    <a:pt x="327" y="434"/>
                    <a:pt x="302" y="439"/>
                    <a:pt x="272" y="439"/>
                  </a:cubicBezTo>
                  <a:cubicBezTo>
                    <a:pt x="166" y="439"/>
                    <a:pt x="97" y="368"/>
                    <a:pt x="97" y="257"/>
                  </a:cubicBezTo>
                  <a:cubicBezTo>
                    <a:pt x="97" y="153"/>
                    <a:pt x="162" y="88"/>
                    <a:pt x="266" y="88"/>
                  </a:cubicBezTo>
                  <a:cubicBezTo>
                    <a:pt x="325" y="88"/>
                    <a:pt x="374" y="110"/>
                    <a:pt x="411" y="153"/>
                  </a:cubicBezTo>
                  <a:cubicBezTo>
                    <a:pt x="419" y="162"/>
                    <a:pt x="419" y="162"/>
                    <a:pt x="419" y="162"/>
                  </a:cubicBezTo>
                  <a:cubicBezTo>
                    <a:pt x="426" y="49"/>
                    <a:pt x="426" y="49"/>
                    <a:pt x="426" y="49"/>
                  </a:cubicBezTo>
                  <a:cubicBezTo>
                    <a:pt x="424" y="47"/>
                    <a:pt x="424" y="47"/>
                    <a:pt x="424" y="47"/>
                  </a:cubicBezTo>
                  <a:cubicBezTo>
                    <a:pt x="408" y="36"/>
                    <a:pt x="401" y="32"/>
                    <a:pt x="382" y="24"/>
                  </a:cubicBezTo>
                  <a:cubicBezTo>
                    <a:pt x="343" y="7"/>
                    <a:pt x="310" y="0"/>
                    <a:pt x="268" y="0"/>
                  </a:cubicBezTo>
                  <a:cubicBezTo>
                    <a:pt x="192" y="0"/>
                    <a:pt x="124" y="26"/>
                    <a:pt x="75" y="74"/>
                  </a:cubicBezTo>
                  <a:cubicBezTo>
                    <a:pt x="27" y="121"/>
                    <a:pt x="0" y="189"/>
                    <a:pt x="0" y="264"/>
                  </a:cubicBezTo>
                  <a:cubicBezTo>
                    <a:pt x="0" y="418"/>
                    <a:pt x="110" y="531"/>
                    <a:pt x="262" y="531"/>
                  </a:cubicBezTo>
                  <a:cubicBezTo>
                    <a:pt x="300" y="531"/>
                    <a:pt x="343" y="524"/>
                    <a:pt x="380" y="512"/>
                  </a:cubicBezTo>
                  <a:cubicBezTo>
                    <a:pt x="406" y="505"/>
                    <a:pt x="420" y="499"/>
                    <a:pt x="453" y="482"/>
                  </a:cubicBezTo>
                  <a:cubicBezTo>
                    <a:pt x="456" y="481"/>
                    <a:pt x="456" y="481"/>
                    <a:pt x="456" y="481"/>
                  </a:cubicBezTo>
                  <a:cubicBezTo>
                    <a:pt x="456" y="355"/>
                    <a:pt x="456" y="355"/>
                    <a:pt x="456" y="355"/>
                  </a:cubicBezTo>
                  <a:cubicBezTo>
                    <a:pt x="450" y="357"/>
                    <a:pt x="450" y="357"/>
                    <a:pt x="450" y="357"/>
                  </a:cubicBezTo>
                  <a:cubicBezTo>
                    <a:pt x="423" y="367"/>
                    <a:pt x="395" y="371"/>
                    <a:pt x="365" y="370"/>
                  </a:cubicBezTo>
                  <a:close/>
                </a:path>
              </a:pathLst>
            </a:custGeom>
            <a:solidFill>
              <a:srgbClr val="70707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  <p:sp>
          <p:nvSpPr>
            <p:cNvPr id="16" name="Freeform 72"/>
            <p:cNvSpPr>
              <a:spLocks/>
            </p:cNvSpPr>
            <p:nvPr userDrawn="1"/>
          </p:nvSpPr>
          <p:spPr bwMode="auto">
            <a:xfrm>
              <a:off x="68736" y="6207122"/>
              <a:ext cx="153237" cy="78742"/>
            </a:xfrm>
            <a:custGeom>
              <a:avLst/>
              <a:gdLst>
                <a:gd name="T0" fmla="*/ 85241 w 311"/>
                <a:gd name="T1" fmla="*/ 7874 h 160"/>
                <a:gd name="T2" fmla="*/ 84748 w 311"/>
                <a:gd name="T3" fmla="*/ 7874 h 160"/>
                <a:gd name="T4" fmla="*/ 0 w 311"/>
                <a:gd name="T5" fmla="*/ 19686 h 160"/>
                <a:gd name="T6" fmla="*/ 68489 w 311"/>
                <a:gd name="T7" fmla="*/ 70868 h 160"/>
                <a:gd name="T8" fmla="*/ 68489 w 311"/>
                <a:gd name="T9" fmla="*/ 70868 h 160"/>
                <a:gd name="T10" fmla="*/ 153237 w 311"/>
                <a:gd name="T11" fmla="*/ 59057 h 160"/>
                <a:gd name="T12" fmla="*/ 85241 w 311"/>
                <a:gd name="T13" fmla="*/ 7874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1" h="160">
                  <a:moveTo>
                    <a:pt x="173" y="16"/>
                  </a:moveTo>
                  <a:cubicBezTo>
                    <a:pt x="172" y="16"/>
                    <a:pt x="172" y="16"/>
                    <a:pt x="172" y="16"/>
                  </a:cubicBezTo>
                  <a:cubicBezTo>
                    <a:pt x="110" y="0"/>
                    <a:pt x="47" y="9"/>
                    <a:pt x="0" y="40"/>
                  </a:cubicBezTo>
                  <a:cubicBezTo>
                    <a:pt x="26" y="89"/>
                    <a:pt x="77" y="127"/>
                    <a:pt x="139" y="144"/>
                  </a:cubicBezTo>
                  <a:cubicBezTo>
                    <a:pt x="139" y="144"/>
                    <a:pt x="139" y="144"/>
                    <a:pt x="139" y="144"/>
                  </a:cubicBezTo>
                  <a:cubicBezTo>
                    <a:pt x="201" y="160"/>
                    <a:pt x="264" y="151"/>
                    <a:pt x="311" y="120"/>
                  </a:cubicBezTo>
                  <a:cubicBezTo>
                    <a:pt x="285" y="71"/>
                    <a:pt x="234" y="32"/>
                    <a:pt x="173" y="16"/>
                  </a:cubicBezTo>
                  <a:close/>
                </a:path>
              </a:pathLst>
            </a:custGeom>
            <a:solidFill>
              <a:srgbClr val="94C0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fr-FR">
                <a:solidFill>
                  <a:srgbClr val="231F20"/>
                </a:solidFill>
                <a:cs typeface="Arial" charset="0"/>
              </a:endParaRPr>
            </a:p>
          </p:txBody>
        </p:sp>
      </p:grpSp>
      <p:pic>
        <p:nvPicPr>
          <p:cNvPr id="17" name="Picture 2" descr="Accueil"/>
          <p:cNvPicPr>
            <a:picLocks noChangeAspect="1" noChangeArrowheads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23678" y="26610"/>
            <a:ext cx="510777" cy="350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77945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2" r:id="rId1"/>
    <p:sldLayoutId id="2147483723" r:id="rId2"/>
    <p:sldLayoutId id="2147483724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rgbClr val="554538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8113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8510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1" r:id="rId9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218" y="270853"/>
            <a:ext cx="1743308" cy="4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882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61" r:id="rId8"/>
    <p:sldLayoutId id="2147483762" r:id="rId9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 bwMode="gray">
          <a:xfrm>
            <a:off x="479999" y="1200000"/>
            <a:ext cx="11232000" cy="96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fr-FR" noProof="0"/>
              <a:t>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 bwMode="gray">
          <a:xfrm>
            <a:off x="479999" y="2448000"/>
            <a:ext cx="11232000" cy="343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fr-FR" noProof="0"/>
              <a:t>Texte de niveau 1</a:t>
            </a:r>
          </a:p>
          <a:p>
            <a:pPr lvl="1"/>
            <a:r>
              <a:rPr lang="fr-FR" noProof="0"/>
              <a:t>Texte de niveau 2</a:t>
            </a:r>
          </a:p>
          <a:p>
            <a:pPr lvl="2"/>
            <a:r>
              <a:rPr lang="fr-FR" noProof="0"/>
              <a:t>Texte de niveau 3</a:t>
            </a:r>
          </a:p>
          <a:p>
            <a:pPr lvl="3"/>
            <a:r>
              <a:rPr lang="fr-FR" noProof="0"/>
              <a:t>Texte de niveau 4</a:t>
            </a:r>
          </a:p>
          <a:p>
            <a:pPr lvl="4"/>
            <a:r>
              <a:rPr lang="fr-FR" noProof="0"/>
              <a:t>Texte de niveau 5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ctr">
              <a:defRPr sz="1000" b="1">
                <a:solidFill>
                  <a:schemeClr val="tx1"/>
                </a:solidFill>
              </a:defRPr>
            </a:lvl1pPr>
          </a:lstStyle>
          <a:p>
            <a:pPr algn="r"/>
            <a:r>
              <a:rPr lang="fr-FR" cap="all"/>
              <a:t>17/11/2025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 bwMode="gray"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 bwMode="gray">
          <a:xfrm>
            <a:off x="8352000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r">
              <a:defRPr sz="1000" b="1">
                <a:solidFill>
                  <a:schemeClr val="tx1"/>
                </a:solidFill>
              </a:defRPr>
            </a:lvl1pPr>
          </a:lstStyle>
          <a:p>
            <a:fld id="{733122C9-A0B9-462F-8757-0847AD287B63}" type="slidenum">
              <a:rPr lang="fr-FR" smtClean="0"/>
              <a:pPr/>
              <a:t>‹N°›</a:t>
            </a:fld>
            <a:endParaRPr lang="fr-FR"/>
          </a:p>
        </p:txBody>
      </p:sp>
      <p:cxnSp>
        <p:nvCxnSpPr>
          <p:cNvPr id="10" name="Connecteur droit 9"/>
          <p:cNvCxnSpPr/>
          <p:nvPr/>
        </p:nvCxnSpPr>
        <p:spPr bwMode="gray">
          <a:xfrm>
            <a:off x="480000" y="6379200"/>
            <a:ext cx="11232000" cy="0"/>
          </a:xfrm>
          <a:prstGeom prst="line">
            <a:avLst/>
          </a:prstGeom>
          <a:ln w="1016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Image 6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gray">
          <a:xfrm>
            <a:off x="384000" y="144000"/>
            <a:ext cx="720000" cy="720000"/>
          </a:xfrm>
          <a:prstGeom prst="rect">
            <a:avLst/>
          </a:prstGeom>
        </p:spPr>
      </p:pic>
      <p:pic>
        <p:nvPicPr>
          <p:cNvPr id="13" name="Picture 2"/>
          <p:cNvPicPr>
            <a:picLocks noChangeAspect="1" noChangeArrowheads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1218" y="270853"/>
            <a:ext cx="1743308" cy="40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187355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4" r:id="rId1"/>
    <p:sldLayoutId id="2147483755" r:id="rId2"/>
    <p:sldLayoutId id="2147483756" r:id="rId3"/>
    <p:sldLayoutId id="2147483757" r:id="rId4"/>
    <p:sldLayoutId id="2147483758" r:id="rId5"/>
    <p:sldLayoutId id="2147483759" r:id="rId6"/>
    <p:sldLayoutId id="2147483760" r:id="rId7"/>
  </p:sldLayoutIdLst>
  <p:hf hdr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3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1219170" rtl="0" eaLnBrk="1" latinLnBrk="0" hangingPunct="1">
        <a:lnSpc>
          <a:spcPct val="100000"/>
        </a:lnSpc>
        <a:spcBef>
          <a:spcPts val="0"/>
        </a:spcBef>
        <a:spcAft>
          <a:spcPts val="667"/>
        </a:spcAft>
        <a:buFont typeface="Arial" pitchFamily="34" charset="0"/>
        <a:buNone/>
        <a:defRPr sz="14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335992" indent="-95998" algn="l" defTabSz="1219170" rtl="0" eaLnBrk="1" latinLnBrk="0" hangingPunct="1">
        <a:lnSpc>
          <a:spcPct val="100000"/>
        </a:lnSpc>
        <a:spcBef>
          <a:spcPts val="800"/>
        </a:spcBef>
        <a:spcAft>
          <a:spcPts val="800"/>
        </a:spcAft>
        <a:buFont typeface="Arial" pitchFamily="34" charset="0"/>
        <a:buChar char="•"/>
        <a:defRPr sz="1267" kern="1200">
          <a:solidFill>
            <a:schemeClr val="tx1"/>
          </a:solidFill>
          <a:latin typeface="+mn-lt"/>
          <a:ea typeface="+mn-ea"/>
          <a:cs typeface="+mn-cs"/>
        </a:defRPr>
      </a:lvl2pPr>
      <a:lvl3pPr marL="575986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133" kern="1200">
          <a:solidFill>
            <a:schemeClr val="tx1"/>
          </a:solidFill>
          <a:latin typeface="+mn-lt"/>
          <a:ea typeface="+mn-ea"/>
          <a:cs typeface="+mn-cs"/>
        </a:defRPr>
      </a:lvl3pPr>
      <a:lvl4pPr marL="815980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103972" indent="-95998" algn="l" defTabSz="1219170" rtl="0" eaLnBrk="1" latinLnBrk="0" hangingPunct="1">
        <a:lnSpc>
          <a:spcPct val="100000"/>
        </a:lnSpc>
        <a:spcBef>
          <a:spcPts val="133"/>
        </a:spcBef>
        <a:spcAft>
          <a:spcPts val="133"/>
        </a:spcAft>
        <a:buSzPct val="100000"/>
        <a:buFont typeface="Arial" pitchFamily="34" charset="0"/>
        <a:buChar char="•"/>
        <a:defRPr sz="933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6" Type="http://schemas.openxmlformats.org/officeDocument/2006/relationships/image" Target="../media/image20.png"/><Relationship Id="rId11" Type="http://schemas.openxmlformats.org/officeDocument/2006/relationships/image" Target="../media/image25.sv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jpeg"/><Relationship Id="rId9" Type="http://schemas.openxmlformats.org/officeDocument/2006/relationships/image" Target="../media/image2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cnigfr/schema-dessertes-transport-de-bois/tree/master/ressources/tableaux-de-travail" TargetMode="External"/><Relationship Id="rId7" Type="http://schemas.microsoft.com/office/2007/relationships/hdphoto" Target="../media/hdphoto1.wdp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4.xml"/><Relationship Id="rId6" Type="http://schemas.openxmlformats.org/officeDocument/2006/relationships/image" Target="../media/image26.png"/><Relationship Id="rId5" Type="http://schemas.openxmlformats.org/officeDocument/2006/relationships/image" Target="../media/image17.png"/><Relationship Id="rId4" Type="http://schemas.openxmlformats.org/officeDocument/2006/relationships/hyperlink" Target="https://cnig.gouv.fr/gt-dessertes-pour-les-transports-de-bois-a18535.html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28.png"/><Relationship Id="rId7" Type="http://schemas.openxmlformats.org/officeDocument/2006/relationships/image" Target="../media/image2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42.png"/><Relationship Id="rId7" Type="http://schemas.openxmlformats.org/officeDocument/2006/relationships/image" Target="../media/image3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6.xml"/><Relationship Id="rId6" Type="http://schemas.openxmlformats.org/officeDocument/2006/relationships/image" Target="../media/image35.png"/><Relationship Id="rId5" Type="http://schemas.openxmlformats.org/officeDocument/2006/relationships/image" Target="../media/image32.png"/><Relationship Id="rId4" Type="http://schemas.openxmlformats.org/officeDocument/2006/relationships/image" Target="../media/image43.png"/><Relationship Id="rId9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44.png"/><Relationship Id="rId5" Type="http://schemas.openxmlformats.org/officeDocument/2006/relationships/image" Target="../media/image27.png"/><Relationship Id="rId4" Type="http://schemas.openxmlformats.org/officeDocument/2006/relationships/image" Target="../media/image43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customXml" Target="../ink/ink2.xml"/><Relationship Id="rId7" Type="http://schemas.openxmlformats.org/officeDocument/2006/relationships/image" Target="../media/image4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46.png"/><Relationship Id="rId5" Type="http://schemas.openxmlformats.org/officeDocument/2006/relationships/image" Target="../media/image27.png"/><Relationship Id="rId4" Type="http://schemas.openxmlformats.org/officeDocument/2006/relationships/image" Target="../media/image43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customXml" Target="../ink/ink3.xml"/><Relationship Id="rId7" Type="http://schemas.openxmlformats.org/officeDocument/2006/relationships/hyperlink" Target="https://cnig.gouv.fr/gt-dessertes-pour-les-transports-de-bois-a18535.html#H_Reunions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7.xml"/><Relationship Id="rId6" Type="http://schemas.openxmlformats.org/officeDocument/2006/relationships/hyperlink" Target="https://github.com/cnigfr/schema-dessertes-transport-de-bois" TargetMode="External"/><Relationship Id="rId5" Type="http://schemas.openxmlformats.org/officeDocument/2006/relationships/hyperlink" Target="mailto:marion.lacroix@ign.fr?subject=Inscription%20liste%20de%20diffusion%20GT%20Dessertes" TargetMode="External"/><Relationship Id="rId10" Type="http://schemas.openxmlformats.org/officeDocument/2006/relationships/image" Target="../media/image49.png"/><Relationship Id="rId4" Type="http://schemas.openxmlformats.org/officeDocument/2006/relationships/image" Target="../media/image430.png"/><Relationship Id="rId9" Type="http://schemas.openxmlformats.org/officeDocument/2006/relationships/image" Target="../media/image4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customXml" Target="../ink/ink4.xml"/><Relationship Id="rId7" Type="http://schemas.openxmlformats.org/officeDocument/2006/relationships/image" Target="../media/image5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50.png"/><Relationship Id="rId5" Type="http://schemas.openxmlformats.org/officeDocument/2006/relationships/image" Target="../media/image27.png"/><Relationship Id="rId4" Type="http://schemas.openxmlformats.org/officeDocument/2006/relationships/image" Target="../media/image4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figeo.asso.fr/wp-content/uploads/2020/12/10/modele-minimal-donnees-pei.pdf" TargetMode="External"/><Relationship Id="rId13" Type="http://schemas.openxmlformats.org/officeDocument/2006/relationships/image" Target="../media/image56.png"/><Relationship Id="rId3" Type="http://schemas.openxmlformats.org/officeDocument/2006/relationships/customXml" Target="../ink/ink5.xml"/><Relationship Id="rId7" Type="http://schemas.openxmlformats.org/officeDocument/2006/relationships/hyperlink" Target="https://geoservices.ign.fr/bd-topor-explorer-descriptif-de-contenu" TargetMode="External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7.xml"/><Relationship Id="rId6" Type="http://schemas.openxmlformats.org/officeDocument/2006/relationships/hyperlink" Target="https://cnig.gouv.fr/gt-dessertes-pour-les-transports-de-bois-a18535.html#H_Mandat-du-GT" TargetMode="External"/><Relationship Id="rId11" Type="http://schemas.openxmlformats.org/officeDocument/2006/relationships/image" Target="../media/image54.png"/><Relationship Id="rId5" Type="http://schemas.openxmlformats.org/officeDocument/2006/relationships/hyperlink" Target="https://naviforest.ign.fr/" TargetMode="External"/><Relationship Id="rId15" Type="http://schemas.openxmlformats.org/officeDocument/2006/relationships/image" Target="../media/image58.png"/><Relationship Id="rId10" Type="http://schemas.openxmlformats.org/officeDocument/2006/relationships/image" Target="../media/image53.png"/><Relationship Id="rId4" Type="http://schemas.openxmlformats.org/officeDocument/2006/relationships/image" Target="../media/image430.png"/><Relationship Id="rId9" Type="http://schemas.openxmlformats.org/officeDocument/2006/relationships/image" Target="../media/image27.png"/><Relationship Id="rId14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hyperlink" Target="https://github.com/cnigfr/schema-dessertes-transport-de-bois/tree/master/ressources/tableaux-de-travail" TargetMode="External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Relationship Id="rId5" Type="http://schemas.openxmlformats.org/officeDocument/2006/relationships/image" Target="../media/image63.png"/><Relationship Id="rId4" Type="http://schemas.openxmlformats.org/officeDocument/2006/relationships/image" Target="../media/image25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81D4F6B9-F858-4519-8D4C-063D756504E4}"/>
              </a:ext>
            </a:extLst>
          </p:cNvPr>
          <p:cNvSpPr/>
          <p:nvPr/>
        </p:nvSpPr>
        <p:spPr>
          <a:xfrm>
            <a:off x="301047" y="294639"/>
            <a:ext cx="2081900" cy="204786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92F264-9D89-442C-A33D-26D9F2FEFE94}"/>
              </a:ext>
            </a:extLst>
          </p:cNvPr>
          <p:cNvSpPr/>
          <p:nvPr/>
        </p:nvSpPr>
        <p:spPr>
          <a:xfrm>
            <a:off x="9731163" y="322055"/>
            <a:ext cx="2175029" cy="166989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351"/>
          </a:p>
        </p:txBody>
      </p:sp>
      <p:sp>
        <p:nvSpPr>
          <p:cNvPr id="6" name="Espace réservé du texte 5"/>
          <p:cNvSpPr>
            <a:spLocks noGrp="1"/>
          </p:cNvSpPr>
          <p:nvPr>
            <p:ph type="body" sz="quarter" idx="13"/>
          </p:nvPr>
        </p:nvSpPr>
        <p:spPr>
          <a:xfrm>
            <a:off x="1556304" y="2975020"/>
            <a:ext cx="9945952" cy="3025112"/>
          </a:xfrm>
        </p:spPr>
        <p:txBody>
          <a:bodyPr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Calibri"/>
                <a:cs typeface="Calibri"/>
              </a:rPr>
              <a:t>GT </a:t>
            </a:r>
            <a:r>
              <a:rPr lang="fr-FR" sz="3200" dirty="0">
                <a:latin typeface="+mj-lt"/>
                <a:ea typeface="Calibri"/>
                <a:cs typeface="Calibri"/>
              </a:rPr>
              <a:t>CNIG</a:t>
            </a:r>
            <a:endParaRPr kumimoji="0" lang="fr-FR" sz="32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Calibri"/>
              <a:cs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fr-FR" sz="32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fr-FR" sz="3200" dirty="0">
                <a:latin typeface="+mj-lt"/>
                <a:ea typeface="Calibri"/>
                <a:cs typeface="Calibri"/>
              </a:rPr>
              <a:t>révision</a:t>
            </a: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Calibri"/>
                <a:cs typeface="Calibri"/>
              </a:rPr>
              <a:t> et Elargissement du standard</a:t>
            </a:r>
            <a:endParaRPr lang="fr-FR" sz="32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Calibri"/>
              <a:cs typeface="Calibri"/>
            </a:endParaRP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Calibri"/>
                <a:cs typeface="Calibri"/>
              </a:rPr>
              <a:t>« Dessertes en forêt : </a:t>
            </a:r>
          </a:p>
          <a:p>
            <a:pPr marL="0" marR="0" lvl="0" indent="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fr-FR" sz="3200" b="1" i="0" u="none" strike="noStrike" kern="1200" cap="all" spc="0" normalizeH="0" baseline="0" noProof="0" dirty="0">
                <a:ln>
                  <a:noFill/>
                </a:ln>
                <a:effectLst/>
                <a:uLnTx/>
                <a:uFillTx/>
                <a:latin typeface="+mj-lt"/>
                <a:ea typeface="Calibri"/>
                <a:cs typeface="Calibri"/>
              </a:rPr>
              <a:t>transport de bois et DFCI"</a:t>
            </a:r>
            <a:endParaRPr kumimoji="0" lang="fr-FR" sz="5400" b="1" i="0" u="none" strike="noStrike" kern="1200" cap="all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fr-FR" sz="1500" b="1" i="0" u="none" strike="noStrike" kern="1200" cap="all" spc="0" normalizeH="0" baseline="0" noProof="0" dirty="0">
              <a:ln>
                <a:noFill/>
              </a:ln>
              <a:solidFill>
                <a:srgbClr val="554538"/>
              </a:solidFill>
              <a:effectLst/>
              <a:uLnTx/>
              <a:uFillTx/>
              <a:latin typeface="+mj-lt"/>
              <a:ea typeface="+mn-ea"/>
              <a:cs typeface="Calibri" panose="020F0502020204030204" pitchFamily="34" charset="0"/>
            </a:endParaRPr>
          </a:p>
          <a:p>
            <a:pPr algn="r" defTabSz="914377">
              <a:spcBef>
                <a:spcPts val="1000"/>
              </a:spcBef>
              <a:defRPr/>
            </a:pPr>
            <a:endParaRPr lang="fr-FR" sz="1500" dirty="0">
              <a:solidFill>
                <a:srgbClr val="554538"/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 defTabSz="914377">
              <a:spcBef>
                <a:spcPts val="1000"/>
              </a:spcBef>
              <a:defRPr/>
            </a:pPr>
            <a:endParaRPr lang="fr-FR" sz="1467" dirty="0">
              <a:solidFill>
                <a:srgbClr val="554538"/>
              </a:solidFill>
              <a:latin typeface="+mj-lt"/>
              <a:ea typeface="Calibri"/>
              <a:cs typeface="Calibri" panose="020F0502020204030204" pitchFamily="34" charset="0"/>
            </a:endParaRPr>
          </a:p>
          <a:p>
            <a:pPr marL="228594" indent="-228594" algn="r">
              <a:spcBef>
                <a:spcPts val="1000"/>
              </a:spcBef>
              <a:buChar char="•"/>
              <a:defRPr/>
            </a:pPr>
            <a:endParaRPr lang="fr-FR" sz="1300" b="0" dirty="0">
              <a:solidFill>
                <a:srgbClr val="4EA72E">
                  <a:lumMod val="60000"/>
                  <a:lumOff val="40000"/>
                </a:srgbClr>
              </a:solidFill>
              <a:latin typeface="+mj-lt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AF4B4D34-3332-4206-9757-BB8A2646C2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2000" y="306481"/>
            <a:ext cx="1333355" cy="1451161"/>
          </a:xfrm>
          <a:prstGeom prst="rect">
            <a:avLst/>
          </a:prstGeom>
          <a:ln>
            <a:noFill/>
          </a:ln>
        </p:spPr>
      </p:pic>
      <p:sp>
        <p:nvSpPr>
          <p:cNvPr id="8" name="Espace réservé du numéro de diapositive 3">
            <a:extLst>
              <a:ext uri="{FF2B5EF4-FFF2-40B4-BE49-F238E27FC236}">
                <a16:creationId xmlns:a16="http://schemas.microsoft.com/office/drawing/2014/main" id="{23C5C4C4-B3D8-4A4B-A2A2-51393C9BB76E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fr-FR" sz="1100" dirty="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1BE3EA-BC1C-4F4B-BEBE-F790BF497879}"/>
              </a:ext>
            </a:extLst>
          </p:cNvPr>
          <p:cNvSpPr/>
          <p:nvPr/>
        </p:nvSpPr>
        <p:spPr>
          <a:xfrm>
            <a:off x="11670207" y="2971041"/>
            <a:ext cx="83585" cy="2092973"/>
          </a:xfrm>
          <a:prstGeom prst="rect">
            <a:avLst/>
          </a:prstGeom>
          <a:solidFill>
            <a:srgbClr val="8A94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fr-FR" sz="1351"/>
          </a:p>
        </p:txBody>
      </p:sp>
      <p:pic>
        <p:nvPicPr>
          <p:cNvPr id="5" name="Image 4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55898B98-6CBE-40D9-CC2E-BFB3DD313E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3855" y="244021"/>
            <a:ext cx="1575376" cy="1687288"/>
          </a:xfrm>
          <a:prstGeom prst="rect">
            <a:avLst/>
          </a:prstGeom>
          <a:ln>
            <a:noFill/>
          </a:ln>
        </p:spPr>
      </p:pic>
      <p:grpSp>
        <p:nvGrpSpPr>
          <p:cNvPr id="9" name="Groupe 8">
            <a:extLst>
              <a:ext uri="{FF2B5EF4-FFF2-40B4-BE49-F238E27FC236}">
                <a16:creationId xmlns:a16="http://schemas.microsoft.com/office/drawing/2014/main" id="{EF014D96-B770-437F-8E9D-C6248933CB3E}"/>
              </a:ext>
            </a:extLst>
          </p:cNvPr>
          <p:cNvGrpSpPr/>
          <p:nvPr/>
        </p:nvGrpSpPr>
        <p:grpSpPr>
          <a:xfrm>
            <a:off x="3000654" y="710891"/>
            <a:ext cx="3365125" cy="3005044"/>
            <a:chOff x="790710" y="2574250"/>
            <a:chExt cx="3365125" cy="3005044"/>
          </a:xfrm>
        </p:grpSpPr>
        <p:pic>
          <p:nvPicPr>
            <p:cNvPr id="18" name="Image 10">
              <a:extLst>
                <a:ext uri="{FF2B5EF4-FFF2-40B4-BE49-F238E27FC236}">
                  <a16:creationId xmlns:a16="http://schemas.microsoft.com/office/drawing/2014/main" id="{85455156-CA8E-44FF-88AF-0243B8E80C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28764" y="2574250"/>
              <a:ext cx="2708097" cy="27080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2" name="Image 11">
              <a:extLst>
                <a:ext uri="{FF2B5EF4-FFF2-40B4-BE49-F238E27FC236}">
                  <a16:creationId xmlns:a16="http://schemas.microsoft.com/office/drawing/2014/main" id="{CB131529-0D4F-4171-9917-E2B6F9BD3ED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791" y="4291551"/>
              <a:ext cx="1287743" cy="1287743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BD3A6AC6-9EC3-4B4C-8BCC-0CDF0B526C8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2868094" y="3994607"/>
              <a:ext cx="1287741" cy="128774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4" name="Image 13">
              <a:extLst>
                <a:ext uri="{FF2B5EF4-FFF2-40B4-BE49-F238E27FC236}">
                  <a16:creationId xmlns:a16="http://schemas.microsoft.com/office/drawing/2014/main" id="{E9AF8D38-FAC6-4321-ACD7-16F536668A7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567103" y="3616839"/>
              <a:ext cx="313997" cy="3139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5" name="Image 14">
              <a:extLst>
                <a:ext uri="{FF2B5EF4-FFF2-40B4-BE49-F238E27FC236}">
                  <a16:creationId xmlns:a16="http://schemas.microsoft.com/office/drawing/2014/main" id="{6C5BBA72-1878-453A-B073-EF55F2AA4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0710" y="3773837"/>
              <a:ext cx="780551" cy="780551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A31229A-73AF-40B9-BDC6-362330BDF2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52000" y="6378000"/>
            <a:ext cx="1560000" cy="480000"/>
          </a:xfrm>
        </p:spPr>
        <p:txBody>
          <a:bodyPr/>
          <a:lstStyle/>
          <a:p>
            <a:pPr algn="r"/>
            <a:r>
              <a:rPr lang="fr-FR" cap="all" dirty="0"/>
              <a:t>17/11/2025</a:t>
            </a:r>
          </a:p>
        </p:txBody>
      </p:sp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B82313C9-D5BF-4E03-9936-9A509F430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17" name="Espace réservé du numéro de diapositive 16">
            <a:extLst>
              <a:ext uri="{FF2B5EF4-FFF2-40B4-BE49-F238E27FC236}">
                <a16:creationId xmlns:a16="http://schemas.microsoft.com/office/drawing/2014/main" id="{7FA9FD43-0EA4-4063-8C97-F0E6FE8C5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2000" y="6378000"/>
            <a:ext cx="1800000" cy="480000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1</a:t>
            </a:fld>
            <a:endParaRPr lang="fr-FR" dirty="0"/>
          </a:p>
        </p:txBody>
      </p:sp>
      <p:pic>
        <p:nvPicPr>
          <p:cNvPr id="19" name="Graphique 18">
            <a:extLst>
              <a:ext uri="{FF2B5EF4-FFF2-40B4-BE49-F238E27FC236}">
                <a16:creationId xmlns:a16="http://schemas.microsoft.com/office/drawing/2014/main" id="{15A9D933-5A52-49DE-9C4A-9BF3DAB50D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29358" y="294639"/>
            <a:ext cx="2472215" cy="177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713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6">
            <a:extLst>
              <a:ext uri="{FF2B5EF4-FFF2-40B4-BE49-F238E27FC236}">
                <a16:creationId xmlns:a16="http://schemas.microsoft.com/office/drawing/2014/main" id="{852BE78D-901C-F949-EE09-515CE0A4DF96}"/>
              </a:ext>
            </a:extLst>
          </p:cNvPr>
          <p:cNvSpPr txBox="1">
            <a:spLocks/>
          </p:cNvSpPr>
          <p:nvPr/>
        </p:nvSpPr>
        <p:spPr>
          <a:xfrm>
            <a:off x="409377" y="1345536"/>
            <a:ext cx="8067909" cy="958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spcBef>
                <a:spcPct val="0"/>
              </a:spcBef>
            </a:pPr>
            <a:r>
              <a:rPr lang="fr-FR" sz="2800" b="1" dirty="0">
                <a:solidFill>
                  <a:srgbClr val="C00000"/>
                </a:solidFill>
                <a:latin typeface="+mj-lt"/>
                <a:ea typeface="+mj-ea"/>
                <a:cs typeface="Calibri" panose="020F0502020204030204" pitchFamily="34" charset="0"/>
              </a:rPr>
              <a:t>Programme de la journée – 10 à 16h</a:t>
            </a:r>
            <a:endParaRPr lang="fr-FR" sz="2800" dirty="0">
              <a:solidFill>
                <a:srgbClr val="C00000"/>
              </a:solidFill>
              <a:latin typeface="+mj-lt"/>
              <a:ea typeface="+mj-ea"/>
              <a:cs typeface="Calibri" panose="020F0502020204030204" pitchFamily="34" charset="0"/>
            </a:endParaRPr>
          </a:p>
          <a:p>
            <a:pPr defTabSz="1219170">
              <a:lnSpc>
                <a:spcPct val="90000"/>
              </a:lnSpc>
            </a:pPr>
            <a:endParaRPr lang="fr-FR" sz="2800" b="1" kern="0" spc="-1" dirty="0">
              <a:solidFill>
                <a:srgbClr val="00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9AA984F-3C65-41E9-883E-DB73BF2F52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EFE395B-DB4E-4519-807C-CB8B92945B67}"/>
              </a:ext>
            </a:extLst>
          </p:cNvPr>
          <p:cNvSpPr txBox="1"/>
          <p:nvPr/>
        </p:nvSpPr>
        <p:spPr>
          <a:xfrm>
            <a:off x="409377" y="2242216"/>
            <a:ext cx="8402113" cy="310854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800" dirty="0">
                <a:latin typeface="+mj-lt"/>
                <a:ea typeface="Calibri"/>
                <a:cs typeface="Calibri"/>
              </a:rPr>
              <a:t>Présentation - Remise en contexte</a:t>
            </a: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800" dirty="0">
                <a:latin typeface="+mj-lt"/>
                <a:ea typeface="Calibri"/>
                <a:cs typeface="Calibri"/>
              </a:rPr>
              <a:t>Atelier ponctuels</a:t>
            </a:r>
          </a:p>
          <a:p>
            <a:pPr defTabSz="1219170"/>
            <a:endParaRPr lang="fr-FR" sz="2800" dirty="0">
              <a:latin typeface="+mj-lt"/>
              <a:ea typeface="Calibri"/>
              <a:cs typeface="Calibri"/>
            </a:endParaRP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800" dirty="0">
                <a:latin typeface="+mj-lt"/>
                <a:ea typeface="Calibri"/>
                <a:cs typeface="Calibri"/>
              </a:rPr>
              <a:t>Déjeuner (12h30 – 13h30 )</a:t>
            </a: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endParaRPr lang="fr-FR" sz="2800" dirty="0">
              <a:latin typeface="+mj-lt"/>
              <a:cs typeface="Calibri" panose="020F0502020204030204" pitchFamily="34" charset="0"/>
            </a:endParaRP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800" dirty="0">
                <a:latin typeface="+mj-lt"/>
                <a:ea typeface="Calibri"/>
                <a:cs typeface="Calibri"/>
              </a:rPr>
              <a:t>Poursuite de l’atelier</a:t>
            </a:r>
          </a:p>
          <a:p>
            <a:pPr marL="457200" indent="-457200" defTabSz="1219170">
              <a:buFont typeface="Arial" panose="020B0604020202020204" pitchFamily="34" charset="0"/>
              <a:buChar char="•"/>
            </a:pPr>
            <a:r>
              <a:rPr lang="fr-FR" sz="2800" dirty="0">
                <a:latin typeface="+mj-lt"/>
                <a:ea typeface="Calibri"/>
                <a:cs typeface="Calibri"/>
              </a:rPr>
              <a:t>Conclusion de la journée</a:t>
            </a:r>
          </a:p>
        </p:txBody>
      </p:sp>
      <p:sp>
        <p:nvSpPr>
          <p:cNvPr id="10" name="Espace réservé du numéro de diapositive 3">
            <a:extLst>
              <a:ext uri="{FF2B5EF4-FFF2-40B4-BE49-F238E27FC236}">
                <a16:creationId xmlns:a16="http://schemas.microsoft.com/office/drawing/2014/main" id="{EF5CDFBA-28C7-4803-A3C1-549F88EA3EF8}"/>
              </a:ext>
            </a:extLst>
          </p:cNvPr>
          <p:cNvSpPr txBox="1">
            <a:spLocks/>
          </p:cNvSpPr>
          <p:nvPr/>
        </p:nvSpPr>
        <p:spPr>
          <a:xfrm>
            <a:off x="11037765" y="6480000"/>
            <a:ext cx="993371" cy="288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fr-FR" sz="1100" dirty="0">
              <a:solidFill>
                <a:srgbClr val="7D7D68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9EF9BD45-FFD1-40A7-8767-C5D2B2AD78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4977" y="2442440"/>
            <a:ext cx="2708097" cy="2708097"/>
          </a:xfrm>
          <a:prstGeom prst="rect">
            <a:avLst/>
          </a:prstGeom>
          <a:ln>
            <a:noFill/>
          </a:ln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D6FA1ABA-080B-43C5-BDDA-CBDD8337AF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51006" y="4159742"/>
            <a:ext cx="1287742" cy="1287742"/>
          </a:xfrm>
          <a:prstGeom prst="rect">
            <a:avLst/>
          </a:prstGeom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32CD6693-DCCC-45F2-B5C8-6BD8F5C1DE6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9974308" y="3862797"/>
            <a:ext cx="1287741" cy="1287741"/>
          </a:xfrm>
          <a:prstGeom prst="rect">
            <a:avLst/>
          </a:prstGeom>
          <a:ln>
            <a:noFill/>
          </a:ln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2323C8FF-CEBE-4CA1-8574-6615CE27004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3317" y="3485029"/>
            <a:ext cx="313997" cy="313997"/>
          </a:xfrm>
          <a:prstGeom prst="rect">
            <a:avLst/>
          </a:prstGeom>
          <a:ln>
            <a:noFill/>
          </a:ln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B8074C31-4503-4B00-BE1B-3B30B390F366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96924" y="3642027"/>
            <a:ext cx="780550" cy="780550"/>
          </a:xfrm>
          <a:prstGeom prst="rect">
            <a:avLst/>
          </a:prstGeom>
          <a:ln>
            <a:noFill/>
          </a:ln>
        </p:spPr>
      </p:pic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A9DFC9C8-743F-4707-8D4D-6BEAFA713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D771BEE-F722-43F8-AF18-D47167628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2</a:t>
            </a:fld>
            <a:endParaRPr lang="fr-FR"/>
          </a:p>
        </p:txBody>
      </p:sp>
      <p:sp>
        <p:nvSpPr>
          <p:cNvPr id="19" name="Espace réservé du pied de page 10">
            <a:extLst>
              <a:ext uri="{FF2B5EF4-FFF2-40B4-BE49-F238E27FC236}">
                <a16:creationId xmlns:a16="http://schemas.microsoft.com/office/drawing/2014/main" id="{AB076570-CFEA-4AB6-9899-F591311F560D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50675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7659A0-8D28-73CE-FC3C-07C1F2AF2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008525-092B-97F0-719E-F2B4ACA7B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 bwMode="gray">
          <a:xfrm>
            <a:off x="480000" y="637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fr-FR" dirty="0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C48205-CEA1-74EA-3B52-D14C79F56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3</a:t>
            </a:fld>
            <a:endParaRPr lang="fr-FR"/>
          </a:p>
        </p:txBody>
      </p:sp>
      <p:sp>
        <p:nvSpPr>
          <p:cNvPr id="9" name="Espace réservé du contenu 8">
            <a:extLst>
              <a:ext uri="{FF2B5EF4-FFF2-40B4-BE49-F238E27FC236}">
                <a16:creationId xmlns:a16="http://schemas.microsoft.com/office/drawing/2014/main" id="{649CAF71-85BB-E46B-C9EF-3972E4D631E0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57077" y="1395766"/>
            <a:ext cx="11232000" cy="4375671"/>
          </a:xfrm>
        </p:spPr>
        <p:txBody>
          <a:bodyPr/>
          <a:lstStyle/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kumimoji="0" lang="fr-FR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Règles de vie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kumimoji="0" lang="fr-FR" sz="2066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Arial"/>
              </a:rPr>
              <a:t>Ecoute, partage de la parole</a:t>
            </a:r>
            <a:endParaRPr lang="fr-FR" sz="20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Bienveillance, droit à l’erreur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Engagement</a:t>
            </a:r>
            <a:endParaRPr lang="fr-FR" sz="2066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None/>
              <a:tabLst/>
              <a:defRPr/>
            </a:pPr>
            <a:endParaRPr kumimoji="0" lang="fr-F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Atelier en présentiel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Pas d’enregistrement vidéo</a:t>
            </a:r>
          </a:p>
          <a:p>
            <a:pPr marL="342900" lvl="1" indent="0">
              <a:buClr>
                <a:srgbClr val="554538"/>
              </a:buClr>
              <a:buNone/>
              <a:defRPr/>
            </a:pPr>
            <a:endParaRPr kumimoji="0" lang="fr-FR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marL="342900" marR="0" lvl="0" indent="-342900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554538"/>
              </a:buClr>
              <a:buSzTx/>
              <a:buFont typeface="Webdings" panose="05030102010509060703" pitchFamily="18" charset="2"/>
              <a:buChar char="a"/>
              <a:tabLst/>
              <a:defRPr/>
            </a:pPr>
            <a:r>
              <a:rPr lang="fr-FR" sz="2400" b="0" dirty="0">
                <a:solidFill>
                  <a:srgbClr val="000000"/>
                </a:solidFill>
                <a:latin typeface="Calibri"/>
                <a:ea typeface="Calibri"/>
                <a:cs typeface="Arial"/>
              </a:rPr>
              <a:t>Poursuite des travaux</a:t>
            </a:r>
            <a:endParaRPr lang="fr-FR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Arial"/>
            </a:endParaRP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Envoi des ppt + CR à la liste de mail</a:t>
            </a:r>
          </a:p>
          <a:p>
            <a:pPr lvl="2" indent="-342900">
              <a:buClr>
                <a:srgbClr val="554538"/>
              </a:buClr>
              <a:buFont typeface="Webdings" panose="05030102010509060703" pitchFamily="18" charset="2"/>
              <a:buChar char="a"/>
              <a:defRPr/>
            </a:pP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Ressources accessibles sur le </a:t>
            </a:r>
            <a:r>
              <a:rPr lang="fr-FR" sz="2066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sz="2066" dirty="0">
                <a:solidFill>
                  <a:srgbClr val="000000"/>
                </a:solidFill>
                <a:latin typeface="Calibri"/>
                <a:cs typeface="Arial"/>
              </a:rPr>
              <a:t> et la </a:t>
            </a:r>
            <a:r>
              <a:rPr lang="fr-FR" sz="2066" dirty="0">
                <a:solidFill>
                  <a:schemeClr val="tx2">
                    <a:lumMod val="60000"/>
                    <a:lumOff val="40000"/>
                  </a:schemeClr>
                </a:solidFill>
                <a:latin typeface="Calibri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 du GT</a:t>
            </a:r>
            <a:endParaRPr kumimoji="0" lang="fr-FR" sz="13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Clr>
                <a:srgbClr val="554538"/>
              </a:buClr>
              <a:buFont typeface="Courier New" panose="02070309020205020404" pitchFamily="49" charset="0"/>
              <a:buChar char="o"/>
            </a:pPr>
            <a:endParaRPr kumimoji="0" lang="fr-FR" sz="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Arial"/>
            </a:endParaRPr>
          </a:p>
          <a:p>
            <a:pPr marL="742950" lvl="1" indent="-285750" algn="just">
              <a:spcBef>
                <a:spcPts val="300"/>
              </a:spcBef>
              <a:buFont typeface="Courier New" panose="02070309020205020404" pitchFamily="49" charset="0"/>
              <a:buChar char="o"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  <a:p>
            <a:pPr marL="457200" lvl="1" indent="0" algn="just">
              <a:spcBef>
                <a:spcPts val="300"/>
              </a:spcBef>
              <a:buNone/>
            </a:pPr>
            <a:endParaRPr lang="fr-FR" sz="400" b="0" dirty="0">
              <a:solidFill>
                <a:schemeClr val="tx1"/>
              </a:solidFill>
              <a:latin typeface="Calibri"/>
              <a:cs typeface="Arial"/>
            </a:endParaRPr>
          </a:p>
        </p:txBody>
      </p:sp>
      <p:sp>
        <p:nvSpPr>
          <p:cNvPr id="10" name="Espace réservé du texte 7">
            <a:extLst>
              <a:ext uri="{FF2B5EF4-FFF2-40B4-BE49-F238E27FC236}">
                <a16:creationId xmlns:a16="http://schemas.microsoft.com/office/drawing/2014/main" id="{F1DCB85A-A34F-4AAE-85E5-400DFC79239D}"/>
              </a:ext>
            </a:extLst>
          </p:cNvPr>
          <p:cNvSpPr txBox="1">
            <a:spLocks/>
          </p:cNvSpPr>
          <p:nvPr/>
        </p:nvSpPr>
        <p:spPr bwMode="gray">
          <a:xfrm>
            <a:off x="3926144" y="240000"/>
            <a:ext cx="7905601" cy="480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08000" indent="-108000" algn="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fr-FR" sz="3467" dirty="0"/>
              <a:t>Modalités de travail en commun</a:t>
            </a:r>
            <a:endParaRPr lang="fr-FR" sz="1000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8130CD4-EFAA-483A-9331-8E23B700C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003ECD8A-FFB7-44F8-A6A6-4811D6D8E6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4668" y="167520"/>
            <a:ext cx="539422" cy="587082"/>
          </a:xfrm>
          <a:prstGeom prst="rect">
            <a:avLst/>
          </a:prstGeom>
          <a:ln>
            <a:noFill/>
          </a:ln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A3E84CF-23C6-4986-B9E8-9952BC28BC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98266">
            <a:off x="8228884" y="1942193"/>
            <a:ext cx="2046231" cy="204623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42117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44F586-103D-407B-B37E-D9BB585509DE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479999" y="5061181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Origine du standard : l’outil NaviForest</a:t>
            </a:r>
            <a:br>
              <a:rPr lang="fr-FR" i="1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96E8217-C229-4026-BF18-D8CE1F6ACD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23359" y="5368783"/>
            <a:ext cx="2592288" cy="748715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CC481FFF-7A5B-4B98-AD5C-3FF3689FE0A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8761" y="5125382"/>
            <a:ext cx="1099883" cy="1060297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2EAE5A8B-6672-40DA-B2DA-2E573D8863A4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77670" y="5389930"/>
            <a:ext cx="2208245" cy="706421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48524E8E-E9ED-4739-A06C-77D4443E5BE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642" y="5244153"/>
            <a:ext cx="1632181" cy="993023"/>
          </a:xfrm>
          <a:prstGeom prst="rect">
            <a:avLst/>
          </a:prstGeom>
        </p:spPr>
      </p:pic>
      <p:sp>
        <p:nvSpPr>
          <p:cNvPr id="13" name="Espace réservé du pied de page 10">
            <a:extLst>
              <a:ext uri="{FF2B5EF4-FFF2-40B4-BE49-F238E27FC236}">
                <a16:creationId xmlns:a16="http://schemas.microsoft.com/office/drawing/2014/main" id="{B9BE1740-099D-474C-8721-E5E54A79BC9F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5" name="Espace réservé de la date 1">
            <a:extLst>
              <a:ext uri="{FF2B5EF4-FFF2-40B4-BE49-F238E27FC236}">
                <a16:creationId xmlns:a16="http://schemas.microsoft.com/office/drawing/2014/main" id="{5AF5EFB9-17DD-4199-B138-6F1056D8DF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152000" y="6378000"/>
            <a:ext cx="1560000" cy="480000"/>
          </a:xfrm>
        </p:spPr>
        <p:txBody>
          <a:bodyPr/>
          <a:lstStyle/>
          <a:p>
            <a:pPr algn="r"/>
            <a:r>
              <a:rPr lang="fr-FR" cap="all"/>
              <a:t>17/11/2025</a:t>
            </a:r>
            <a:endParaRPr lang="fr-FR" cap="all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84E12BD-6973-4A22-BF8A-BCAA32213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2728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5559" y="3481233"/>
            <a:ext cx="667379" cy="650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Forme libre 39"/>
          <p:cNvSpPr/>
          <p:nvPr/>
        </p:nvSpPr>
        <p:spPr>
          <a:xfrm>
            <a:off x="6028267" y="1219200"/>
            <a:ext cx="2311400" cy="4956795"/>
          </a:xfrm>
          <a:custGeom>
            <a:avLst/>
            <a:gdLst>
              <a:gd name="connsiteX0" fmla="*/ 0 w 1733550"/>
              <a:gd name="connsiteY0" fmla="*/ 0 h 3717596"/>
              <a:gd name="connsiteX1" fmla="*/ 1238250 w 1733550"/>
              <a:gd name="connsiteY1" fmla="*/ 768350 h 3717596"/>
              <a:gd name="connsiteX2" fmla="*/ 1657350 w 1733550"/>
              <a:gd name="connsiteY2" fmla="*/ 2209800 h 3717596"/>
              <a:gd name="connsiteX3" fmla="*/ 1720850 w 1733550"/>
              <a:gd name="connsiteY3" fmla="*/ 3581400 h 3717596"/>
              <a:gd name="connsiteX4" fmla="*/ 1733550 w 1733550"/>
              <a:gd name="connsiteY4" fmla="*/ 3594100 h 3717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3550" h="3717596">
                <a:moveTo>
                  <a:pt x="0" y="0"/>
                </a:moveTo>
                <a:cubicBezTo>
                  <a:pt x="481012" y="200025"/>
                  <a:pt x="962025" y="400050"/>
                  <a:pt x="1238250" y="768350"/>
                </a:cubicBezTo>
                <a:cubicBezTo>
                  <a:pt x="1514475" y="1136650"/>
                  <a:pt x="1576917" y="1740959"/>
                  <a:pt x="1657350" y="2209800"/>
                </a:cubicBezTo>
                <a:cubicBezTo>
                  <a:pt x="1737783" y="2678641"/>
                  <a:pt x="1708150" y="3350683"/>
                  <a:pt x="1720850" y="3581400"/>
                </a:cubicBezTo>
                <a:cubicBezTo>
                  <a:pt x="1733550" y="3812117"/>
                  <a:pt x="1733550" y="3703108"/>
                  <a:pt x="1733550" y="3594100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28" name="Forme libre 27"/>
          <p:cNvSpPr/>
          <p:nvPr/>
        </p:nvSpPr>
        <p:spPr>
          <a:xfrm rot="4910162">
            <a:off x="9466783" y="958677"/>
            <a:ext cx="2496277" cy="2881875"/>
          </a:xfrm>
          <a:custGeom>
            <a:avLst/>
            <a:gdLst>
              <a:gd name="connsiteX0" fmla="*/ 5750 w 780450"/>
              <a:gd name="connsiteY0" fmla="*/ 82550 h 683589"/>
              <a:gd name="connsiteX1" fmla="*/ 5750 w 780450"/>
              <a:gd name="connsiteY1" fmla="*/ 82550 h 683589"/>
              <a:gd name="connsiteX2" fmla="*/ 31150 w 780450"/>
              <a:gd name="connsiteY2" fmla="*/ 254000 h 683589"/>
              <a:gd name="connsiteX3" fmla="*/ 43850 w 780450"/>
              <a:gd name="connsiteY3" fmla="*/ 292100 h 683589"/>
              <a:gd name="connsiteX4" fmla="*/ 50200 w 780450"/>
              <a:gd name="connsiteY4" fmla="*/ 381000 h 683589"/>
              <a:gd name="connsiteX5" fmla="*/ 62900 w 780450"/>
              <a:gd name="connsiteY5" fmla="*/ 406400 h 683589"/>
              <a:gd name="connsiteX6" fmla="*/ 75600 w 780450"/>
              <a:gd name="connsiteY6" fmla="*/ 425450 h 683589"/>
              <a:gd name="connsiteX7" fmla="*/ 75600 w 780450"/>
              <a:gd name="connsiteY7" fmla="*/ 520700 h 683589"/>
              <a:gd name="connsiteX8" fmla="*/ 183550 w 780450"/>
              <a:gd name="connsiteY8" fmla="*/ 552450 h 683589"/>
              <a:gd name="connsiteX9" fmla="*/ 234350 w 780450"/>
              <a:gd name="connsiteY9" fmla="*/ 584200 h 683589"/>
              <a:gd name="connsiteX10" fmla="*/ 285150 w 780450"/>
              <a:gd name="connsiteY10" fmla="*/ 628650 h 683589"/>
              <a:gd name="connsiteX11" fmla="*/ 329600 w 780450"/>
              <a:gd name="connsiteY11" fmla="*/ 635000 h 683589"/>
              <a:gd name="connsiteX12" fmla="*/ 386750 w 780450"/>
              <a:gd name="connsiteY12" fmla="*/ 654050 h 683589"/>
              <a:gd name="connsiteX13" fmla="*/ 456600 w 780450"/>
              <a:gd name="connsiteY13" fmla="*/ 673100 h 683589"/>
              <a:gd name="connsiteX14" fmla="*/ 577250 w 780450"/>
              <a:gd name="connsiteY14" fmla="*/ 673100 h 683589"/>
              <a:gd name="connsiteX15" fmla="*/ 628050 w 780450"/>
              <a:gd name="connsiteY15" fmla="*/ 660400 h 683589"/>
              <a:gd name="connsiteX16" fmla="*/ 666150 w 780450"/>
              <a:gd name="connsiteY16" fmla="*/ 628650 h 683589"/>
              <a:gd name="connsiteX17" fmla="*/ 678850 w 780450"/>
              <a:gd name="connsiteY17" fmla="*/ 603250 h 683589"/>
              <a:gd name="connsiteX18" fmla="*/ 685200 w 780450"/>
              <a:gd name="connsiteY18" fmla="*/ 584200 h 683589"/>
              <a:gd name="connsiteX19" fmla="*/ 723300 w 780450"/>
              <a:gd name="connsiteY19" fmla="*/ 546100 h 683589"/>
              <a:gd name="connsiteX20" fmla="*/ 736000 w 780450"/>
              <a:gd name="connsiteY20" fmla="*/ 514350 h 683589"/>
              <a:gd name="connsiteX21" fmla="*/ 761400 w 780450"/>
              <a:gd name="connsiteY21" fmla="*/ 463550 h 683589"/>
              <a:gd name="connsiteX22" fmla="*/ 780450 w 780450"/>
              <a:gd name="connsiteY22" fmla="*/ 406400 h 683589"/>
              <a:gd name="connsiteX23" fmla="*/ 761400 w 780450"/>
              <a:gd name="connsiteY23" fmla="*/ 311150 h 683589"/>
              <a:gd name="connsiteX24" fmla="*/ 742350 w 780450"/>
              <a:gd name="connsiteY24" fmla="*/ 292100 h 683589"/>
              <a:gd name="connsiteX25" fmla="*/ 716950 w 780450"/>
              <a:gd name="connsiteY25" fmla="*/ 247650 h 683589"/>
              <a:gd name="connsiteX26" fmla="*/ 672500 w 780450"/>
              <a:gd name="connsiteY26" fmla="*/ 196850 h 683589"/>
              <a:gd name="connsiteX27" fmla="*/ 647100 w 780450"/>
              <a:gd name="connsiteY27" fmla="*/ 171450 h 683589"/>
              <a:gd name="connsiteX28" fmla="*/ 634400 w 780450"/>
              <a:gd name="connsiteY28" fmla="*/ 152400 h 683589"/>
              <a:gd name="connsiteX29" fmla="*/ 602650 w 780450"/>
              <a:gd name="connsiteY29" fmla="*/ 139700 h 683589"/>
              <a:gd name="connsiteX30" fmla="*/ 589950 w 780450"/>
              <a:gd name="connsiteY30" fmla="*/ 120650 h 683589"/>
              <a:gd name="connsiteX31" fmla="*/ 570900 w 780450"/>
              <a:gd name="connsiteY31" fmla="*/ 114300 h 683589"/>
              <a:gd name="connsiteX32" fmla="*/ 551850 w 780450"/>
              <a:gd name="connsiteY32" fmla="*/ 101600 h 683589"/>
              <a:gd name="connsiteX33" fmla="*/ 532800 w 780450"/>
              <a:gd name="connsiteY33" fmla="*/ 95250 h 683589"/>
              <a:gd name="connsiteX34" fmla="*/ 443900 w 780450"/>
              <a:gd name="connsiteY34" fmla="*/ 50800 h 683589"/>
              <a:gd name="connsiteX35" fmla="*/ 418500 w 780450"/>
              <a:gd name="connsiteY35" fmla="*/ 38100 h 683589"/>
              <a:gd name="connsiteX36" fmla="*/ 361350 w 780450"/>
              <a:gd name="connsiteY36" fmla="*/ 31750 h 683589"/>
              <a:gd name="connsiteX37" fmla="*/ 221650 w 780450"/>
              <a:gd name="connsiteY37" fmla="*/ 19050 h 683589"/>
              <a:gd name="connsiteX38" fmla="*/ 189900 w 780450"/>
              <a:gd name="connsiteY38" fmla="*/ 6350 h 683589"/>
              <a:gd name="connsiteX39" fmla="*/ 151800 w 780450"/>
              <a:gd name="connsiteY39" fmla="*/ 0 h 683589"/>
              <a:gd name="connsiteX40" fmla="*/ 88300 w 780450"/>
              <a:gd name="connsiteY40" fmla="*/ 6350 h 683589"/>
              <a:gd name="connsiteX41" fmla="*/ 50200 w 780450"/>
              <a:gd name="connsiteY41" fmla="*/ 19050 h 683589"/>
              <a:gd name="connsiteX42" fmla="*/ 31150 w 780450"/>
              <a:gd name="connsiteY42" fmla="*/ 38100 h 683589"/>
              <a:gd name="connsiteX43" fmla="*/ 24800 w 780450"/>
              <a:gd name="connsiteY43" fmla="*/ 57150 h 683589"/>
              <a:gd name="connsiteX44" fmla="*/ 12100 w 780450"/>
              <a:gd name="connsiteY44" fmla="*/ 82550 h 683589"/>
              <a:gd name="connsiteX45" fmla="*/ 5750 w 780450"/>
              <a:gd name="connsiteY45" fmla="*/ 82550 h 68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780450" h="683589">
                <a:moveTo>
                  <a:pt x="5750" y="82550"/>
                </a:moveTo>
                <a:lnTo>
                  <a:pt x="5750" y="82550"/>
                </a:lnTo>
                <a:cubicBezTo>
                  <a:pt x="46934" y="233557"/>
                  <a:pt x="4727" y="60233"/>
                  <a:pt x="31150" y="254000"/>
                </a:cubicBezTo>
                <a:cubicBezTo>
                  <a:pt x="32959" y="267264"/>
                  <a:pt x="43850" y="292100"/>
                  <a:pt x="43850" y="292100"/>
                </a:cubicBezTo>
                <a:cubicBezTo>
                  <a:pt x="45967" y="321733"/>
                  <a:pt x="45316" y="351695"/>
                  <a:pt x="50200" y="381000"/>
                </a:cubicBezTo>
                <a:cubicBezTo>
                  <a:pt x="51756" y="390337"/>
                  <a:pt x="58204" y="398181"/>
                  <a:pt x="62900" y="406400"/>
                </a:cubicBezTo>
                <a:cubicBezTo>
                  <a:pt x="66686" y="413026"/>
                  <a:pt x="74757" y="417865"/>
                  <a:pt x="75600" y="425450"/>
                </a:cubicBezTo>
                <a:cubicBezTo>
                  <a:pt x="79106" y="457006"/>
                  <a:pt x="75600" y="488950"/>
                  <a:pt x="75600" y="520700"/>
                </a:cubicBezTo>
                <a:lnTo>
                  <a:pt x="183550" y="552450"/>
                </a:lnTo>
                <a:cubicBezTo>
                  <a:pt x="200483" y="563033"/>
                  <a:pt x="218757" y="571726"/>
                  <a:pt x="234350" y="584200"/>
                </a:cubicBezTo>
                <a:cubicBezTo>
                  <a:pt x="260348" y="604999"/>
                  <a:pt x="231037" y="620920"/>
                  <a:pt x="285150" y="628650"/>
                </a:cubicBezTo>
                <a:lnTo>
                  <a:pt x="329600" y="635000"/>
                </a:lnTo>
                <a:cubicBezTo>
                  <a:pt x="393444" y="666922"/>
                  <a:pt x="312892" y="629431"/>
                  <a:pt x="386750" y="654050"/>
                </a:cubicBezTo>
                <a:cubicBezTo>
                  <a:pt x="459476" y="678292"/>
                  <a:pt x="349117" y="657745"/>
                  <a:pt x="456600" y="673100"/>
                </a:cubicBezTo>
                <a:cubicBezTo>
                  <a:pt x="504929" y="689210"/>
                  <a:pt x="483735" y="684789"/>
                  <a:pt x="577250" y="673100"/>
                </a:cubicBezTo>
                <a:cubicBezTo>
                  <a:pt x="594570" y="670935"/>
                  <a:pt x="628050" y="660400"/>
                  <a:pt x="628050" y="660400"/>
                </a:cubicBezTo>
                <a:cubicBezTo>
                  <a:pt x="643240" y="650273"/>
                  <a:pt x="655038" y="644207"/>
                  <a:pt x="666150" y="628650"/>
                </a:cubicBezTo>
                <a:cubicBezTo>
                  <a:pt x="671652" y="620947"/>
                  <a:pt x="675121" y="611951"/>
                  <a:pt x="678850" y="603250"/>
                </a:cubicBezTo>
                <a:cubicBezTo>
                  <a:pt x="681487" y="597098"/>
                  <a:pt x="681091" y="589484"/>
                  <a:pt x="685200" y="584200"/>
                </a:cubicBezTo>
                <a:cubicBezTo>
                  <a:pt x="696227" y="570023"/>
                  <a:pt x="723300" y="546100"/>
                  <a:pt x="723300" y="546100"/>
                </a:cubicBezTo>
                <a:cubicBezTo>
                  <a:pt x="727533" y="535517"/>
                  <a:pt x="730902" y="524545"/>
                  <a:pt x="736000" y="514350"/>
                </a:cubicBezTo>
                <a:cubicBezTo>
                  <a:pt x="755656" y="475038"/>
                  <a:pt x="744920" y="518483"/>
                  <a:pt x="761400" y="463550"/>
                </a:cubicBezTo>
                <a:cubicBezTo>
                  <a:pt x="779864" y="402002"/>
                  <a:pt x="753926" y="459447"/>
                  <a:pt x="780450" y="406400"/>
                </a:cubicBezTo>
                <a:cubicBezTo>
                  <a:pt x="775956" y="352472"/>
                  <a:pt x="787493" y="342461"/>
                  <a:pt x="761400" y="311150"/>
                </a:cubicBezTo>
                <a:cubicBezTo>
                  <a:pt x="755651" y="304251"/>
                  <a:pt x="748700" y="298450"/>
                  <a:pt x="742350" y="292100"/>
                </a:cubicBezTo>
                <a:cubicBezTo>
                  <a:pt x="731242" y="247668"/>
                  <a:pt x="744826" y="283490"/>
                  <a:pt x="716950" y="247650"/>
                </a:cubicBezTo>
                <a:cubicBezTo>
                  <a:pt x="644278" y="154214"/>
                  <a:pt x="725769" y="242510"/>
                  <a:pt x="672500" y="196850"/>
                </a:cubicBezTo>
                <a:cubicBezTo>
                  <a:pt x="663409" y="189058"/>
                  <a:pt x="654892" y="180541"/>
                  <a:pt x="647100" y="171450"/>
                </a:cubicBezTo>
                <a:cubicBezTo>
                  <a:pt x="642133" y="165656"/>
                  <a:pt x="640610" y="156836"/>
                  <a:pt x="634400" y="152400"/>
                </a:cubicBezTo>
                <a:cubicBezTo>
                  <a:pt x="625125" y="145775"/>
                  <a:pt x="613233" y="143933"/>
                  <a:pt x="602650" y="139700"/>
                </a:cubicBezTo>
                <a:cubicBezTo>
                  <a:pt x="598417" y="133350"/>
                  <a:pt x="595909" y="125418"/>
                  <a:pt x="589950" y="120650"/>
                </a:cubicBezTo>
                <a:cubicBezTo>
                  <a:pt x="584723" y="116469"/>
                  <a:pt x="576887" y="117293"/>
                  <a:pt x="570900" y="114300"/>
                </a:cubicBezTo>
                <a:cubicBezTo>
                  <a:pt x="564074" y="110887"/>
                  <a:pt x="558676" y="105013"/>
                  <a:pt x="551850" y="101600"/>
                </a:cubicBezTo>
                <a:cubicBezTo>
                  <a:pt x="545863" y="98607"/>
                  <a:pt x="538856" y="98100"/>
                  <a:pt x="532800" y="95250"/>
                </a:cubicBezTo>
                <a:cubicBezTo>
                  <a:pt x="502822" y="81143"/>
                  <a:pt x="473533" y="65617"/>
                  <a:pt x="443900" y="50800"/>
                </a:cubicBezTo>
                <a:cubicBezTo>
                  <a:pt x="435433" y="46567"/>
                  <a:pt x="427908" y="39145"/>
                  <a:pt x="418500" y="38100"/>
                </a:cubicBezTo>
                <a:lnTo>
                  <a:pt x="361350" y="31750"/>
                </a:lnTo>
                <a:cubicBezTo>
                  <a:pt x="296743" y="10214"/>
                  <a:pt x="393216" y="40496"/>
                  <a:pt x="221650" y="19050"/>
                </a:cubicBezTo>
                <a:cubicBezTo>
                  <a:pt x="210339" y="17636"/>
                  <a:pt x="200897" y="9349"/>
                  <a:pt x="189900" y="6350"/>
                </a:cubicBezTo>
                <a:cubicBezTo>
                  <a:pt x="177478" y="2962"/>
                  <a:pt x="164500" y="2117"/>
                  <a:pt x="151800" y="0"/>
                </a:cubicBezTo>
                <a:cubicBezTo>
                  <a:pt x="130633" y="2117"/>
                  <a:pt x="109208" y="2430"/>
                  <a:pt x="88300" y="6350"/>
                </a:cubicBezTo>
                <a:cubicBezTo>
                  <a:pt x="75142" y="8817"/>
                  <a:pt x="50200" y="19050"/>
                  <a:pt x="50200" y="19050"/>
                </a:cubicBezTo>
                <a:cubicBezTo>
                  <a:pt x="43850" y="25400"/>
                  <a:pt x="36131" y="30628"/>
                  <a:pt x="31150" y="38100"/>
                </a:cubicBezTo>
                <a:cubicBezTo>
                  <a:pt x="27437" y="43669"/>
                  <a:pt x="27437" y="50998"/>
                  <a:pt x="24800" y="57150"/>
                </a:cubicBezTo>
                <a:cubicBezTo>
                  <a:pt x="21071" y="65851"/>
                  <a:pt x="15829" y="73849"/>
                  <a:pt x="12100" y="82550"/>
                </a:cubicBezTo>
                <a:cubicBezTo>
                  <a:pt x="-11440" y="137477"/>
                  <a:pt x="6808" y="82550"/>
                  <a:pt x="5750" y="82550"/>
                </a:cubicBezTo>
                <a:close/>
              </a:path>
            </a:pathLst>
          </a:custGeom>
          <a:solidFill>
            <a:srgbClr val="00FF00">
              <a:alpha val="96863"/>
            </a:srgb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2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285963">
            <a:off x="5422128" y="3007035"/>
            <a:ext cx="1929733" cy="6184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re 6"/>
          <p:cNvSpPr>
            <a:spLocks noGrp="1"/>
          </p:cNvSpPr>
          <p:nvPr>
            <p:ph type="title"/>
          </p:nvPr>
        </p:nvSpPr>
        <p:spPr>
          <a:xfrm>
            <a:off x="2326651" y="315956"/>
            <a:ext cx="7282987" cy="362947"/>
          </a:xfrm>
        </p:spPr>
        <p:txBody>
          <a:bodyPr/>
          <a:lstStyle/>
          <a:p>
            <a:pPr algn="ctr"/>
            <a:r>
              <a:rPr lang="fr-FR" sz="2667" dirty="0"/>
              <a:t>Objectifs initiaux du projet NaviForest</a:t>
            </a:r>
          </a:p>
        </p:txBody>
      </p:sp>
      <p:cxnSp>
        <p:nvCxnSpPr>
          <p:cNvPr id="11" name="Connecteur droit 10"/>
          <p:cNvCxnSpPr/>
          <p:nvPr/>
        </p:nvCxnSpPr>
        <p:spPr>
          <a:xfrm flipV="1">
            <a:off x="5266207" y="740704"/>
            <a:ext cx="5088565" cy="3840425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2823" y="4957550"/>
            <a:ext cx="972943" cy="12744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ZoneTexte 20"/>
          <p:cNvSpPr txBox="1"/>
          <p:nvPr/>
        </p:nvSpPr>
        <p:spPr>
          <a:xfrm>
            <a:off x="10950506" y="4375943"/>
            <a:ext cx="124552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67" b="1">
                <a:solidFill>
                  <a:srgbClr val="FF0000"/>
                </a:solidFill>
              </a:rPr>
              <a:t>N 134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1" y="4375943"/>
            <a:ext cx="124552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67" b="1">
                <a:solidFill>
                  <a:srgbClr val="FF0000"/>
                </a:solidFill>
              </a:rPr>
              <a:t>N 134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10018453" y="452668"/>
            <a:ext cx="124552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67" b="1">
                <a:solidFill>
                  <a:srgbClr val="FF0000"/>
                </a:solidFill>
              </a:rPr>
              <a:t>D</a:t>
            </a:r>
            <a:r>
              <a:rPr lang="fr-FR" sz="1867" b="1"/>
              <a:t> </a:t>
            </a:r>
            <a:r>
              <a:rPr lang="fr-FR" sz="1867" b="1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27" name="Forme libre 26"/>
          <p:cNvSpPr/>
          <p:nvPr/>
        </p:nvSpPr>
        <p:spPr>
          <a:xfrm>
            <a:off x="6975079" y="3140968"/>
            <a:ext cx="3776133" cy="422885"/>
          </a:xfrm>
          <a:custGeom>
            <a:avLst/>
            <a:gdLst>
              <a:gd name="connsiteX0" fmla="*/ 0 w 2832100"/>
              <a:gd name="connsiteY0" fmla="*/ 121499 h 317164"/>
              <a:gd name="connsiteX1" fmla="*/ 419100 w 2832100"/>
              <a:gd name="connsiteY1" fmla="*/ 216749 h 317164"/>
              <a:gd name="connsiteX2" fmla="*/ 1174750 w 2832100"/>
              <a:gd name="connsiteY2" fmla="*/ 849 h 317164"/>
              <a:gd name="connsiteX3" fmla="*/ 1752600 w 2832100"/>
              <a:gd name="connsiteY3" fmla="*/ 311999 h 317164"/>
              <a:gd name="connsiteX4" fmla="*/ 2571750 w 2832100"/>
              <a:gd name="connsiteY4" fmla="*/ 191349 h 317164"/>
              <a:gd name="connsiteX5" fmla="*/ 2832100 w 2832100"/>
              <a:gd name="connsiteY5" fmla="*/ 140549 h 31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2100" h="317164">
                <a:moveTo>
                  <a:pt x="0" y="121499"/>
                </a:moveTo>
                <a:cubicBezTo>
                  <a:pt x="111654" y="179178"/>
                  <a:pt x="223308" y="236857"/>
                  <a:pt x="419100" y="216749"/>
                </a:cubicBezTo>
                <a:cubicBezTo>
                  <a:pt x="614892" y="196641"/>
                  <a:pt x="952500" y="-15026"/>
                  <a:pt x="1174750" y="849"/>
                </a:cubicBezTo>
                <a:cubicBezTo>
                  <a:pt x="1397000" y="16724"/>
                  <a:pt x="1519767" y="280249"/>
                  <a:pt x="1752600" y="311999"/>
                </a:cubicBezTo>
                <a:cubicBezTo>
                  <a:pt x="1985433" y="343749"/>
                  <a:pt x="2391833" y="219924"/>
                  <a:pt x="2571750" y="191349"/>
                </a:cubicBezTo>
                <a:cubicBezTo>
                  <a:pt x="2751667" y="162774"/>
                  <a:pt x="2791883" y="151661"/>
                  <a:pt x="2832100" y="140549"/>
                </a:cubicBezTo>
              </a:path>
            </a:pathLst>
          </a:cu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9" name="Espace réservé du pied de page 7"/>
          <p:cNvSpPr txBox="1">
            <a:spLocks/>
          </p:cNvSpPr>
          <p:nvPr/>
        </p:nvSpPr>
        <p:spPr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>
              <a:defRPr sz="750" b="1"/>
            </a:lvl1pPr>
          </a:lstStyle>
          <a:p>
            <a:r>
              <a:rPr lang="fr-FR" sz="1000"/>
              <a:t>Institut national de l’information géographique et forestière</a:t>
            </a:r>
          </a:p>
        </p:txBody>
      </p:sp>
      <p:cxnSp>
        <p:nvCxnSpPr>
          <p:cNvPr id="41" name="Connecteur droit 40"/>
          <p:cNvCxnSpPr>
            <a:cxnSpLocks/>
          </p:cNvCxnSpPr>
          <p:nvPr/>
        </p:nvCxnSpPr>
        <p:spPr>
          <a:xfrm flipV="1">
            <a:off x="1139139" y="4605229"/>
            <a:ext cx="2451045" cy="1597151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35" y="4930560"/>
            <a:ext cx="1139496" cy="10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74288">
            <a:off x="7892178" y="3257551"/>
            <a:ext cx="480053" cy="1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479682">
            <a:off x="7779091" y="3097673"/>
            <a:ext cx="480053" cy="1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" name="Arc 36"/>
          <p:cNvSpPr/>
          <p:nvPr/>
        </p:nvSpPr>
        <p:spPr>
          <a:xfrm>
            <a:off x="8112224" y="4581128"/>
            <a:ext cx="1488165" cy="1632181"/>
          </a:xfrm>
          <a:prstGeom prst="arc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2" name="Forme libre 41"/>
          <p:cNvSpPr/>
          <p:nvPr/>
        </p:nvSpPr>
        <p:spPr>
          <a:xfrm>
            <a:off x="9141243" y="1422509"/>
            <a:ext cx="2488444" cy="2100891"/>
          </a:xfrm>
          <a:custGeom>
            <a:avLst/>
            <a:gdLst>
              <a:gd name="connsiteX0" fmla="*/ 78883 w 1386983"/>
              <a:gd name="connsiteY0" fmla="*/ 1295400 h 1295400"/>
              <a:gd name="connsiteX1" fmla="*/ 15383 w 1386983"/>
              <a:gd name="connsiteY1" fmla="*/ 673100 h 1295400"/>
              <a:gd name="connsiteX2" fmla="*/ 332883 w 1386983"/>
              <a:gd name="connsiteY2" fmla="*/ 876300 h 1295400"/>
              <a:gd name="connsiteX3" fmla="*/ 218583 w 1386983"/>
              <a:gd name="connsiteY3" fmla="*/ 463550 h 1295400"/>
              <a:gd name="connsiteX4" fmla="*/ 663083 w 1386983"/>
              <a:gd name="connsiteY4" fmla="*/ 730250 h 1295400"/>
              <a:gd name="connsiteX5" fmla="*/ 574183 w 1386983"/>
              <a:gd name="connsiteY5" fmla="*/ 323850 h 1295400"/>
              <a:gd name="connsiteX6" fmla="*/ 1005983 w 1386983"/>
              <a:gd name="connsiteY6" fmla="*/ 387350 h 1295400"/>
              <a:gd name="connsiteX7" fmla="*/ 1221883 w 1386983"/>
              <a:gd name="connsiteY7" fmla="*/ 177800 h 1295400"/>
              <a:gd name="connsiteX8" fmla="*/ 1386983 w 1386983"/>
              <a:gd name="connsiteY8" fmla="*/ 0 h 1295400"/>
              <a:gd name="connsiteX9" fmla="*/ 1386983 w 1386983"/>
              <a:gd name="connsiteY9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86983" h="1295400">
                <a:moveTo>
                  <a:pt x="78883" y="1295400"/>
                </a:moveTo>
                <a:cubicBezTo>
                  <a:pt x="25966" y="1019175"/>
                  <a:pt x="-26950" y="742950"/>
                  <a:pt x="15383" y="673100"/>
                </a:cubicBezTo>
                <a:cubicBezTo>
                  <a:pt x="57716" y="603250"/>
                  <a:pt x="299016" y="911225"/>
                  <a:pt x="332883" y="876300"/>
                </a:cubicBezTo>
                <a:cubicBezTo>
                  <a:pt x="366750" y="841375"/>
                  <a:pt x="163550" y="487892"/>
                  <a:pt x="218583" y="463550"/>
                </a:cubicBezTo>
                <a:cubicBezTo>
                  <a:pt x="273616" y="439208"/>
                  <a:pt x="603816" y="753533"/>
                  <a:pt x="663083" y="730250"/>
                </a:cubicBezTo>
                <a:cubicBezTo>
                  <a:pt x="722350" y="706967"/>
                  <a:pt x="517033" y="381000"/>
                  <a:pt x="574183" y="323850"/>
                </a:cubicBezTo>
                <a:cubicBezTo>
                  <a:pt x="631333" y="266700"/>
                  <a:pt x="898033" y="411692"/>
                  <a:pt x="1005983" y="387350"/>
                </a:cubicBezTo>
                <a:cubicBezTo>
                  <a:pt x="1113933" y="363008"/>
                  <a:pt x="1158383" y="242358"/>
                  <a:pt x="1221883" y="177800"/>
                </a:cubicBezTo>
                <a:cubicBezTo>
                  <a:pt x="1285383" y="113242"/>
                  <a:pt x="1386983" y="0"/>
                  <a:pt x="1386983" y="0"/>
                </a:cubicBezTo>
                <a:lnTo>
                  <a:pt x="1386983" y="0"/>
                </a:ln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3" name="Rectangle 42"/>
          <p:cNvSpPr/>
          <p:nvPr/>
        </p:nvSpPr>
        <p:spPr>
          <a:xfrm>
            <a:off x="4162666" y="4961665"/>
            <a:ext cx="3970617" cy="99540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1467" b="1" dirty="0">
                <a:solidFill>
                  <a:schemeClr val="bg1">
                    <a:lumMod val="50000"/>
                  </a:schemeClr>
                </a:solidFill>
              </a:rPr>
              <a:t>Itinéraire dérogatoire au code de la route en termes de tonnage pour le transport de bois</a:t>
            </a:r>
          </a:p>
          <a:p>
            <a:pPr algn="ctr"/>
            <a:r>
              <a:rPr lang="fr-FR" sz="1467" b="1" dirty="0">
                <a:solidFill>
                  <a:schemeClr val="bg1">
                    <a:lumMod val="50000"/>
                  </a:schemeClr>
                </a:solidFill>
              </a:rPr>
              <a:t>(itinéraire bois ronds)</a:t>
            </a:r>
          </a:p>
        </p:txBody>
      </p:sp>
      <p:sp>
        <p:nvSpPr>
          <p:cNvPr id="44" name="Forme libre 43"/>
          <p:cNvSpPr/>
          <p:nvPr/>
        </p:nvSpPr>
        <p:spPr>
          <a:xfrm>
            <a:off x="9753600" y="2819401"/>
            <a:ext cx="1490133" cy="212801"/>
          </a:xfrm>
          <a:custGeom>
            <a:avLst/>
            <a:gdLst>
              <a:gd name="connsiteX0" fmla="*/ 0 w 1117600"/>
              <a:gd name="connsiteY0" fmla="*/ 0 h 159601"/>
              <a:gd name="connsiteX1" fmla="*/ 165100 w 1117600"/>
              <a:gd name="connsiteY1" fmla="*/ 152400 h 159601"/>
              <a:gd name="connsiteX2" fmla="*/ 685800 w 1117600"/>
              <a:gd name="connsiteY2" fmla="*/ 127000 h 159601"/>
              <a:gd name="connsiteX3" fmla="*/ 1117600 w 1117600"/>
              <a:gd name="connsiteY3" fmla="*/ 57150 h 15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0" h="159601">
                <a:moveTo>
                  <a:pt x="0" y="0"/>
                </a:moveTo>
                <a:cubicBezTo>
                  <a:pt x="25400" y="65616"/>
                  <a:pt x="50800" y="131233"/>
                  <a:pt x="165100" y="152400"/>
                </a:cubicBezTo>
                <a:cubicBezTo>
                  <a:pt x="279400" y="173567"/>
                  <a:pt x="527050" y="142875"/>
                  <a:pt x="685800" y="127000"/>
                </a:cubicBezTo>
                <a:cubicBezTo>
                  <a:pt x="844550" y="111125"/>
                  <a:pt x="981075" y="84137"/>
                  <a:pt x="1117600" y="57150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cxnSp>
        <p:nvCxnSpPr>
          <p:cNvPr id="8" name="Connecteur droit 7"/>
          <p:cNvCxnSpPr/>
          <p:nvPr/>
        </p:nvCxnSpPr>
        <p:spPr>
          <a:xfrm>
            <a:off x="1093798" y="4581127"/>
            <a:ext cx="9985109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/>
          <p:cNvSpPr/>
          <p:nvPr/>
        </p:nvSpPr>
        <p:spPr>
          <a:xfrm>
            <a:off x="10783421" y="5318153"/>
            <a:ext cx="1248139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 i="1">
                <a:solidFill>
                  <a:schemeClr val="bg1">
                    <a:lumMod val="50000"/>
                  </a:schemeClr>
                </a:solidFill>
              </a:rPr>
              <a:t>Scierie</a:t>
            </a:r>
          </a:p>
          <a:p>
            <a:r>
              <a:rPr lang="fr-FR" sz="1400" b="1" i="1">
                <a:solidFill>
                  <a:schemeClr val="bg1">
                    <a:lumMod val="50000"/>
                  </a:schemeClr>
                </a:solidFill>
              </a:rPr>
              <a:t>Papeterie</a:t>
            </a:r>
          </a:p>
          <a:p>
            <a:r>
              <a:rPr lang="fr-FR" sz="1400" b="1" i="1">
                <a:solidFill>
                  <a:schemeClr val="bg1">
                    <a:lumMod val="50000"/>
                  </a:schemeClr>
                </a:solidFill>
              </a:rPr>
              <a:t>Chaufferie</a:t>
            </a:r>
          </a:p>
        </p:txBody>
      </p:sp>
      <p:pic>
        <p:nvPicPr>
          <p:cNvPr id="62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3589" y="2084851"/>
            <a:ext cx="899009" cy="5280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64" name="Connecteur droit avec flèche 63"/>
          <p:cNvCxnSpPr/>
          <p:nvPr/>
        </p:nvCxnSpPr>
        <p:spPr>
          <a:xfrm flipV="1">
            <a:off x="7075043" y="4634819"/>
            <a:ext cx="280516" cy="384043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 rot="19251235">
            <a:off x="5986064" y="2958822"/>
            <a:ext cx="134828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1400" b="1">
                <a:solidFill>
                  <a:srgbClr val="FFFF00"/>
                </a:solidFill>
              </a:rPr>
              <a:t>55 tonnes</a:t>
            </a:r>
          </a:p>
        </p:txBody>
      </p:sp>
      <p:cxnSp>
        <p:nvCxnSpPr>
          <p:cNvPr id="67" name="Connecteur droit avec flèche 66"/>
          <p:cNvCxnSpPr>
            <a:cxnSpLocks/>
          </p:cNvCxnSpPr>
          <p:nvPr/>
        </p:nvCxnSpPr>
        <p:spPr>
          <a:xfrm flipH="1" flipV="1">
            <a:off x="5930925" y="4153372"/>
            <a:ext cx="124288" cy="797973"/>
          </a:xfrm>
          <a:prstGeom prst="straightConnector1">
            <a:avLst/>
          </a:prstGeom>
          <a:ln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154064" y="5925277"/>
            <a:ext cx="342203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5" name="Rectangle 44"/>
          <p:cNvSpPr/>
          <p:nvPr/>
        </p:nvSpPr>
        <p:spPr>
          <a:xfrm>
            <a:off x="2093172" y="2663003"/>
            <a:ext cx="1208136" cy="486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1" name="Rectangle 50"/>
          <p:cNvSpPr/>
          <p:nvPr/>
        </p:nvSpPr>
        <p:spPr>
          <a:xfrm rot="20323109">
            <a:off x="11415296" y="742905"/>
            <a:ext cx="311824" cy="282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2" name="Rectangle 51"/>
          <p:cNvSpPr/>
          <p:nvPr/>
        </p:nvSpPr>
        <p:spPr>
          <a:xfrm>
            <a:off x="11462738" y="728744"/>
            <a:ext cx="281572" cy="316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7953" y="859274"/>
            <a:ext cx="572712" cy="516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Espace réservé du texte 7">
            <a:extLst>
              <a:ext uri="{FF2B5EF4-FFF2-40B4-BE49-F238E27FC236}">
                <a16:creationId xmlns:a16="http://schemas.microsoft.com/office/drawing/2014/main" id="{5606BA2C-A428-4647-A584-4C97775E2E63}"/>
              </a:ext>
            </a:extLst>
          </p:cNvPr>
          <p:cNvSpPr txBox="1">
            <a:spLocks/>
          </p:cNvSpPr>
          <p:nvPr/>
        </p:nvSpPr>
        <p:spPr>
          <a:xfrm>
            <a:off x="241894" y="1127888"/>
            <a:ext cx="5197415" cy="201204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Font typeface="Calibri" panose="020F0502020204030204" pitchFamily="34" charset="0"/>
              <a:buChar char="​"/>
              <a:defRPr sz="2000" kern="1200" cap="none" baseline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Font typeface="Calibri" panose="020F0502020204030204" pitchFamily="34" charset="0"/>
              <a:buChar char="​"/>
              <a:defRPr lang="fr-FR" sz="1400" kern="1200" dirty="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360000" indent="-144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accent6"/>
              </a:buClr>
              <a:buSzPct val="175000"/>
              <a:buFontTx/>
              <a:buBlip>
                <a:blip r:embed="rId9"/>
              </a:buBlip>
              <a:defRPr sz="1200" b="1" kern="120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88925" indent="-72000" algn="l" defTabSz="6858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D6F71"/>
              </a:buClr>
              <a:buSzPct val="110000"/>
              <a:buFont typeface="Arial" panose="020B0604020202020204" pitchFamily="34" charset="0"/>
              <a:buChar char="•"/>
              <a:defRPr sz="11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880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​"/>
              <a:defRPr sz="1100" i="0" kern="120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ctr" defTabSz="1219170"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 </a:t>
            </a: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</a:rPr>
              <a:t>Permettre la </a:t>
            </a:r>
            <a:r>
              <a:rPr lang="fr-FR" sz="1867" dirty="0">
                <a:solidFill>
                  <a:schemeClr val="tx1"/>
                </a:solidFill>
                <a:latin typeface="+mn-lt"/>
                <a:cs typeface="+mn-cs"/>
              </a:rPr>
              <a:t>production uniforme et le partage des informations utiles </a:t>
            </a: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</a:rPr>
              <a:t>au transport de bois</a:t>
            </a:r>
          </a:p>
          <a:p>
            <a:pPr marL="0" lvl="2" indent="0" algn="ctr" defTabSz="1219170"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 </a:t>
            </a: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</a:rPr>
              <a:t>Récupérer les données dessertes dans une </a:t>
            </a:r>
            <a:r>
              <a:rPr lang="fr-FR" sz="1867" dirty="0">
                <a:solidFill>
                  <a:schemeClr val="tx1"/>
                </a:solidFill>
                <a:latin typeface="+mn-lt"/>
                <a:cs typeface="+mn-cs"/>
              </a:rPr>
              <a:t>base nationale unique via un outil collaboratif </a:t>
            </a: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</a:rPr>
              <a:t>en ligne </a:t>
            </a:r>
          </a:p>
          <a:p>
            <a:pPr marL="0" lvl="2" indent="0" algn="ctr" defTabSz="1219170"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 A</a:t>
            </a: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</a:rPr>
              <a:t>méliorer la compétitivité de la filière Forêt-Bois française</a:t>
            </a:r>
          </a:p>
          <a:p>
            <a:pPr marL="380990" lvl="2" indent="-380990" algn="ctr" defTabSz="121917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à"/>
            </a:pPr>
            <a:endParaRPr lang="fr-FR" sz="2133" b="0" dirty="0">
              <a:solidFill>
                <a:schemeClr val="tx1"/>
              </a:solidFill>
            </a:endParaRPr>
          </a:p>
        </p:txBody>
      </p:sp>
      <p:sp>
        <p:nvSpPr>
          <p:cNvPr id="36" name="Espace réservé de la date 1">
            <a:extLst>
              <a:ext uri="{FF2B5EF4-FFF2-40B4-BE49-F238E27FC236}">
                <a16:creationId xmlns:a16="http://schemas.microsoft.com/office/drawing/2014/main" id="{54B4394F-C26D-4138-A90D-781D5A62612F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cap="all"/>
              <a:t>17/11/2025</a:t>
            </a:r>
            <a:endParaRPr lang="fr-FR" cap="all" dirty="0"/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768E304-2A80-4BBF-B235-02B7412A968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74C78300-3996-472C-B9C2-8ECBF16BBBC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E09C5F7-3E8D-4E6E-A6D1-12F1908E3A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7B678BEB-CB5F-4DC3-8267-6B4093870A95}" type="slidenum">
              <a:rPr lang="fr-FR" smtClean="0">
                <a:solidFill>
                  <a:prstClr val="white"/>
                </a:solidFill>
              </a:rPr>
              <a:pPr>
                <a:defRPr/>
              </a:pPr>
              <a:t>5</a:t>
            </a:fld>
            <a:endParaRPr lang="fr-FR">
              <a:solidFill>
                <a:prstClr val="white"/>
              </a:solidFill>
            </a:endParaRPr>
          </a:p>
        </p:txBody>
      </p:sp>
      <p:sp>
        <p:nvSpPr>
          <p:cNvPr id="46" name="Espace réservé du numéro de diapositive 16">
            <a:extLst>
              <a:ext uri="{FF2B5EF4-FFF2-40B4-BE49-F238E27FC236}">
                <a16:creationId xmlns:a16="http://schemas.microsoft.com/office/drawing/2014/main" id="{C92E89B2-FA41-419A-8B65-E3026910630B}"/>
              </a:ext>
            </a:extLst>
          </p:cNvPr>
          <p:cNvSpPr txBox="1">
            <a:spLocks/>
          </p:cNvSpPr>
          <p:nvPr/>
        </p:nvSpPr>
        <p:spPr bwMode="gray">
          <a:xfrm>
            <a:off x="8504400" y="65304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mtClean="0"/>
              <a:pPr algn="r"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78013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28" grpId="0" animBg="1"/>
      <p:bldP spid="21" grpId="0"/>
      <p:bldP spid="29" grpId="0"/>
      <p:bldP spid="32" grpId="0"/>
      <p:bldP spid="27" grpId="0" animBg="1"/>
      <p:bldP spid="37" grpId="0" animBg="1"/>
      <p:bldP spid="42" grpId="0" animBg="1"/>
      <p:bldP spid="43" grpId="0"/>
      <p:bldP spid="44" grpId="0" animBg="1"/>
      <p:bldP spid="6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BFDBB4-34FB-4CEE-AA04-C9366B83A511}" type="slidenum">
              <a:rPr>
                <a:solidFill>
                  <a:prstClr val="white"/>
                </a:solidFill>
              </a:rPr>
              <a:pPr>
                <a:defRPr/>
              </a:pPr>
              <a:t>6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8" name="Espace réservé du texte 2"/>
          <p:cNvSpPr txBox="1">
            <a:spLocks/>
          </p:cNvSpPr>
          <p:nvPr/>
        </p:nvSpPr>
        <p:spPr>
          <a:xfrm>
            <a:off x="197684" y="1265455"/>
            <a:ext cx="9396483" cy="3433155"/>
          </a:xfrm>
          <a:prstGeom prst="rect">
            <a:avLst/>
          </a:prstGeom>
        </p:spPr>
        <p:txBody>
          <a:bodyPr/>
          <a:lstStyle>
            <a:lvl1pPr algn="l" defTabSz="685800" rtl="0" fontAlgn="base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Font typeface="Calibri" pitchFamily="34" charset="0"/>
              <a:buChar char="​"/>
              <a:defRPr sz="200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algn="l" defTabSz="685800" rtl="0" fontAlgn="base">
              <a:spcBef>
                <a:spcPts val="400"/>
              </a:spcBef>
              <a:spcAft>
                <a:spcPts val="1400"/>
              </a:spcAft>
              <a:buFont typeface="Calibri" pitchFamily="34" charset="0"/>
              <a:buChar char="​"/>
              <a:defRPr lang="fr-FR" sz="1400" kern="1200" dirty="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358775" indent="-142875" algn="l" defTabSz="685800" rtl="0" fontAlgn="base">
              <a:spcBef>
                <a:spcPts val="600"/>
              </a:spcBef>
              <a:spcAft>
                <a:spcPts val="1200"/>
              </a:spcAft>
              <a:buClr>
                <a:srgbClr val="5A287D"/>
              </a:buClr>
              <a:buSzPct val="175000"/>
              <a:buBlip>
                <a:blip r:embed="rId2"/>
              </a:buBlip>
              <a:defRPr sz="1200" b="1" kern="120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88925" indent="-71438" algn="l" defTabSz="685800" rtl="0" fontAlgn="base">
              <a:spcBef>
                <a:spcPts val="500"/>
              </a:spcBef>
              <a:spcAft>
                <a:spcPct val="0"/>
              </a:spcAft>
              <a:buClr>
                <a:srgbClr val="6D6F71"/>
              </a:buClr>
              <a:buSzPct val="110000"/>
              <a:buFont typeface="Arial" charset="0"/>
              <a:buChar char="•"/>
              <a:defRPr sz="1100"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87338" algn="l" defTabSz="685800" rtl="0" fontAlgn="base">
              <a:spcBef>
                <a:spcPct val="0"/>
              </a:spcBef>
              <a:spcAft>
                <a:spcPct val="0"/>
              </a:spcAft>
              <a:buFont typeface="Calibri" pitchFamily="34" charset="0"/>
              <a:buChar char="​"/>
              <a:defRPr sz="1100" kern="120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993" lvl="2" indent="0" algn="just">
              <a:lnSpc>
                <a:spcPct val="150000"/>
              </a:lnSpc>
              <a:spcAft>
                <a:spcPts val="800"/>
              </a:spcAft>
              <a:buNone/>
              <a:defRPr/>
            </a:pPr>
            <a:endParaRPr lang="fr-FR" sz="133" b="0" dirty="0">
              <a:solidFill>
                <a:schemeClr val="tx1"/>
              </a:solidFill>
              <a:latin typeface="+mn-lt"/>
            </a:endParaRPr>
          </a:p>
          <a:p>
            <a:pPr marL="380990" lvl="2" indent="-380990" algn="just" defTabSz="1219170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  <a:buSzPct val="100000"/>
              <a:buFont typeface="Arial" panose="020B0604020202020204" pitchFamily="34" charset="0"/>
              <a:buChar char="•"/>
            </a:pP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</a:rPr>
              <a:t>Inventaire des bases dessertes régionales existantes</a:t>
            </a:r>
          </a:p>
          <a:p>
            <a:pPr marL="0" lvl="2" indent="0" algn="just" defTabSz="1219170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  <a:buSzPct val="100000"/>
              <a:buNone/>
            </a:pPr>
            <a:endParaRPr lang="fr-FR" sz="1867" b="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380990" lvl="2" indent="-380990" algn="just" defTabSz="1219170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  <a:buSzPct val="100000"/>
              <a:buFont typeface="Arial" panose="020B0604020202020204" pitchFamily="34" charset="0"/>
              <a:buChar char="•"/>
            </a:pP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</a:rPr>
              <a:t>Numérisation des arrêtés préfectoraux « Itinéraires bois ronds »</a:t>
            </a:r>
          </a:p>
          <a:p>
            <a:pPr marL="380990" lvl="2" indent="-380990" algn="just" defTabSz="1219170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  <a:buSzPct val="100000"/>
              <a:buFont typeface="Arial" panose="020B0604020202020204" pitchFamily="34" charset="0"/>
              <a:buChar char="•"/>
            </a:pPr>
            <a:endParaRPr lang="fr-FR" sz="1867" b="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380990" lvl="2" indent="-380990" algn="just" defTabSz="1219170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  <a:buSzPct val="100000"/>
              <a:buFont typeface="Arial" panose="020B0604020202020204" pitchFamily="34" charset="0"/>
              <a:buChar char="•"/>
            </a:pPr>
            <a:r>
              <a:rPr lang="fr-FR" sz="1867" dirty="0">
                <a:solidFill>
                  <a:schemeClr val="tx1"/>
                </a:solidFill>
                <a:latin typeface="+mn-lt"/>
                <a:cs typeface="+mn-cs"/>
              </a:rPr>
              <a:t>Création sous l’égide du CNIG d’un standard national de données « Dessertes pour le transport de bois » </a:t>
            </a:r>
          </a:p>
          <a:p>
            <a:pPr marL="0" lvl="2" indent="0" algn="just" defTabSz="1219170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  <a:buSzPct val="100000"/>
              <a:buNone/>
            </a:pPr>
            <a:endParaRPr lang="fr-FR" sz="1867" b="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380990" lvl="2" indent="-380990" algn="just" defTabSz="1219170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  <a:buSzPct val="100000"/>
              <a:buFont typeface="Arial" panose="020B0604020202020204" pitchFamily="34" charset="0"/>
              <a:buChar char="•"/>
            </a:pP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</a:rPr>
              <a:t>Création de la Base nationale métier « Dessertes pour le transport des bois » + intégration de 143 000 km d’itinéraires bois rond + dessertes PACA + dessertes départementales sur Grand Est</a:t>
            </a:r>
          </a:p>
          <a:p>
            <a:pPr marL="380990" lvl="2" indent="-380990" algn="just" defTabSz="1219170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  <a:buSzPct val="100000"/>
              <a:buFont typeface="Arial" panose="020B0604020202020204" pitchFamily="34" charset="0"/>
              <a:buChar char="•"/>
            </a:pPr>
            <a:endParaRPr lang="fr-FR" sz="1867" b="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380990" lvl="2" indent="-380990" algn="just" defTabSz="1219170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  <a:buSzPct val="100000"/>
              <a:buFont typeface="Arial" panose="020B0604020202020204" pitchFamily="34" charset="0"/>
              <a:buChar char="•"/>
            </a:pP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</a:rPr>
              <a:t>Développement d’un site web collaboratif + application mobile NaviForest</a:t>
            </a:r>
          </a:p>
          <a:p>
            <a:pPr lvl="3" algn="just">
              <a:spcBef>
                <a:spcPts val="0"/>
              </a:spcBef>
              <a:spcAft>
                <a:spcPts val="800"/>
              </a:spcAft>
              <a:tabLst>
                <a:tab pos="1060424" algn="l"/>
                <a:tab pos="2120847" algn="l"/>
                <a:tab pos="3183387" algn="l"/>
                <a:tab pos="4243811" algn="l"/>
                <a:tab pos="5306351" algn="l"/>
                <a:tab pos="6366774" algn="l"/>
                <a:tab pos="7429314" algn="l"/>
                <a:tab pos="8489738" algn="l"/>
                <a:tab pos="9552279" algn="l"/>
                <a:tab pos="10612701" algn="l"/>
                <a:tab pos="11673125" algn="l"/>
              </a:tabLst>
              <a:defRPr/>
            </a:pPr>
            <a:endParaRPr lang="fr-FR" sz="2000" b="0" dirty="0">
              <a:latin typeface="+mn-lt"/>
            </a:endParaRPr>
          </a:p>
          <a:p>
            <a:pPr marL="287859" lvl="2" indent="0">
              <a:buNone/>
            </a:pPr>
            <a:endParaRPr lang="fr-FR" sz="2133" b="0" dirty="0"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457189" indent="-457189" algn="just">
              <a:buFont typeface="Arial" panose="020B0604020202020204" pitchFamily="34" charset="0"/>
              <a:buChar char="•"/>
            </a:pPr>
            <a:endParaRPr lang="fr-FR" sz="12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  <a:p>
            <a:pPr marL="194728" lvl="3" indent="0">
              <a:buNone/>
            </a:pPr>
            <a:endParaRPr lang="fr-FR" sz="2000" b="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  <a:p>
            <a:endParaRPr lang="fr-FR" sz="133" dirty="0">
              <a:solidFill>
                <a:schemeClr val="bg1">
                  <a:lumMod val="50000"/>
                </a:schemeClr>
              </a:solidFill>
              <a:latin typeface="+mn-lt"/>
            </a:endParaRPr>
          </a:p>
          <a:p>
            <a:pPr algn="ctr">
              <a:buFont typeface="Calibri" pitchFamily="34" charset="0"/>
              <a:buNone/>
            </a:pPr>
            <a:r>
              <a:rPr lang="fr-FR" sz="2667" dirty="0">
                <a:latin typeface="+mn-lt"/>
                <a:sym typeface="Wingdings" panose="05000000000000000000" pitchFamily="2" charset="2"/>
              </a:rPr>
              <a:t> </a:t>
            </a:r>
            <a:endParaRPr lang="fr-FR" sz="2667" dirty="0">
              <a:latin typeface="+mn-lt"/>
            </a:endParaRPr>
          </a:p>
        </p:txBody>
      </p:sp>
      <p:sp>
        <p:nvSpPr>
          <p:cNvPr id="11" name="Espace réservé du numéro de diapositive 10"/>
          <p:cNvSpPr txBox="1">
            <a:spLocks/>
          </p:cNvSpPr>
          <p:nvPr/>
        </p:nvSpPr>
        <p:spPr bwMode="gray">
          <a:xfrm>
            <a:off x="5711957" y="63780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33122C9-A0B9-462F-8757-0847AD287B63}" type="slidenum">
              <a:rPr lang="fr-FR" sz="1000"/>
              <a:pPr algn="ctr"/>
              <a:t>6</a:t>
            </a:fld>
            <a:endParaRPr lang="fr-FR" sz="1000"/>
          </a:p>
        </p:txBody>
      </p:sp>
      <p:sp>
        <p:nvSpPr>
          <p:cNvPr id="12" name="Espace réservé du pied de page 7"/>
          <p:cNvSpPr txBox="1">
            <a:spLocks/>
          </p:cNvSpPr>
          <p:nvPr/>
        </p:nvSpPr>
        <p:spPr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>
              <a:defRPr sz="750" b="1"/>
            </a:lvl1pPr>
          </a:lstStyle>
          <a:p>
            <a:r>
              <a:rPr lang="fr-FR" sz="1000"/>
              <a:t>Institut national de l’information géographique et forestière</a:t>
            </a:r>
          </a:p>
        </p:txBody>
      </p:sp>
      <p:sp>
        <p:nvSpPr>
          <p:cNvPr id="13" name="Titre 9"/>
          <p:cNvSpPr>
            <a:spLocks noGrp="1"/>
          </p:cNvSpPr>
          <p:nvPr>
            <p:ph type="title"/>
          </p:nvPr>
        </p:nvSpPr>
        <p:spPr>
          <a:xfrm>
            <a:off x="2351584" y="293825"/>
            <a:ext cx="8631739" cy="960000"/>
          </a:xfrm>
        </p:spPr>
        <p:txBody>
          <a:bodyPr/>
          <a:lstStyle/>
          <a:p>
            <a:pPr algn="ctr"/>
            <a:r>
              <a:rPr lang="fr-FR" sz="2667" dirty="0"/>
              <a:t>Tranche 1 &amp; 2 du projet NaviForest</a:t>
            </a:r>
            <a:br>
              <a:rPr lang="fr-FR" sz="2667" dirty="0"/>
            </a:br>
            <a:r>
              <a:rPr lang="fr-FR" sz="2667" dirty="0"/>
              <a:t> </a:t>
            </a:r>
            <a:r>
              <a:rPr lang="fr-FR" sz="2133" b="0" dirty="0"/>
              <a:t>(2018 - 2020)</a:t>
            </a:r>
            <a:r>
              <a:rPr lang="fr-FR" sz="2667" b="0" dirty="0"/>
              <a:t> </a:t>
            </a:r>
            <a:r>
              <a:rPr lang="fr-FR" sz="2133" b="0" dirty="0"/>
              <a:t>(2022 - 2023)</a:t>
            </a:r>
            <a:br>
              <a:rPr lang="fr-FR" sz="2667" dirty="0"/>
            </a:br>
            <a:endParaRPr lang="fr-FR" dirty="0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4C0EC5AE-40D3-4793-865D-5374CD4EBBF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879" y="6029887"/>
            <a:ext cx="2592288" cy="748715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44D98669-439B-45CC-9B52-558503AC9A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9281" y="5786486"/>
            <a:ext cx="1099883" cy="106029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3EA702AC-59A7-46E1-8BDE-AA6447CCCE0B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48190" y="6051034"/>
            <a:ext cx="2208245" cy="706421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5EA26449-6DD0-4CF2-ABEE-8A7221E250F4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3162" y="5905257"/>
            <a:ext cx="1632181" cy="993023"/>
          </a:xfrm>
          <a:prstGeom prst="rect">
            <a:avLst/>
          </a:prstGeom>
        </p:spPr>
      </p:pic>
      <p:pic>
        <p:nvPicPr>
          <p:cNvPr id="19" name="Picture 9">
            <a:extLst>
              <a:ext uri="{FF2B5EF4-FFF2-40B4-BE49-F238E27FC236}">
                <a16:creationId xmlns:a16="http://schemas.microsoft.com/office/drawing/2014/main" id="{2CE65B09-D245-430F-A68E-71A3C3FF27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538692E4-9045-4248-A69C-8729D9874EE2}"/>
              </a:ext>
            </a:extLst>
          </p:cNvPr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2615" y="2530946"/>
            <a:ext cx="1103552" cy="1071945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CC0E1263-CB68-4FE4-9B64-DF6A11EC4B19}"/>
              </a:ext>
            </a:extLst>
          </p:cNvPr>
          <p:cNvSpPr txBox="1"/>
          <p:nvPr/>
        </p:nvSpPr>
        <p:spPr>
          <a:xfrm>
            <a:off x="9362588" y="3602891"/>
            <a:ext cx="2543605" cy="318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fr-FR" sz="1467" i="1">
                <a:solidFill>
                  <a:srgbClr val="7030A0"/>
                </a:solidFill>
              </a:rPr>
              <a:t>naviforest.ign.fr</a:t>
            </a:r>
            <a:endParaRPr lang="fr-FR" sz="1200" b="1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D756BAD-3176-42D3-9650-3315D1E5F44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fr-FR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6DF8AE5-9F33-4A0B-8F75-4AB05DA36D0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20" name="Espace réservé du numéro de diapositive 16">
            <a:extLst>
              <a:ext uri="{FF2B5EF4-FFF2-40B4-BE49-F238E27FC236}">
                <a16:creationId xmlns:a16="http://schemas.microsoft.com/office/drawing/2014/main" id="{3B298269-A8CD-4BB3-9045-B3AAABD1FABF}"/>
              </a:ext>
            </a:extLst>
          </p:cNvPr>
          <p:cNvSpPr txBox="1">
            <a:spLocks/>
          </p:cNvSpPr>
          <p:nvPr/>
        </p:nvSpPr>
        <p:spPr bwMode="gray">
          <a:xfrm>
            <a:off x="8504400" y="65304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mtClean="0"/>
              <a:pPr algn="r"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88698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64A21B9-D2B4-49C3-B39A-984967DE242D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479999" y="5061181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Bouleversements de la Loi Incendie</a:t>
            </a:r>
            <a:br>
              <a:rPr lang="fr-FR" i="1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E202880A-E9CF-4E9D-8B29-5DB98A7B5984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7E2007A2-99E4-4F9F-A223-1CF2C8BA8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r>
              <a:rPr lang="fr-FR" cap="all"/>
              <a:t>17/11/2025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C28CB49-4516-4C3D-974F-D42AC1FF8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3122C9-A0B9-462F-8757-0847AD287B63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6140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FBFDBB4-34FB-4CEE-AA04-C9366B83A511}" type="slidenum">
              <a:rPr>
                <a:solidFill>
                  <a:prstClr val="white"/>
                </a:solidFill>
              </a:rPr>
              <a:pPr>
                <a:defRPr/>
              </a:pPr>
              <a:t>8</a:t>
            </a:fld>
            <a:endParaRPr>
              <a:solidFill>
                <a:prstClr val="white"/>
              </a:solidFill>
            </a:endParaRPr>
          </a:p>
        </p:txBody>
      </p:sp>
      <p:sp>
        <p:nvSpPr>
          <p:cNvPr id="10" name="Titre 1"/>
          <p:cNvSpPr>
            <a:spLocks noGrp="1"/>
          </p:cNvSpPr>
          <p:nvPr>
            <p:ph type="title"/>
          </p:nvPr>
        </p:nvSpPr>
        <p:spPr>
          <a:xfrm>
            <a:off x="2351584" y="356659"/>
            <a:ext cx="9840417" cy="363539"/>
          </a:xfrm>
        </p:spPr>
        <p:txBody>
          <a:bodyPr/>
          <a:lstStyle/>
          <a:p>
            <a:pPr algn="ctr">
              <a:defRPr/>
            </a:pPr>
            <a:r>
              <a:rPr lang="fr-FR" dirty="0"/>
              <a:t>Loi incendie de juillet 2023 </a:t>
            </a:r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en-US" dirty="0"/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DE3E118C-9C5F-40D1-8553-53CD39555ABD}"/>
              </a:ext>
            </a:extLst>
          </p:cNvPr>
          <p:cNvSpPr txBox="1">
            <a:spLocks/>
          </p:cNvSpPr>
          <p:nvPr/>
        </p:nvSpPr>
        <p:spPr>
          <a:xfrm>
            <a:off x="475596" y="900079"/>
            <a:ext cx="11232000" cy="524281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Font typeface="Arial" pitchFamily="34" charset="0"/>
              <a:buNone/>
              <a:defRPr sz="105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52000" indent="-720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Arial" pitchFamily="34" charset="0"/>
              <a:buChar char="•"/>
              <a:defRPr sz="9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3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8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612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28000" indent="-72000" algn="l" defTabSz="914400" rtl="0" eaLnBrk="1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SzPct val="100000"/>
              <a:buFont typeface="Arial" pitchFamily="34" charset="0"/>
              <a:buChar char="•"/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lvl="1" indent="-342891" algn="just">
              <a:buClr>
                <a:srgbClr val="554538"/>
              </a:buClr>
              <a:buFont typeface="Webdings" panose="05030102010509060703" pitchFamily="18" charset="2"/>
              <a:buChar char="a"/>
            </a:pPr>
            <a:endParaRPr lang="fr-FR" sz="800" dirty="0">
              <a:solidFill>
                <a:srgbClr val="554538"/>
              </a:solidFill>
            </a:endParaRPr>
          </a:p>
          <a:p>
            <a:pPr marL="380990" lvl="2" indent="-380990" algn="just" fontAlgn="base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</a:pPr>
            <a:r>
              <a:rPr lang="fr-FR" sz="1867" dirty="0"/>
              <a:t>Loi vise à renforcer la prévention et la lutte contre l’intensification et l’extension du risque incendie</a:t>
            </a:r>
          </a:p>
          <a:p>
            <a:pPr lvl="2" algn="just"/>
            <a:r>
              <a:rPr lang="fr-FR" sz="1400" i="1" dirty="0"/>
              <a:t>Art. L. 153-9. – […] II. – Chaque département établit et met à jour, au moins tous les cinq ans, une carte des </a:t>
            </a:r>
            <a:r>
              <a:rPr lang="fr-FR" sz="1400" i="1" dirty="0">
                <a:solidFill>
                  <a:srgbClr val="00B050"/>
                </a:solidFill>
              </a:rPr>
              <a:t>voies d’accès aux ressources forestières, </a:t>
            </a:r>
            <a:r>
              <a:rPr lang="fr-FR" sz="1400" i="1" dirty="0">
                <a:solidFill>
                  <a:schemeClr val="bg2"/>
                </a:solidFill>
              </a:rPr>
              <a:t>des voies de défense des bois et forêts contre l’incendie et des points d’eau</a:t>
            </a:r>
            <a:r>
              <a:rPr lang="fr-FR" sz="1400" i="1" dirty="0"/>
              <a:t>. Cette carte est mise à disposition gratuitement et librement sous une forme dématérialisée, sur un portail national commun au plus tard le 1</a:t>
            </a:r>
            <a:r>
              <a:rPr lang="fr-FR" sz="1400" i="1" baseline="30000" dirty="0"/>
              <a:t>er</a:t>
            </a:r>
            <a:r>
              <a:rPr lang="fr-FR" sz="1400" i="1" dirty="0"/>
              <a:t> janvier 2026</a:t>
            </a:r>
          </a:p>
          <a:p>
            <a:pPr lvl="2" algn="just"/>
            <a:endParaRPr lang="fr-FR" sz="1400" i="1" dirty="0"/>
          </a:p>
          <a:p>
            <a:pPr lvl="2" algn="just"/>
            <a:endParaRPr lang="fr-FR" sz="533" i="1" dirty="0"/>
          </a:p>
          <a:p>
            <a:pPr marL="380990" lvl="2" indent="-380990" algn="just" fontAlgn="base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</a:pPr>
            <a:r>
              <a:rPr lang="fr-FR" sz="1867" dirty="0"/>
              <a:t>Décret d’application du 29/03/2024  </a:t>
            </a:r>
          </a:p>
          <a:p>
            <a:pPr lvl="2" algn="just"/>
            <a:r>
              <a:rPr lang="fr-FR" sz="1400" i="1" dirty="0"/>
              <a:t>Article 4 : […] « Art. D. 153-26.-La carte prévue par le II de l'article L. 153-9, établie par chaque département, affiche les informations relatives en particulier à la localisation et aux caractéristiques des dessertes forestières, des points d'eau et des pistes utilisables à des fins de défense contre l'incendie.</a:t>
            </a:r>
          </a:p>
          <a:p>
            <a:pPr lvl="2" algn="just"/>
            <a:r>
              <a:rPr lang="fr-FR" sz="1400" i="1" dirty="0"/>
              <a:t>« Un arrêté du ministre chargé de l'agriculture définit des </a:t>
            </a:r>
            <a:r>
              <a:rPr lang="fr-FR" sz="1400" b="1" i="1" dirty="0"/>
              <a:t>normes cartographiques </a:t>
            </a:r>
            <a:r>
              <a:rPr lang="fr-FR" sz="1400" i="1" dirty="0"/>
              <a:t>en vue d'assurer </a:t>
            </a:r>
            <a:r>
              <a:rPr lang="fr-FR" sz="1400" b="1" i="1" dirty="0"/>
              <a:t>l'harmonisation nationale des cartes départementales</a:t>
            </a:r>
            <a:r>
              <a:rPr lang="fr-FR" sz="1400" i="1" dirty="0"/>
              <a:t>. »</a:t>
            </a:r>
          </a:p>
          <a:p>
            <a:pPr lvl="2" algn="just"/>
            <a:endParaRPr lang="fr-FR" sz="1400" i="1" dirty="0">
              <a:solidFill>
                <a:srgbClr val="00B050"/>
              </a:solidFill>
            </a:endParaRPr>
          </a:p>
          <a:p>
            <a:pPr lvl="2" algn="just"/>
            <a:endParaRPr lang="fr-FR" sz="533" i="1" dirty="0"/>
          </a:p>
          <a:p>
            <a:pPr marL="380990" lvl="2" indent="-380990" algn="just" fontAlgn="base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</a:pPr>
            <a:r>
              <a:rPr lang="fr-FR" sz="1800" dirty="0"/>
              <a:t> </a:t>
            </a:r>
            <a:r>
              <a:rPr lang="fr-FR" sz="1867" dirty="0"/>
              <a:t>Arrêté ministériel (à paraître)</a:t>
            </a:r>
          </a:p>
          <a:p>
            <a:pPr lvl="2" algn="just"/>
            <a:r>
              <a:rPr lang="fr-FR" sz="1400" i="1" dirty="0"/>
              <a:t>A rédiger par le ministère, en lien avec la stratégie nationale de défense des forêts et des surfaces non boisées contre les incendie en cours de rédaction, imposera l’utilisation du standard</a:t>
            </a:r>
          </a:p>
          <a:p>
            <a:pPr lvl="1" algn="just"/>
            <a:endParaRPr lang="fr-FR" sz="1400" dirty="0"/>
          </a:p>
        </p:txBody>
      </p:sp>
      <p:pic>
        <p:nvPicPr>
          <p:cNvPr id="13" name="Picture 9">
            <a:extLst>
              <a:ext uri="{FF2B5EF4-FFF2-40B4-BE49-F238E27FC236}">
                <a16:creationId xmlns:a16="http://schemas.microsoft.com/office/drawing/2014/main" id="{5B9BE025-A333-43E0-9514-B4DD91A1EE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6395C471-5283-4043-A28E-B4E06034D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1657" y="60478"/>
            <a:ext cx="955900" cy="955900"/>
          </a:xfrm>
          <a:prstGeom prst="rect">
            <a:avLst/>
          </a:prstGeom>
        </p:spPr>
      </p:pic>
      <p:sp>
        <p:nvSpPr>
          <p:cNvPr id="12" name="Espace réservé du pied de page 10">
            <a:extLst>
              <a:ext uri="{FF2B5EF4-FFF2-40B4-BE49-F238E27FC236}">
                <a16:creationId xmlns:a16="http://schemas.microsoft.com/office/drawing/2014/main" id="{61181570-E7D1-419D-9BA7-15C012253E47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15D7ED40-6BCB-4A05-ACC0-1AB655C883F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>
              <a:defRPr/>
            </a:pPr>
            <a:r>
              <a:rPr lang="fr-FR" dirty="0">
                <a:solidFill>
                  <a:srgbClr val="231F20">
                    <a:lumMod val="75000"/>
                    <a:lumOff val="25000"/>
                  </a:srgbClr>
                </a:solidFill>
              </a:rPr>
              <a:t>17/11/2025</a:t>
            </a:r>
          </a:p>
        </p:txBody>
      </p:sp>
      <p:sp>
        <p:nvSpPr>
          <p:cNvPr id="7" name="Espace réservé du pied de page 6">
            <a:extLst>
              <a:ext uri="{FF2B5EF4-FFF2-40B4-BE49-F238E27FC236}">
                <a16:creationId xmlns:a16="http://schemas.microsoft.com/office/drawing/2014/main" id="{A2D25D76-7602-46F9-A5AF-A9289DB8D46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endParaRPr lang="fr-FR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  <p:sp>
        <p:nvSpPr>
          <p:cNvPr id="15" name="Espace réservé du numéro de diapositive 16">
            <a:extLst>
              <a:ext uri="{FF2B5EF4-FFF2-40B4-BE49-F238E27FC236}">
                <a16:creationId xmlns:a16="http://schemas.microsoft.com/office/drawing/2014/main" id="{8BE73D5B-47CA-4C96-AB4A-0D48211CAA75}"/>
              </a:ext>
            </a:extLst>
          </p:cNvPr>
          <p:cNvSpPr txBox="1">
            <a:spLocks/>
          </p:cNvSpPr>
          <p:nvPr/>
        </p:nvSpPr>
        <p:spPr bwMode="gray">
          <a:xfrm>
            <a:off x="8504400" y="6530400"/>
            <a:ext cx="180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mtClean="0"/>
              <a:pPr algn="r"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93352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 12">
            <a:extLst>
              <a:ext uri="{FF2B5EF4-FFF2-40B4-BE49-F238E27FC236}">
                <a16:creationId xmlns:a16="http://schemas.microsoft.com/office/drawing/2014/main" id="{BE54882D-85A0-450F-9301-E56477D5C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112" y="2356391"/>
            <a:ext cx="612923" cy="793591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05831891-0FD2-4487-AC59-0910FA9FC6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9383828" flipH="1">
            <a:off x="5671243" y="2970084"/>
            <a:ext cx="1155317" cy="791787"/>
          </a:xfrm>
          <a:prstGeom prst="rect">
            <a:avLst/>
          </a:prstGeom>
        </p:spPr>
      </p:pic>
      <p:sp>
        <p:nvSpPr>
          <p:cNvPr id="28" name="Forme libre 27"/>
          <p:cNvSpPr/>
          <p:nvPr/>
        </p:nvSpPr>
        <p:spPr>
          <a:xfrm rot="4910162">
            <a:off x="9466783" y="958677"/>
            <a:ext cx="2496277" cy="2881875"/>
          </a:xfrm>
          <a:custGeom>
            <a:avLst/>
            <a:gdLst>
              <a:gd name="connsiteX0" fmla="*/ 5750 w 780450"/>
              <a:gd name="connsiteY0" fmla="*/ 82550 h 683589"/>
              <a:gd name="connsiteX1" fmla="*/ 5750 w 780450"/>
              <a:gd name="connsiteY1" fmla="*/ 82550 h 683589"/>
              <a:gd name="connsiteX2" fmla="*/ 31150 w 780450"/>
              <a:gd name="connsiteY2" fmla="*/ 254000 h 683589"/>
              <a:gd name="connsiteX3" fmla="*/ 43850 w 780450"/>
              <a:gd name="connsiteY3" fmla="*/ 292100 h 683589"/>
              <a:gd name="connsiteX4" fmla="*/ 50200 w 780450"/>
              <a:gd name="connsiteY4" fmla="*/ 381000 h 683589"/>
              <a:gd name="connsiteX5" fmla="*/ 62900 w 780450"/>
              <a:gd name="connsiteY5" fmla="*/ 406400 h 683589"/>
              <a:gd name="connsiteX6" fmla="*/ 75600 w 780450"/>
              <a:gd name="connsiteY6" fmla="*/ 425450 h 683589"/>
              <a:gd name="connsiteX7" fmla="*/ 75600 w 780450"/>
              <a:gd name="connsiteY7" fmla="*/ 520700 h 683589"/>
              <a:gd name="connsiteX8" fmla="*/ 183550 w 780450"/>
              <a:gd name="connsiteY8" fmla="*/ 552450 h 683589"/>
              <a:gd name="connsiteX9" fmla="*/ 234350 w 780450"/>
              <a:gd name="connsiteY9" fmla="*/ 584200 h 683589"/>
              <a:gd name="connsiteX10" fmla="*/ 285150 w 780450"/>
              <a:gd name="connsiteY10" fmla="*/ 628650 h 683589"/>
              <a:gd name="connsiteX11" fmla="*/ 329600 w 780450"/>
              <a:gd name="connsiteY11" fmla="*/ 635000 h 683589"/>
              <a:gd name="connsiteX12" fmla="*/ 386750 w 780450"/>
              <a:gd name="connsiteY12" fmla="*/ 654050 h 683589"/>
              <a:gd name="connsiteX13" fmla="*/ 456600 w 780450"/>
              <a:gd name="connsiteY13" fmla="*/ 673100 h 683589"/>
              <a:gd name="connsiteX14" fmla="*/ 577250 w 780450"/>
              <a:gd name="connsiteY14" fmla="*/ 673100 h 683589"/>
              <a:gd name="connsiteX15" fmla="*/ 628050 w 780450"/>
              <a:gd name="connsiteY15" fmla="*/ 660400 h 683589"/>
              <a:gd name="connsiteX16" fmla="*/ 666150 w 780450"/>
              <a:gd name="connsiteY16" fmla="*/ 628650 h 683589"/>
              <a:gd name="connsiteX17" fmla="*/ 678850 w 780450"/>
              <a:gd name="connsiteY17" fmla="*/ 603250 h 683589"/>
              <a:gd name="connsiteX18" fmla="*/ 685200 w 780450"/>
              <a:gd name="connsiteY18" fmla="*/ 584200 h 683589"/>
              <a:gd name="connsiteX19" fmla="*/ 723300 w 780450"/>
              <a:gd name="connsiteY19" fmla="*/ 546100 h 683589"/>
              <a:gd name="connsiteX20" fmla="*/ 736000 w 780450"/>
              <a:gd name="connsiteY20" fmla="*/ 514350 h 683589"/>
              <a:gd name="connsiteX21" fmla="*/ 761400 w 780450"/>
              <a:gd name="connsiteY21" fmla="*/ 463550 h 683589"/>
              <a:gd name="connsiteX22" fmla="*/ 780450 w 780450"/>
              <a:gd name="connsiteY22" fmla="*/ 406400 h 683589"/>
              <a:gd name="connsiteX23" fmla="*/ 761400 w 780450"/>
              <a:gd name="connsiteY23" fmla="*/ 311150 h 683589"/>
              <a:gd name="connsiteX24" fmla="*/ 742350 w 780450"/>
              <a:gd name="connsiteY24" fmla="*/ 292100 h 683589"/>
              <a:gd name="connsiteX25" fmla="*/ 716950 w 780450"/>
              <a:gd name="connsiteY25" fmla="*/ 247650 h 683589"/>
              <a:gd name="connsiteX26" fmla="*/ 672500 w 780450"/>
              <a:gd name="connsiteY26" fmla="*/ 196850 h 683589"/>
              <a:gd name="connsiteX27" fmla="*/ 647100 w 780450"/>
              <a:gd name="connsiteY27" fmla="*/ 171450 h 683589"/>
              <a:gd name="connsiteX28" fmla="*/ 634400 w 780450"/>
              <a:gd name="connsiteY28" fmla="*/ 152400 h 683589"/>
              <a:gd name="connsiteX29" fmla="*/ 602650 w 780450"/>
              <a:gd name="connsiteY29" fmla="*/ 139700 h 683589"/>
              <a:gd name="connsiteX30" fmla="*/ 589950 w 780450"/>
              <a:gd name="connsiteY30" fmla="*/ 120650 h 683589"/>
              <a:gd name="connsiteX31" fmla="*/ 570900 w 780450"/>
              <a:gd name="connsiteY31" fmla="*/ 114300 h 683589"/>
              <a:gd name="connsiteX32" fmla="*/ 551850 w 780450"/>
              <a:gd name="connsiteY32" fmla="*/ 101600 h 683589"/>
              <a:gd name="connsiteX33" fmla="*/ 532800 w 780450"/>
              <a:gd name="connsiteY33" fmla="*/ 95250 h 683589"/>
              <a:gd name="connsiteX34" fmla="*/ 443900 w 780450"/>
              <a:gd name="connsiteY34" fmla="*/ 50800 h 683589"/>
              <a:gd name="connsiteX35" fmla="*/ 418500 w 780450"/>
              <a:gd name="connsiteY35" fmla="*/ 38100 h 683589"/>
              <a:gd name="connsiteX36" fmla="*/ 361350 w 780450"/>
              <a:gd name="connsiteY36" fmla="*/ 31750 h 683589"/>
              <a:gd name="connsiteX37" fmla="*/ 221650 w 780450"/>
              <a:gd name="connsiteY37" fmla="*/ 19050 h 683589"/>
              <a:gd name="connsiteX38" fmla="*/ 189900 w 780450"/>
              <a:gd name="connsiteY38" fmla="*/ 6350 h 683589"/>
              <a:gd name="connsiteX39" fmla="*/ 151800 w 780450"/>
              <a:gd name="connsiteY39" fmla="*/ 0 h 683589"/>
              <a:gd name="connsiteX40" fmla="*/ 88300 w 780450"/>
              <a:gd name="connsiteY40" fmla="*/ 6350 h 683589"/>
              <a:gd name="connsiteX41" fmla="*/ 50200 w 780450"/>
              <a:gd name="connsiteY41" fmla="*/ 19050 h 683589"/>
              <a:gd name="connsiteX42" fmla="*/ 31150 w 780450"/>
              <a:gd name="connsiteY42" fmla="*/ 38100 h 683589"/>
              <a:gd name="connsiteX43" fmla="*/ 24800 w 780450"/>
              <a:gd name="connsiteY43" fmla="*/ 57150 h 683589"/>
              <a:gd name="connsiteX44" fmla="*/ 12100 w 780450"/>
              <a:gd name="connsiteY44" fmla="*/ 82550 h 683589"/>
              <a:gd name="connsiteX45" fmla="*/ 5750 w 780450"/>
              <a:gd name="connsiteY45" fmla="*/ 82550 h 683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780450" h="683589">
                <a:moveTo>
                  <a:pt x="5750" y="82550"/>
                </a:moveTo>
                <a:lnTo>
                  <a:pt x="5750" y="82550"/>
                </a:lnTo>
                <a:cubicBezTo>
                  <a:pt x="46934" y="233557"/>
                  <a:pt x="4727" y="60233"/>
                  <a:pt x="31150" y="254000"/>
                </a:cubicBezTo>
                <a:cubicBezTo>
                  <a:pt x="32959" y="267264"/>
                  <a:pt x="43850" y="292100"/>
                  <a:pt x="43850" y="292100"/>
                </a:cubicBezTo>
                <a:cubicBezTo>
                  <a:pt x="45967" y="321733"/>
                  <a:pt x="45316" y="351695"/>
                  <a:pt x="50200" y="381000"/>
                </a:cubicBezTo>
                <a:cubicBezTo>
                  <a:pt x="51756" y="390337"/>
                  <a:pt x="58204" y="398181"/>
                  <a:pt x="62900" y="406400"/>
                </a:cubicBezTo>
                <a:cubicBezTo>
                  <a:pt x="66686" y="413026"/>
                  <a:pt x="74757" y="417865"/>
                  <a:pt x="75600" y="425450"/>
                </a:cubicBezTo>
                <a:cubicBezTo>
                  <a:pt x="79106" y="457006"/>
                  <a:pt x="75600" y="488950"/>
                  <a:pt x="75600" y="520700"/>
                </a:cubicBezTo>
                <a:lnTo>
                  <a:pt x="183550" y="552450"/>
                </a:lnTo>
                <a:cubicBezTo>
                  <a:pt x="200483" y="563033"/>
                  <a:pt x="218757" y="571726"/>
                  <a:pt x="234350" y="584200"/>
                </a:cubicBezTo>
                <a:cubicBezTo>
                  <a:pt x="260348" y="604999"/>
                  <a:pt x="231037" y="620920"/>
                  <a:pt x="285150" y="628650"/>
                </a:cubicBezTo>
                <a:lnTo>
                  <a:pt x="329600" y="635000"/>
                </a:lnTo>
                <a:cubicBezTo>
                  <a:pt x="393444" y="666922"/>
                  <a:pt x="312892" y="629431"/>
                  <a:pt x="386750" y="654050"/>
                </a:cubicBezTo>
                <a:cubicBezTo>
                  <a:pt x="459476" y="678292"/>
                  <a:pt x="349117" y="657745"/>
                  <a:pt x="456600" y="673100"/>
                </a:cubicBezTo>
                <a:cubicBezTo>
                  <a:pt x="504929" y="689210"/>
                  <a:pt x="483735" y="684789"/>
                  <a:pt x="577250" y="673100"/>
                </a:cubicBezTo>
                <a:cubicBezTo>
                  <a:pt x="594570" y="670935"/>
                  <a:pt x="628050" y="660400"/>
                  <a:pt x="628050" y="660400"/>
                </a:cubicBezTo>
                <a:cubicBezTo>
                  <a:pt x="643240" y="650273"/>
                  <a:pt x="655038" y="644207"/>
                  <a:pt x="666150" y="628650"/>
                </a:cubicBezTo>
                <a:cubicBezTo>
                  <a:pt x="671652" y="620947"/>
                  <a:pt x="675121" y="611951"/>
                  <a:pt x="678850" y="603250"/>
                </a:cubicBezTo>
                <a:cubicBezTo>
                  <a:pt x="681487" y="597098"/>
                  <a:pt x="681091" y="589484"/>
                  <a:pt x="685200" y="584200"/>
                </a:cubicBezTo>
                <a:cubicBezTo>
                  <a:pt x="696227" y="570023"/>
                  <a:pt x="723300" y="546100"/>
                  <a:pt x="723300" y="546100"/>
                </a:cubicBezTo>
                <a:cubicBezTo>
                  <a:pt x="727533" y="535517"/>
                  <a:pt x="730902" y="524545"/>
                  <a:pt x="736000" y="514350"/>
                </a:cubicBezTo>
                <a:cubicBezTo>
                  <a:pt x="755656" y="475038"/>
                  <a:pt x="744920" y="518483"/>
                  <a:pt x="761400" y="463550"/>
                </a:cubicBezTo>
                <a:cubicBezTo>
                  <a:pt x="779864" y="402002"/>
                  <a:pt x="753926" y="459447"/>
                  <a:pt x="780450" y="406400"/>
                </a:cubicBezTo>
                <a:cubicBezTo>
                  <a:pt x="775956" y="352472"/>
                  <a:pt x="787493" y="342461"/>
                  <a:pt x="761400" y="311150"/>
                </a:cubicBezTo>
                <a:cubicBezTo>
                  <a:pt x="755651" y="304251"/>
                  <a:pt x="748700" y="298450"/>
                  <a:pt x="742350" y="292100"/>
                </a:cubicBezTo>
                <a:cubicBezTo>
                  <a:pt x="731242" y="247668"/>
                  <a:pt x="744826" y="283490"/>
                  <a:pt x="716950" y="247650"/>
                </a:cubicBezTo>
                <a:cubicBezTo>
                  <a:pt x="644278" y="154214"/>
                  <a:pt x="725769" y="242510"/>
                  <a:pt x="672500" y="196850"/>
                </a:cubicBezTo>
                <a:cubicBezTo>
                  <a:pt x="663409" y="189058"/>
                  <a:pt x="654892" y="180541"/>
                  <a:pt x="647100" y="171450"/>
                </a:cubicBezTo>
                <a:cubicBezTo>
                  <a:pt x="642133" y="165656"/>
                  <a:pt x="640610" y="156836"/>
                  <a:pt x="634400" y="152400"/>
                </a:cubicBezTo>
                <a:cubicBezTo>
                  <a:pt x="625125" y="145775"/>
                  <a:pt x="613233" y="143933"/>
                  <a:pt x="602650" y="139700"/>
                </a:cubicBezTo>
                <a:cubicBezTo>
                  <a:pt x="598417" y="133350"/>
                  <a:pt x="595909" y="125418"/>
                  <a:pt x="589950" y="120650"/>
                </a:cubicBezTo>
                <a:cubicBezTo>
                  <a:pt x="584723" y="116469"/>
                  <a:pt x="576887" y="117293"/>
                  <a:pt x="570900" y="114300"/>
                </a:cubicBezTo>
                <a:cubicBezTo>
                  <a:pt x="564074" y="110887"/>
                  <a:pt x="558676" y="105013"/>
                  <a:pt x="551850" y="101600"/>
                </a:cubicBezTo>
                <a:cubicBezTo>
                  <a:pt x="545863" y="98607"/>
                  <a:pt x="538856" y="98100"/>
                  <a:pt x="532800" y="95250"/>
                </a:cubicBezTo>
                <a:cubicBezTo>
                  <a:pt x="502822" y="81143"/>
                  <a:pt x="473533" y="65617"/>
                  <a:pt x="443900" y="50800"/>
                </a:cubicBezTo>
                <a:cubicBezTo>
                  <a:pt x="435433" y="46567"/>
                  <a:pt x="427908" y="39145"/>
                  <a:pt x="418500" y="38100"/>
                </a:cubicBezTo>
                <a:lnTo>
                  <a:pt x="361350" y="31750"/>
                </a:lnTo>
                <a:cubicBezTo>
                  <a:pt x="296743" y="10214"/>
                  <a:pt x="393216" y="40496"/>
                  <a:pt x="221650" y="19050"/>
                </a:cubicBezTo>
                <a:cubicBezTo>
                  <a:pt x="210339" y="17636"/>
                  <a:pt x="200897" y="9349"/>
                  <a:pt x="189900" y="6350"/>
                </a:cubicBezTo>
                <a:cubicBezTo>
                  <a:pt x="177478" y="2962"/>
                  <a:pt x="164500" y="2117"/>
                  <a:pt x="151800" y="0"/>
                </a:cubicBezTo>
                <a:cubicBezTo>
                  <a:pt x="130633" y="2117"/>
                  <a:pt x="109208" y="2430"/>
                  <a:pt x="88300" y="6350"/>
                </a:cubicBezTo>
                <a:cubicBezTo>
                  <a:pt x="75142" y="8817"/>
                  <a:pt x="50200" y="19050"/>
                  <a:pt x="50200" y="19050"/>
                </a:cubicBezTo>
                <a:cubicBezTo>
                  <a:pt x="43850" y="25400"/>
                  <a:pt x="36131" y="30628"/>
                  <a:pt x="31150" y="38100"/>
                </a:cubicBezTo>
                <a:cubicBezTo>
                  <a:pt x="27437" y="43669"/>
                  <a:pt x="27437" y="50998"/>
                  <a:pt x="24800" y="57150"/>
                </a:cubicBezTo>
                <a:cubicBezTo>
                  <a:pt x="21071" y="65851"/>
                  <a:pt x="15829" y="73849"/>
                  <a:pt x="12100" y="82550"/>
                </a:cubicBezTo>
                <a:cubicBezTo>
                  <a:pt x="-11440" y="137477"/>
                  <a:pt x="6808" y="82550"/>
                  <a:pt x="5750" y="82550"/>
                </a:cubicBezTo>
                <a:close/>
              </a:path>
            </a:pathLst>
          </a:custGeom>
          <a:solidFill>
            <a:srgbClr val="00FF00">
              <a:alpha val="96863"/>
            </a:srgb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DDAD170-8CE0-4D33-9A49-A4C5BBA13C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0406" y="1791125"/>
            <a:ext cx="623103" cy="829087"/>
          </a:xfrm>
          <a:prstGeom prst="rect">
            <a:avLst/>
          </a:prstGeom>
        </p:spPr>
      </p:pic>
      <p:pic>
        <p:nvPicPr>
          <p:cNvPr id="2061" name="Picture 1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5559" y="3481233"/>
            <a:ext cx="667379" cy="6509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" name="Forme libre 39"/>
          <p:cNvSpPr/>
          <p:nvPr/>
        </p:nvSpPr>
        <p:spPr>
          <a:xfrm>
            <a:off x="6028267" y="1219200"/>
            <a:ext cx="2311400" cy="4956795"/>
          </a:xfrm>
          <a:custGeom>
            <a:avLst/>
            <a:gdLst>
              <a:gd name="connsiteX0" fmla="*/ 0 w 1733550"/>
              <a:gd name="connsiteY0" fmla="*/ 0 h 3717596"/>
              <a:gd name="connsiteX1" fmla="*/ 1238250 w 1733550"/>
              <a:gd name="connsiteY1" fmla="*/ 768350 h 3717596"/>
              <a:gd name="connsiteX2" fmla="*/ 1657350 w 1733550"/>
              <a:gd name="connsiteY2" fmla="*/ 2209800 h 3717596"/>
              <a:gd name="connsiteX3" fmla="*/ 1720850 w 1733550"/>
              <a:gd name="connsiteY3" fmla="*/ 3581400 h 3717596"/>
              <a:gd name="connsiteX4" fmla="*/ 1733550 w 1733550"/>
              <a:gd name="connsiteY4" fmla="*/ 3594100 h 3717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33550" h="3717596">
                <a:moveTo>
                  <a:pt x="0" y="0"/>
                </a:moveTo>
                <a:cubicBezTo>
                  <a:pt x="481012" y="200025"/>
                  <a:pt x="962025" y="400050"/>
                  <a:pt x="1238250" y="768350"/>
                </a:cubicBezTo>
                <a:cubicBezTo>
                  <a:pt x="1514475" y="1136650"/>
                  <a:pt x="1576917" y="1740959"/>
                  <a:pt x="1657350" y="2209800"/>
                </a:cubicBezTo>
                <a:cubicBezTo>
                  <a:pt x="1737783" y="2678641"/>
                  <a:pt x="1708150" y="3350683"/>
                  <a:pt x="1720850" y="3581400"/>
                </a:cubicBezTo>
                <a:cubicBezTo>
                  <a:pt x="1733550" y="3812117"/>
                  <a:pt x="1733550" y="3703108"/>
                  <a:pt x="1733550" y="3594100"/>
                </a:cubicBezTo>
              </a:path>
            </a:pathLst>
          </a:custGeom>
          <a:noFill/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14" name="Titre 6"/>
          <p:cNvSpPr>
            <a:spLocks noGrp="1"/>
          </p:cNvSpPr>
          <p:nvPr>
            <p:ph type="title"/>
          </p:nvPr>
        </p:nvSpPr>
        <p:spPr>
          <a:xfrm>
            <a:off x="2326651" y="315956"/>
            <a:ext cx="7282987" cy="362947"/>
          </a:xfrm>
        </p:spPr>
        <p:txBody>
          <a:bodyPr/>
          <a:lstStyle/>
          <a:p>
            <a:pPr algn="ctr"/>
            <a:r>
              <a:rPr lang="fr-FR" sz="2667" dirty="0"/>
              <a:t>Besoin conjoint en forêt</a:t>
            </a:r>
          </a:p>
        </p:txBody>
      </p:sp>
      <p:cxnSp>
        <p:nvCxnSpPr>
          <p:cNvPr id="11" name="Connecteur droit 10"/>
          <p:cNvCxnSpPr/>
          <p:nvPr/>
        </p:nvCxnSpPr>
        <p:spPr>
          <a:xfrm flipV="1">
            <a:off x="5266207" y="740704"/>
            <a:ext cx="5088565" cy="3840425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ZoneTexte 20"/>
          <p:cNvSpPr txBox="1"/>
          <p:nvPr/>
        </p:nvSpPr>
        <p:spPr>
          <a:xfrm>
            <a:off x="10950506" y="4375943"/>
            <a:ext cx="124552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67" b="1">
                <a:solidFill>
                  <a:srgbClr val="FF0000"/>
                </a:solidFill>
              </a:rPr>
              <a:t>N 134</a:t>
            </a:r>
          </a:p>
        </p:txBody>
      </p:sp>
      <p:sp>
        <p:nvSpPr>
          <p:cNvPr id="29" name="ZoneTexte 28"/>
          <p:cNvSpPr txBox="1"/>
          <p:nvPr/>
        </p:nvSpPr>
        <p:spPr>
          <a:xfrm>
            <a:off x="1" y="4375943"/>
            <a:ext cx="124552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67" b="1">
                <a:solidFill>
                  <a:srgbClr val="FF0000"/>
                </a:solidFill>
              </a:rPr>
              <a:t>N 134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10018453" y="452668"/>
            <a:ext cx="1245529" cy="379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867" b="1">
                <a:solidFill>
                  <a:srgbClr val="FF0000"/>
                </a:solidFill>
              </a:rPr>
              <a:t>D</a:t>
            </a:r>
            <a:r>
              <a:rPr lang="fr-FR" sz="1867" b="1"/>
              <a:t> </a:t>
            </a:r>
            <a:r>
              <a:rPr lang="fr-FR" sz="1867" b="1">
                <a:solidFill>
                  <a:srgbClr val="FF0000"/>
                </a:solidFill>
              </a:rPr>
              <a:t>12</a:t>
            </a:r>
          </a:p>
        </p:txBody>
      </p:sp>
      <p:sp>
        <p:nvSpPr>
          <p:cNvPr id="27" name="Forme libre 26"/>
          <p:cNvSpPr/>
          <p:nvPr/>
        </p:nvSpPr>
        <p:spPr>
          <a:xfrm>
            <a:off x="6975079" y="3140968"/>
            <a:ext cx="3776133" cy="422885"/>
          </a:xfrm>
          <a:custGeom>
            <a:avLst/>
            <a:gdLst>
              <a:gd name="connsiteX0" fmla="*/ 0 w 2832100"/>
              <a:gd name="connsiteY0" fmla="*/ 121499 h 317164"/>
              <a:gd name="connsiteX1" fmla="*/ 419100 w 2832100"/>
              <a:gd name="connsiteY1" fmla="*/ 216749 h 317164"/>
              <a:gd name="connsiteX2" fmla="*/ 1174750 w 2832100"/>
              <a:gd name="connsiteY2" fmla="*/ 849 h 317164"/>
              <a:gd name="connsiteX3" fmla="*/ 1752600 w 2832100"/>
              <a:gd name="connsiteY3" fmla="*/ 311999 h 317164"/>
              <a:gd name="connsiteX4" fmla="*/ 2571750 w 2832100"/>
              <a:gd name="connsiteY4" fmla="*/ 191349 h 317164"/>
              <a:gd name="connsiteX5" fmla="*/ 2832100 w 2832100"/>
              <a:gd name="connsiteY5" fmla="*/ 140549 h 3171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832100" h="317164">
                <a:moveTo>
                  <a:pt x="0" y="121499"/>
                </a:moveTo>
                <a:cubicBezTo>
                  <a:pt x="111654" y="179178"/>
                  <a:pt x="223308" y="236857"/>
                  <a:pt x="419100" y="216749"/>
                </a:cubicBezTo>
                <a:cubicBezTo>
                  <a:pt x="614892" y="196641"/>
                  <a:pt x="952500" y="-15026"/>
                  <a:pt x="1174750" y="849"/>
                </a:cubicBezTo>
                <a:cubicBezTo>
                  <a:pt x="1397000" y="16724"/>
                  <a:pt x="1519767" y="280249"/>
                  <a:pt x="1752600" y="311999"/>
                </a:cubicBezTo>
                <a:cubicBezTo>
                  <a:pt x="1985433" y="343749"/>
                  <a:pt x="2391833" y="219924"/>
                  <a:pt x="2571750" y="191349"/>
                </a:cubicBezTo>
                <a:cubicBezTo>
                  <a:pt x="2751667" y="162774"/>
                  <a:pt x="2791883" y="151661"/>
                  <a:pt x="2832100" y="140549"/>
                </a:cubicBezTo>
              </a:path>
            </a:pathLst>
          </a:cu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38" name="Espace réservé de la date 1"/>
          <p:cNvSpPr>
            <a:spLocks noGrp="1"/>
          </p:cNvSpPr>
          <p:nvPr>
            <p:ph type="dt" sz="half" idx="4294967295"/>
          </p:nvPr>
        </p:nvSpPr>
        <p:spPr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pPr algn="ctr"/>
            <a:r>
              <a:rPr lang="fr-FR" dirty="0"/>
              <a:t>17/11/2025</a:t>
            </a:r>
          </a:p>
        </p:txBody>
      </p:sp>
      <p:sp>
        <p:nvSpPr>
          <p:cNvPr id="39" name="Espace réservé du pied de page 7"/>
          <p:cNvSpPr txBox="1">
            <a:spLocks/>
          </p:cNvSpPr>
          <p:nvPr/>
        </p:nvSpPr>
        <p:spPr>
          <a:xfrm>
            <a:off x="480000" y="6378000"/>
            <a:ext cx="7872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>
              <a:defRPr sz="750" b="1"/>
            </a:lvl1pPr>
          </a:lstStyle>
          <a:p>
            <a:r>
              <a:rPr lang="fr-FR" sz="1000"/>
              <a:t>Institut national de l’information géographique et forestière</a:t>
            </a:r>
          </a:p>
        </p:txBody>
      </p:sp>
      <p:cxnSp>
        <p:nvCxnSpPr>
          <p:cNvPr id="41" name="Connecteur droit 40"/>
          <p:cNvCxnSpPr>
            <a:cxnSpLocks/>
          </p:cNvCxnSpPr>
          <p:nvPr/>
        </p:nvCxnSpPr>
        <p:spPr>
          <a:xfrm flipV="1">
            <a:off x="1139139" y="4605229"/>
            <a:ext cx="2451045" cy="1597151"/>
          </a:xfrm>
          <a:prstGeom prst="line">
            <a:avLst/>
          </a:prstGeom>
          <a:noFill/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735" y="4930560"/>
            <a:ext cx="1139496" cy="10561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74288">
            <a:off x="7892178" y="3257551"/>
            <a:ext cx="480053" cy="1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9479682">
            <a:off x="7779091" y="3097673"/>
            <a:ext cx="480053" cy="150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Forme libre 41"/>
          <p:cNvSpPr/>
          <p:nvPr/>
        </p:nvSpPr>
        <p:spPr>
          <a:xfrm>
            <a:off x="9141243" y="1422509"/>
            <a:ext cx="2488444" cy="2100891"/>
          </a:xfrm>
          <a:custGeom>
            <a:avLst/>
            <a:gdLst>
              <a:gd name="connsiteX0" fmla="*/ 78883 w 1386983"/>
              <a:gd name="connsiteY0" fmla="*/ 1295400 h 1295400"/>
              <a:gd name="connsiteX1" fmla="*/ 15383 w 1386983"/>
              <a:gd name="connsiteY1" fmla="*/ 673100 h 1295400"/>
              <a:gd name="connsiteX2" fmla="*/ 332883 w 1386983"/>
              <a:gd name="connsiteY2" fmla="*/ 876300 h 1295400"/>
              <a:gd name="connsiteX3" fmla="*/ 218583 w 1386983"/>
              <a:gd name="connsiteY3" fmla="*/ 463550 h 1295400"/>
              <a:gd name="connsiteX4" fmla="*/ 663083 w 1386983"/>
              <a:gd name="connsiteY4" fmla="*/ 730250 h 1295400"/>
              <a:gd name="connsiteX5" fmla="*/ 574183 w 1386983"/>
              <a:gd name="connsiteY5" fmla="*/ 323850 h 1295400"/>
              <a:gd name="connsiteX6" fmla="*/ 1005983 w 1386983"/>
              <a:gd name="connsiteY6" fmla="*/ 387350 h 1295400"/>
              <a:gd name="connsiteX7" fmla="*/ 1221883 w 1386983"/>
              <a:gd name="connsiteY7" fmla="*/ 177800 h 1295400"/>
              <a:gd name="connsiteX8" fmla="*/ 1386983 w 1386983"/>
              <a:gd name="connsiteY8" fmla="*/ 0 h 1295400"/>
              <a:gd name="connsiteX9" fmla="*/ 1386983 w 1386983"/>
              <a:gd name="connsiteY9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386983" h="1295400">
                <a:moveTo>
                  <a:pt x="78883" y="1295400"/>
                </a:moveTo>
                <a:cubicBezTo>
                  <a:pt x="25966" y="1019175"/>
                  <a:pt x="-26950" y="742950"/>
                  <a:pt x="15383" y="673100"/>
                </a:cubicBezTo>
                <a:cubicBezTo>
                  <a:pt x="57716" y="603250"/>
                  <a:pt x="299016" y="911225"/>
                  <a:pt x="332883" y="876300"/>
                </a:cubicBezTo>
                <a:cubicBezTo>
                  <a:pt x="366750" y="841375"/>
                  <a:pt x="163550" y="487892"/>
                  <a:pt x="218583" y="463550"/>
                </a:cubicBezTo>
                <a:cubicBezTo>
                  <a:pt x="273616" y="439208"/>
                  <a:pt x="603816" y="753533"/>
                  <a:pt x="663083" y="730250"/>
                </a:cubicBezTo>
                <a:cubicBezTo>
                  <a:pt x="722350" y="706967"/>
                  <a:pt x="517033" y="381000"/>
                  <a:pt x="574183" y="323850"/>
                </a:cubicBezTo>
                <a:cubicBezTo>
                  <a:pt x="631333" y="266700"/>
                  <a:pt x="898033" y="411692"/>
                  <a:pt x="1005983" y="387350"/>
                </a:cubicBezTo>
                <a:cubicBezTo>
                  <a:pt x="1113933" y="363008"/>
                  <a:pt x="1158383" y="242358"/>
                  <a:pt x="1221883" y="177800"/>
                </a:cubicBezTo>
                <a:cubicBezTo>
                  <a:pt x="1285383" y="113242"/>
                  <a:pt x="1386983" y="0"/>
                  <a:pt x="1386983" y="0"/>
                </a:cubicBezTo>
                <a:lnTo>
                  <a:pt x="1386983" y="0"/>
                </a:ln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4" name="Forme libre 43"/>
          <p:cNvSpPr/>
          <p:nvPr/>
        </p:nvSpPr>
        <p:spPr>
          <a:xfrm>
            <a:off x="9753600" y="2819401"/>
            <a:ext cx="1490133" cy="212801"/>
          </a:xfrm>
          <a:custGeom>
            <a:avLst/>
            <a:gdLst>
              <a:gd name="connsiteX0" fmla="*/ 0 w 1117600"/>
              <a:gd name="connsiteY0" fmla="*/ 0 h 159601"/>
              <a:gd name="connsiteX1" fmla="*/ 165100 w 1117600"/>
              <a:gd name="connsiteY1" fmla="*/ 152400 h 159601"/>
              <a:gd name="connsiteX2" fmla="*/ 685800 w 1117600"/>
              <a:gd name="connsiteY2" fmla="*/ 127000 h 159601"/>
              <a:gd name="connsiteX3" fmla="*/ 1117600 w 1117600"/>
              <a:gd name="connsiteY3" fmla="*/ 57150 h 15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7600" h="159601">
                <a:moveTo>
                  <a:pt x="0" y="0"/>
                </a:moveTo>
                <a:cubicBezTo>
                  <a:pt x="25400" y="65616"/>
                  <a:pt x="50800" y="131233"/>
                  <a:pt x="165100" y="152400"/>
                </a:cubicBezTo>
                <a:cubicBezTo>
                  <a:pt x="279400" y="173567"/>
                  <a:pt x="527050" y="142875"/>
                  <a:pt x="685800" y="127000"/>
                </a:cubicBezTo>
                <a:cubicBezTo>
                  <a:pt x="844550" y="111125"/>
                  <a:pt x="981075" y="84137"/>
                  <a:pt x="1117600" y="57150"/>
                </a:cubicBezTo>
              </a:path>
            </a:pathLst>
          </a:cu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cxnSp>
        <p:nvCxnSpPr>
          <p:cNvPr id="8" name="Connecteur droit 7"/>
          <p:cNvCxnSpPr/>
          <p:nvPr/>
        </p:nvCxnSpPr>
        <p:spPr>
          <a:xfrm>
            <a:off x="1093798" y="4581127"/>
            <a:ext cx="9985109" cy="0"/>
          </a:xfrm>
          <a:prstGeom prst="line">
            <a:avLst/>
          </a:prstGeom>
          <a:ln w="571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Espace réservé du numéro de diapositive 10"/>
          <p:cNvSpPr>
            <a:spLocks noGrp="1"/>
          </p:cNvSpPr>
          <p:nvPr>
            <p:ph type="sldNum" sz="quarter" idx="12"/>
          </p:nvPr>
        </p:nvSpPr>
        <p:spPr>
          <a:xfrm>
            <a:off x="7880943" y="6415314"/>
            <a:ext cx="1800000" cy="480000"/>
          </a:xfrm>
        </p:spPr>
        <p:txBody>
          <a:bodyPr vert="horz" lIns="0" tIns="0" rIns="0" bIns="0" rtlCol="0" anchor="ctr" anchorCtr="0">
            <a:noAutofit/>
          </a:bodyPr>
          <a:lstStyle/>
          <a:p>
            <a:pPr algn="r"/>
            <a:fld id="{733122C9-A0B9-462F-8757-0847AD287B63}" type="slidenum">
              <a:rPr lang="fr-FR"/>
              <a:pPr algn="r"/>
              <a:t>9</a:t>
            </a:fld>
            <a:endParaRPr lang="fr-FR" dirty="0"/>
          </a:p>
        </p:txBody>
      </p:sp>
      <p:sp>
        <p:nvSpPr>
          <p:cNvPr id="34" name="Rectangle 33"/>
          <p:cNvSpPr/>
          <p:nvPr/>
        </p:nvSpPr>
        <p:spPr>
          <a:xfrm>
            <a:off x="8154064" y="5925277"/>
            <a:ext cx="342203" cy="2880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45" name="Rectangle 44"/>
          <p:cNvSpPr/>
          <p:nvPr/>
        </p:nvSpPr>
        <p:spPr>
          <a:xfrm>
            <a:off x="2093172" y="2663003"/>
            <a:ext cx="1208136" cy="48697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1" name="Rectangle 50"/>
          <p:cNvSpPr/>
          <p:nvPr/>
        </p:nvSpPr>
        <p:spPr>
          <a:xfrm rot="20323109">
            <a:off x="11415296" y="742905"/>
            <a:ext cx="311824" cy="2828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sp>
        <p:nvSpPr>
          <p:cNvPr id="52" name="Rectangle 51"/>
          <p:cNvSpPr/>
          <p:nvPr/>
        </p:nvSpPr>
        <p:spPr>
          <a:xfrm>
            <a:off x="11462738" y="728744"/>
            <a:ext cx="281572" cy="31672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pic>
        <p:nvPicPr>
          <p:cNvPr id="2062" name="Picture 1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57953" y="859274"/>
            <a:ext cx="572712" cy="5165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8" name="Espace réservé du texte 7">
            <a:extLst>
              <a:ext uri="{FF2B5EF4-FFF2-40B4-BE49-F238E27FC236}">
                <a16:creationId xmlns:a16="http://schemas.microsoft.com/office/drawing/2014/main" id="{5606BA2C-A428-4647-A584-4C97775E2E63}"/>
              </a:ext>
            </a:extLst>
          </p:cNvPr>
          <p:cNvSpPr txBox="1">
            <a:spLocks/>
          </p:cNvSpPr>
          <p:nvPr/>
        </p:nvSpPr>
        <p:spPr>
          <a:xfrm>
            <a:off x="197692" y="1169292"/>
            <a:ext cx="4941691" cy="2012041"/>
          </a:xfrm>
          <a:prstGeom prst="rect">
            <a:avLst/>
          </a:prstGeom>
        </p:spPr>
        <p:txBody>
          <a:bodyPr/>
          <a:lstStyle>
            <a:lvl1pPr marL="0" indent="0" algn="l" defTabSz="685800" rtl="0" eaLnBrk="1" latinLnBrk="0" hangingPunct="1">
              <a:lnSpc>
                <a:spcPct val="87000"/>
              </a:lnSpc>
              <a:spcBef>
                <a:spcPts val="750"/>
              </a:spcBef>
              <a:spcAft>
                <a:spcPts val="1200"/>
              </a:spcAft>
              <a:buFont typeface="Calibri" panose="020F0502020204030204" pitchFamily="34" charset="0"/>
              <a:buChar char="​"/>
              <a:defRPr sz="2000" kern="1200" cap="none" baseline="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685800" rtl="0" eaLnBrk="1" latinLnBrk="0" hangingPunct="1">
              <a:lnSpc>
                <a:spcPct val="100000"/>
              </a:lnSpc>
              <a:spcBef>
                <a:spcPts val="400"/>
              </a:spcBef>
              <a:spcAft>
                <a:spcPts val="1400"/>
              </a:spcAft>
              <a:buFont typeface="Calibri" panose="020F0502020204030204" pitchFamily="34" charset="0"/>
              <a:buChar char="​"/>
              <a:defRPr lang="fr-FR" sz="1400" kern="1200" dirty="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360000" indent="-144000" algn="l" defTabSz="6858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1200"/>
              </a:spcAft>
              <a:buClr>
                <a:schemeClr val="accent6"/>
              </a:buClr>
              <a:buSzPct val="175000"/>
              <a:buFontTx/>
              <a:buBlip>
                <a:blip r:embed="rId9"/>
              </a:buBlip>
              <a:defRPr sz="1200" b="1" kern="120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288925" indent="-72000" algn="l" defTabSz="685800" rtl="0" eaLnBrk="1" latinLnBrk="0" hangingPunct="1">
              <a:lnSpc>
                <a:spcPct val="100000"/>
              </a:lnSpc>
              <a:spcBef>
                <a:spcPts val="500"/>
              </a:spcBef>
              <a:buClr>
                <a:srgbClr val="6D6F71"/>
              </a:buClr>
              <a:buSzPct val="110000"/>
              <a:buFont typeface="Arial" panose="020B0604020202020204" pitchFamily="34" charset="0"/>
              <a:buChar char="•"/>
              <a:defRPr sz="1100" b="1" i="0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88000" indent="0" algn="l" defTabSz="685800" rtl="0" eaLnBrk="1" latinLnBrk="0" hangingPunct="1">
              <a:lnSpc>
                <a:spcPct val="100000"/>
              </a:lnSpc>
              <a:spcBef>
                <a:spcPts val="0"/>
              </a:spcBef>
              <a:buFont typeface="Calibri" panose="020F0502020204030204" pitchFamily="34" charset="0"/>
              <a:buChar char="​"/>
              <a:defRPr sz="1100" i="0" kern="1200">
                <a:solidFill>
                  <a:srgbClr val="6D6F7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 algn="ctr" defTabSz="1219170">
              <a:spcBef>
                <a:spcPts val="0"/>
              </a:spcBef>
              <a:spcAft>
                <a:spcPts val="800"/>
              </a:spcAft>
              <a:buNone/>
            </a:pPr>
            <a:endParaRPr lang="fr-FR" sz="1867" b="0" dirty="0">
              <a:solidFill>
                <a:schemeClr val="tx1"/>
              </a:solidFill>
              <a:latin typeface="+mn-lt"/>
              <a:cs typeface="+mn-cs"/>
              <a:sym typeface="Wingdings" panose="05000000000000000000" pitchFamily="2" charset="2"/>
            </a:endParaRPr>
          </a:p>
          <a:p>
            <a:pPr marL="0" lvl="2" indent="0" algn="ctr" defTabSz="1219170"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 </a:t>
            </a: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</a:rPr>
              <a:t>Disposer de </a:t>
            </a:r>
            <a:r>
              <a:rPr lang="fr-FR" sz="1867" dirty="0">
                <a:solidFill>
                  <a:schemeClr val="tx1"/>
                </a:solidFill>
                <a:latin typeface="+mn-lt"/>
                <a:cs typeface="+mn-cs"/>
              </a:rPr>
              <a:t>toutes les informations utiles à la prévention et à la lutte contre les feux de forêt</a:t>
            </a:r>
          </a:p>
          <a:p>
            <a:pPr marL="380990" lvl="2" indent="-380990" algn="ctr" defTabSz="1219170">
              <a:spcBef>
                <a:spcPts val="0"/>
              </a:spcBef>
              <a:spcAft>
                <a:spcPts val="800"/>
              </a:spcAft>
              <a:buFont typeface="Wingdings" panose="05000000000000000000" pitchFamily="2" charset="2"/>
              <a:buChar char="à"/>
            </a:pPr>
            <a:endParaRPr lang="fr-FR" sz="1867" b="0" dirty="0">
              <a:solidFill>
                <a:schemeClr val="tx1"/>
              </a:solidFill>
              <a:latin typeface="+mn-lt"/>
              <a:cs typeface="+mn-cs"/>
            </a:endParaRPr>
          </a:p>
          <a:p>
            <a:pPr marL="0" lvl="2" indent="0" algn="ctr" defTabSz="1219170">
              <a:spcBef>
                <a:spcPts val="0"/>
              </a:spcBef>
              <a:spcAft>
                <a:spcPts val="800"/>
              </a:spcAft>
              <a:buNone/>
            </a:pP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 Loi Incendie englobe les </a:t>
            </a:r>
            <a:r>
              <a:rPr lang="fr-FR" sz="1867" b="0" dirty="0">
                <a:solidFill>
                  <a:srgbClr val="00B050"/>
                </a:solidFill>
                <a:latin typeface="+mn-lt"/>
                <a:cs typeface="+mn-cs"/>
                <a:sym typeface="Wingdings" panose="05000000000000000000" pitchFamily="2" charset="2"/>
              </a:rPr>
              <a:t>dessertes forestières</a:t>
            </a: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 et </a:t>
            </a:r>
            <a:r>
              <a:rPr lang="fr-FR" sz="1867" b="0" dirty="0">
                <a:solidFill>
                  <a:schemeClr val="bg2"/>
                </a:solidFill>
                <a:latin typeface="+mn-lt"/>
                <a:cs typeface="+mn-cs"/>
                <a:sym typeface="Wingdings" panose="05000000000000000000" pitchFamily="2" charset="2"/>
              </a:rPr>
              <a:t>les pistes DFCI </a:t>
            </a:r>
            <a:r>
              <a:rPr lang="fr-FR" sz="1867" b="0" dirty="0">
                <a:solidFill>
                  <a:schemeClr val="tx1"/>
                </a:solidFill>
                <a:latin typeface="+mn-lt"/>
                <a:cs typeface="+mn-cs"/>
                <a:sym typeface="Wingdings" panose="05000000000000000000" pitchFamily="2" charset="2"/>
              </a:rPr>
              <a:t>dans sa cartographie</a:t>
            </a:r>
          </a:p>
          <a:p>
            <a:pPr marL="0" lvl="2" indent="0" algn="ctr" defTabSz="1219170">
              <a:spcBef>
                <a:spcPts val="0"/>
              </a:spcBef>
              <a:spcAft>
                <a:spcPts val="800"/>
              </a:spcAft>
              <a:buNone/>
            </a:pPr>
            <a:endParaRPr lang="fr-FR" sz="1867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2" name="Espace réservé du pied de page 1">
            <a:extLst>
              <a:ext uri="{FF2B5EF4-FFF2-40B4-BE49-F238E27FC236}">
                <a16:creationId xmlns:a16="http://schemas.microsoft.com/office/drawing/2014/main" id="{382F1E16-0998-485D-AC87-9CD78CEAB52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480000" y="6378000"/>
            <a:ext cx="4056831" cy="480000"/>
          </a:xfrm>
        </p:spPr>
        <p:txBody>
          <a:bodyPr/>
          <a:lstStyle/>
          <a:p>
            <a:pPr>
              <a:defRPr/>
            </a:pPr>
            <a:endParaRPr lang="fr-FR" dirty="0">
              <a:solidFill>
                <a:srgbClr val="231F20">
                  <a:lumMod val="75000"/>
                  <a:lumOff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016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40" grpId="0" animBg="1"/>
      <p:bldP spid="21" grpId="0"/>
      <p:bldP spid="29" grpId="0"/>
      <p:bldP spid="32" grpId="0"/>
      <p:bldP spid="27" grpId="0" animBg="1"/>
      <p:bldP spid="42" grpId="0" animBg="1"/>
      <p:bldP spid="4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47595" y="347789"/>
            <a:ext cx="9575076" cy="425595"/>
          </a:xfrm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/>
            <a:r>
              <a:rPr lang="fr-FR" dirty="0"/>
              <a:t>Contexte du standard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30" y="-5020"/>
              <a:ext cx="8263" cy="826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80" y="-409907"/>
                <a:ext cx="826300" cy="826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81"/>
            <a:ext cx="11551699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algn="just" defTabSz="914377">
              <a:defRPr/>
            </a:pPr>
            <a:endParaRPr lang="fr-FR" sz="16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220092" y="1019656"/>
            <a:ext cx="11551699" cy="51198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867" b="0" dirty="0">
                <a:solidFill>
                  <a:srgbClr val="000000"/>
                </a:solidFill>
                <a:latin typeface="+mn-lt"/>
              </a:rPr>
              <a:t>Projet NaviForest a repris dans une Tanche 3 (2024-2026)</a:t>
            </a:r>
          </a:p>
          <a:p>
            <a:pPr lvl="1" algn="just" fontAlgn="base"/>
            <a:r>
              <a:rPr lang="fr-FR" sz="1867" b="0" dirty="0">
                <a:solidFill>
                  <a:srgbClr val="000000"/>
                </a:solidFill>
                <a:latin typeface="+mn-lt"/>
              </a:rPr>
              <a:t>Pilotage MASA &amp; MI</a:t>
            </a:r>
          </a:p>
          <a:p>
            <a:pPr lvl="1" algn="just" fontAlgn="base"/>
            <a:r>
              <a:rPr lang="fr-FR" sz="1867" b="0" dirty="0">
                <a:solidFill>
                  <a:srgbClr val="000000"/>
                </a:solidFill>
                <a:latin typeface="+mn-lt"/>
              </a:rPr>
              <a:t>Le MASA a validé le fait que la </a:t>
            </a:r>
            <a:r>
              <a:rPr lang="fr-FR" sz="1867" dirty="0">
                <a:solidFill>
                  <a:schemeClr val="tx1"/>
                </a:solidFill>
                <a:latin typeface="+mn-lt"/>
              </a:rPr>
              <a:t>BD TOPO </a:t>
            </a:r>
            <a:r>
              <a:rPr lang="fr-FR" sz="1867" b="0" dirty="0">
                <a:solidFill>
                  <a:srgbClr val="000000"/>
                </a:solidFill>
                <a:latin typeface="+mn-lt"/>
              </a:rPr>
              <a:t>sera la base nationale dans laquelle seront intégrées les informations Dessertes, Pistes DFCI et Points d’eau mentionnées par la loi</a:t>
            </a:r>
          </a:p>
          <a:p>
            <a:pPr marL="0" indent="0" algn="just" fontAlgn="base">
              <a:buNone/>
            </a:pPr>
            <a:endParaRPr lang="fr-FR" sz="1867" b="0" dirty="0">
              <a:solidFill>
                <a:srgbClr val="000000"/>
              </a:solidFill>
              <a:latin typeface="+mn-lt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867" b="0" dirty="0">
                <a:solidFill>
                  <a:srgbClr val="000000"/>
                </a:solidFill>
                <a:latin typeface="+mn-lt"/>
              </a:rPr>
              <a:t>Rappel : Standard v1 publié en 2019 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867" b="1" dirty="0">
                <a:latin typeface="+mn-lt"/>
              </a:rPr>
              <a:t>Assurer cohérence </a:t>
            </a:r>
            <a:r>
              <a:rPr lang="fr-FR" sz="1867" dirty="0">
                <a:latin typeface="+mn-lt"/>
              </a:rPr>
              <a:t>entre l’ensemble des données et acteurs</a:t>
            </a: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867" b="1" dirty="0">
                <a:latin typeface="+mn-lt"/>
              </a:rPr>
              <a:t>Uniformiser les productions </a:t>
            </a:r>
            <a:r>
              <a:rPr lang="fr-FR" sz="1867" dirty="0">
                <a:solidFill>
                  <a:srgbClr val="000000"/>
                </a:solidFill>
                <a:latin typeface="+mn-lt"/>
              </a:rPr>
              <a:t>régionales ou locales de données</a:t>
            </a:r>
            <a:endParaRPr lang="fr-FR" sz="1867" dirty="0">
              <a:solidFill>
                <a:srgbClr val="000000"/>
              </a:solidFill>
              <a:latin typeface="+mn-lt"/>
              <a:cs typeface="Arial"/>
            </a:endParaRPr>
          </a:p>
          <a:p>
            <a:pPr marL="1042962" lvl="2" indent="-285744"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fr-FR" sz="1867" dirty="0">
                <a:latin typeface="+mn-lt"/>
                <a:cs typeface="Arial"/>
              </a:rPr>
              <a:t>Faciliter leur </a:t>
            </a:r>
            <a:r>
              <a:rPr lang="fr-FR" sz="1867" b="1" dirty="0">
                <a:latin typeface="+mn-lt"/>
                <a:cs typeface="Arial"/>
              </a:rPr>
              <a:t>intégration dans une base nationale unique</a:t>
            </a:r>
          </a:p>
          <a:p>
            <a:pPr marL="757218" lvl="2" indent="0">
              <a:spcBef>
                <a:spcPts val="300"/>
              </a:spcBef>
              <a:buNone/>
            </a:pPr>
            <a:endParaRPr lang="fr-FR" sz="1867" dirty="0">
              <a:solidFill>
                <a:srgbClr val="000000"/>
              </a:solidFill>
              <a:latin typeface="+mn-lt"/>
              <a:cs typeface="Arial"/>
            </a:endParaRPr>
          </a:p>
          <a:p>
            <a:pPr algn="just" fontAlgn="base">
              <a:buFont typeface="Arial" panose="020B0604020202020204" pitchFamily="34" charset="0"/>
              <a:buChar char="•"/>
            </a:pPr>
            <a:r>
              <a:rPr lang="fr-FR" sz="1867" b="0" dirty="0">
                <a:solidFill>
                  <a:srgbClr val="000000"/>
                </a:solidFill>
                <a:latin typeface="+mn-lt"/>
              </a:rPr>
              <a:t>Suite à la loi Incendie, </a:t>
            </a:r>
            <a:r>
              <a:rPr lang="fr-FR" sz="1867" dirty="0">
                <a:solidFill>
                  <a:srgbClr val="C00000"/>
                </a:solidFill>
                <a:latin typeface="+mn-lt"/>
              </a:rPr>
              <a:t>besoin de mettre à jour et élargir le standard CNIG </a:t>
            </a:r>
            <a:r>
              <a:rPr lang="fr-FR" sz="1867" b="0" dirty="0">
                <a:solidFill>
                  <a:srgbClr val="000000"/>
                </a:solidFill>
                <a:latin typeface="+mn-lt"/>
              </a:rPr>
              <a:t>pour :</a:t>
            </a:r>
            <a:r>
              <a:rPr lang="en-US" sz="1867" b="0" dirty="0">
                <a:solidFill>
                  <a:srgbClr val="000000"/>
                </a:solidFill>
                <a:latin typeface="+mn-lt"/>
              </a:rPr>
              <a:t>​</a:t>
            </a:r>
          </a:p>
          <a:p>
            <a:pPr marL="620984" lvl="3" indent="-380990" algn="just" fontAlgn="base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accent6"/>
              </a:buClr>
            </a:pPr>
            <a:r>
              <a:rPr lang="fr-FR" sz="1867" dirty="0">
                <a:solidFill>
                  <a:srgbClr val="000000"/>
                </a:solidFill>
                <a:cs typeface="Arial" panose="020B0604020202020204" pitchFamily="34" charset="0"/>
              </a:rPr>
              <a:t>Intégrer </a:t>
            </a:r>
            <a:r>
              <a:rPr lang="fr-FR" sz="1867" dirty="0"/>
              <a:t>les </a:t>
            </a:r>
            <a:r>
              <a:rPr lang="fr-FR" sz="1867" b="1" dirty="0"/>
              <a:t>thématiques « Pistes DFCI » et « Points d’eau »</a:t>
            </a:r>
          </a:p>
          <a:p>
            <a:pPr marL="620984" lvl="3" indent="-380990" algn="just" fontAlgn="base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</a:pPr>
            <a:r>
              <a:rPr lang="fr-FR" sz="1867" dirty="0"/>
              <a:t>Rendre le modèle de données compatible avec celui de la </a:t>
            </a:r>
            <a:r>
              <a:rPr lang="fr-FR" sz="1867" b="1" dirty="0"/>
              <a:t>BD TOPO</a:t>
            </a:r>
          </a:p>
          <a:p>
            <a:pPr marL="620984" lvl="3" indent="-380990" algn="just" fontAlgn="base">
              <a:spcBef>
                <a:spcPts val="0"/>
              </a:spcBef>
              <a:spcAft>
                <a:spcPts val="800"/>
              </a:spcAft>
              <a:buClr>
                <a:schemeClr val="accent6"/>
              </a:buClr>
            </a:pPr>
            <a:r>
              <a:rPr lang="fr-FR" sz="1867" dirty="0"/>
              <a:t>Prendre en compte le </a:t>
            </a:r>
            <a:r>
              <a:rPr lang="fr-FR" sz="1867" b="1" dirty="0"/>
              <a:t>retour d'expérience </a:t>
            </a:r>
            <a:r>
              <a:rPr lang="fr-FR" sz="1867" dirty="0"/>
              <a:t>de la v1</a:t>
            </a:r>
          </a:p>
          <a:p>
            <a:pPr marL="609585" lvl="1" indent="0" algn="just" fontAlgn="base">
              <a:buNone/>
            </a:pPr>
            <a:endParaRPr lang="fr-FR" sz="1867" b="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640FD984-C4DE-495B-85D2-3524524D6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FE8A9B7-089C-4D0E-A1AC-57715FBBF38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653" y="2742101"/>
            <a:ext cx="1373799" cy="1373799"/>
          </a:xfrm>
          <a:prstGeom prst="rect">
            <a:avLst/>
          </a:prstGeom>
          <a:ln>
            <a:noFill/>
          </a:ln>
        </p:spPr>
      </p:pic>
      <p:sp>
        <p:nvSpPr>
          <p:cNvPr id="10" name="Espace réservé du pied de page 10">
            <a:extLst>
              <a:ext uri="{FF2B5EF4-FFF2-40B4-BE49-F238E27FC236}">
                <a16:creationId xmlns:a16="http://schemas.microsoft.com/office/drawing/2014/main" id="{ACA5AA55-4944-494B-AE2F-E60D5AE09758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B52DFF-D264-4E5A-BD0E-B6BBA70B79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e la date 1">
            <a:extLst>
              <a:ext uri="{FF2B5EF4-FFF2-40B4-BE49-F238E27FC236}">
                <a16:creationId xmlns:a16="http://schemas.microsoft.com/office/drawing/2014/main" id="{86F9FF89-4547-44A3-9827-EF30F4337D6C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17/11/2025</a:t>
            </a:r>
            <a:endParaRPr lang="fr-FR" dirty="0"/>
          </a:p>
        </p:txBody>
      </p:sp>
      <p:sp>
        <p:nvSpPr>
          <p:cNvPr id="15" name="Espace réservé du numéro de diapositive 16">
            <a:extLst>
              <a:ext uri="{FF2B5EF4-FFF2-40B4-BE49-F238E27FC236}">
                <a16:creationId xmlns:a16="http://schemas.microsoft.com/office/drawing/2014/main" id="{14A00CCA-0266-482F-9902-F820C1DFE544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10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33915560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4DC4471-B8A5-4B73-8555-B7BA0053226A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479999" y="5061181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Où en est-on du standard?</a:t>
            </a:r>
            <a:br>
              <a:rPr lang="fr-FR" dirty="0"/>
            </a:br>
            <a:r>
              <a:rPr lang="fr-FR" dirty="0"/>
              <a:t>- Organisation</a:t>
            </a:r>
            <a:br>
              <a:rPr lang="fr-FR" dirty="0"/>
            </a:br>
            <a:br>
              <a:rPr lang="fr-FR" i="1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B07BEB3-9719-439E-A4E6-66CA6099D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225" y="4342402"/>
            <a:ext cx="1222849" cy="1377189"/>
          </a:xfrm>
          <a:prstGeom prst="rect">
            <a:avLst/>
          </a:prstGeom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90835FC4-D128-4AF0-A0B8-128A789B529C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3" name="Espace réservé de la date 1">
            <a:extLst>
              <a:ext uri="{FF2B5EF4-FFF2-40B4-BE49-F238E27FC236}">
                <a16:creationId xmlns:a16="http://schemas.microsoft.com/office/drawing/2014/main" id="{A199AD93-81D5-4230-A017-FEE7DFE19438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17/11/2025</a:t>
            </a:r>
            <a:endParaRPr lang="fr-FR" dirty="0"/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2C88D9A1-279A-4DC3-849D-ABB8CBC4D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2000" y="6378000"/>
            <a:ext cx="1800000" cy="480000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11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1908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47595" y="347789"/>
            <a:ext cx="9575076" cy="425595"/>
          </a:xfrm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/>
            <a:r>
              <a:rPr lang="fr-FR" dirty="0"/>
              <a:t>Processus d’élaboration d’un standard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30" y="-5020"/>
              <a:ext cx="8263" cy="826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80" y="-409907"/>
                <a:ext cx="826300" cy="826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81"/>
            <a:ext cx="11551699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algn="just" defTabSz="914377">
              <a:defRPr/>
            </a:pPr>
            <a:endParaRPr lang="fr-FR" sz="16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275643" y="1113867"/>
            <a:ext cx="11551699" cy="51198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585" lvl="1" indent="0" algn="just" fontAlgn="base">
              <a:buNone/>
            </a:pPr>
            <a:endParaRPr lang="fr-FR" sz="1867" b="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640FD984-C4DE-495B-85D2-3524524D6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2">
            <a:extLst>
              <a:ext uri="{FF2B5EF4-FFF2-40B4-BE49-F238E27FC236}">
                <a16:creationId xmlns:a16="http://schemas.microsoft.com/office/drawing/2014/main" id="{1B036811-41E6-4126-BA53-B2CEADDF92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542" y="1885808"/>
            <a:ext cx="5626028" cy="3705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Ellipse 10">
            <a:extLst>
              <a:ext uri="{FF2B5EF4-FFF2-40B4-BE49-F238E27FC236}">
                <a16:creationId xmlns:a16="http://schemas.microsoft.com/office/drawing/2014/main" id="{DABF3E08-D7F9-4293-9B2E-489104FDDAF8}"/>
              </a:ext>
            </a:extLst>
          </p:cNvPr>
          <p:cNvSpPr/>
          <p:nvPr/>
        </p:nvSpPr>
        <p:spPr>
          <a:xfrm>
            <a:off x="3594181" y="4247560"/>
            <a:ext cx="1334412" cy="1080883"/>
          </a:xfrm>
          <a:prstGeom prst="ellipse">
            <a:avLst/>
          </a:prstGeom>
          <a:noFill/>
          <a:ln w="28575">
            <a:solidFill>
              <a:srgbClr val="C3C3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2400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8E83658F-B872-4B17-AF0B-ACDAAA8972CB}"/>
              </a:ext>
            </a:extLst>
          </p:cNvPr>
          <p:cNvCxnSpPr>
            <a:cxnSpLocks/>
            <a:stCxn id="11" idx="6"/>
          </p:cNvCxnSpPr>
          <p:nvPr/>
        </p:nvCxnSpPr>
        <p:spPr>
          <a:xfrm flipV="1">
            <a:off x="4928592" y="4056055"/>
            <a:ext cx="1612389" cy="731947"/>
          </a:xfrm>
          <a:prstGeom prst="straightConnector1">
            <a:avLst/>
          </a:prstGeom>
          <a:noFill/>
          <a:ln w="28575">
            <a:solidFill>
              <a:srgbClr val="C3C3FC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5" name="Image 14" descr="Une image contenant clipart, dessin, Graphique, croquis&#10;&#10;Le contenu généré par l’IA peut être incorrect.">
            <a:extLst>
              <a:ext uri="{FF2B5EF4-FFF2-40B4-BE49-F238E27FC236}">
                <a16:creationId xmlns:a16="http://schemas.microsoft.com/office/drawing/2014/main" id="{DA479655-5F69-46C1-A1A7-03ABFB257F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56605" y="4061938"/>
            <a:ext cx="639395" cy="587553"/>
          </a:xfrm>
          <a:prstGeom prst="rect">
            <a:avLst/>
          </a:prstGeom>
        </p:spPr>
      </p:pic>
      <p:sp>
        <p:nvSpPr>
          <p:cNvPr id="16" name="ZoneTexte 15">
            <a:extLst>
              <a:ext uri="{FF2B5EF4-FFF2-40B4-BE49-F238E27FC236}">
                <a16:creationId xmlns:a16="http://schemas.microsoft.com/office/drawing/2014/main" id="{5A07366D-17AC-4FDC-AD4D-AFAC5997A646}"/>
              </a:ext>
            </a:extLst>
          </p:cNvPr>
          <p:cNvSpPr txBox="1"/>
          <p:nvPr/>
        </p:nvSpPr>
        <p:spPr>
          <a:xfrm>
            <a:off x="6305947" y="3846416"/>
            <a:ext cx="4887984" cy="1354217"/>
          </a:xfrm>
          <a:prstGeom prst="rect">
            <a:avLst/>
          </a:prstGeom>
          <a:noFill/>
        </p:spPr>
        <p:txBody>
          <a:bodyPr wrap="square" lIns="121920" tIns="60960" rIns="121920" bIns="60960" anchor="t">
            <a:spAutoFit/>
          </a:bodyPr>
          <a:lstStyle/>
          <a:p>
            <a:pPr lvl="1" indent="-457189" algn="just">
              <a:buFont typeface="+mj-lt"/>
              <a:buAutoNum type="arabicPeriod"/>
              <a:defRPr/>
            </a:pPr>
            <a:r>
              <a:rPr lang="fr-FR" sz="1600" b="1" dirty="0">
                <a:highlight>
                  <a:srgbClr val="C4C4FD"/>
                </a:highlight>
                <a:ea typeface="Calibri"/>
                <a:cs typeface="Arial"/>
              </a:rPr>
              <a:t>Travaux d’élaboration du standard</a:t>
            </a:r>
          </a:p>
          <a:p>
            <a:pPr lvl="1" indent="-457189" algn="just">
              <a:buFont typeface="+mj-lt"/>
              <a:buAutoNum type="arabicPeriod"/>
              <a:defRPr/>
            </a:pPr>
            <a:r>
              <a:rPr lang="fr-FR" sz="1600" dirty="0">
                <a:ea typeface="Calibri"/>
                <a:cs typeface="Arial"/>
              </a:rPr>
              <a:t>Ecriture du standard</a:t>
            </a:r>
          </a:p>
          <a:p>
            <a:pPr lvl="1" indent="-457189" algn="just">
              <a:buAutoNum type="arabicPeriod"/>
              <a:defRPr/>
            </a:pPr>
            <a:r>
              <a:rPr lang="fr-FR" sz="1600" dirty="0">
                <a:ea typeface="Calibri"/>
                <a:cs typeface="Arial"/>
              </a:rPr>
              <a:t>Ecriture du schéma et modèle UML</a:t>
            </a:r>
          </a:p>
          <a:p>
            <a:pPr lvl="1" indent="-457189" algn="just">
              <a:buAutoNum type="arabicPeriod"/>
              <a:defRPr/>
            </a:pPr>
            <a:r>
              <a:rPr lang="fr-FR" sz="1600" dirty="0">
                <a:ea typeface="Calibri"/>
                <a:cs typeface="Arial"/>
              </a:rPr>
              <a:t>Envoi et appel à commentaires</a:t>
            </a:r>
          </a:p>
          <a:p>
            <a:pPr lvl="1" indent="-457189" algn="just">
              <a:buAutoNum type="arabicPeriod"/>
              <a:defRPr/>
            </a:pPr>
            <a:endParaRPr lang="fr-FR" sz="1600" dirty="0">
              <a:ea typeface="Calibri"/>
              <a:cs typeface="Arial"/>
            </a:endParaRPr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B3C913EC-43DD-45D0-AE71-DC07AA782CFA}"/>
              </a:ext>
            </a:extLst>
          </p:cNvPr>
          <p:cNvSpPr>
            <a:spLocks noGrp="1"/>
          </p:cNvSpPr>
          <p:nvPr/>
        </p:nvSpPr>
        <p:spPr>
          <a:xfrm>
            <a:off x="9836585" y="3846416"/>
            <a:ext cx="4482904" cy="288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585" lvl="1" indent="0">
              <a:buNone/>
            </a:pPr>
            <a:r>
              <a:rPr lang="fr-FR" sz="1600" b="0" i="1" dirty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 En cours</a:t>
            </a:r>
            <a:endParaRPr lang="fr-FR" sz="1600" b="0" i="1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DF117B8F-B6D4-4D51-8F8E-85528445702D}"/>
              </a:ext>
            </a:extLst>
          </p:cNvPr>
          <p:cNvSpPr>
            <a:spLocks noGrp="1"/>
          </p:cNvSpPr>
          <p:nvPr/>
        </p:nvSpPr>
        <p:spPr>
          <a:xfrm>
            <a:off x="8436924" y="4100187"/>
            <a:ext cx="4482904" cy="2880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9585" lvl="1" indent="0">
              <a:buNone/>
            </a:pPr>
            <a:r>
              <a:rPr lang="fr-FR" sz="1600" b="0" i="1" dirty="0">
                <a:solidFill>
                  <a:schemeClr val="tx1"/>
                </a:solidFill>
                <a:latin typeface="+mn-lt"/>
                <a:sym typeface="Wingdings" panose="05000000000000000000" pitchFamily="2" charset="2"/>
              </a:rPr>
              <a:t> Automne 2025</a:t>
            </a:r>
            <a:endParaRPr lang="fr-FR" sz="1600" b="0" i="1" dirty="0">
              <a:solidFill>
                <a:schemeClr val="tx1"/>
              </a:solidFill>
              <a:latin typeface="+mn-lt"/>
            </a:endParaRPr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CC9AB61A-28DE-4371-BD5C-228C9DF2BB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14076" y="1436132"/>
            <a:ext cx="1222849" cy="1377189"/>
          </a:xfrm>
          <a:prstGeom prst="rect">
            <a:avLst/>
          </a:prstGeom>
        </p:spPr>
      </p:pic>
      <p:sp>
        <p:nvSpPr>
          <p:cNvPr id="20" name="Espace réservé du pied de page 10">
            <a:extLst>
              <a:ext uri="{FF2B5EF4-FFF2-40B4-BE49-F238E27FC236}">
                <a16:creationId xmlns:a16="http://schemas.microsoft.com/office/drawing/2014/main" id="{9D5E8599-C60C-46C0-8435-BB6A4CF655D5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CC64843-5D4F-4EE6-AECA-23FB175E3F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1" name="Espace réservé de la date 1">
            <a:extLst>
              <a:ext uri="{FF2B5EF4-FFF2-40B4-BE49-F238E27FC236}">
                <a16:creationId xmlns:a16="http://schemas.microsoft.com/office/drawing/2014/main" id="{9B5C1AD5-F646-4687-B7E1-0A99057E1598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17/11/2025</a:t>
            </a:r>
            <a:endParaRPr lang="fr-FR" dirty="0"/>
          </a:p>
        </p:txBody>
      </p:sp>
      <p:sp>
        <p:nvSpPr>
          <p:cNvPr id="22" name="Espace réservé du numéro de diapositive 16">
            <a:extLst>
              <a:ext uri="{FF2B5EF4-FFF2-40B4-BE49-F238E27FC236}">
                <a16:creationId xmlns:a16="http://schemas.microsoft.com/office/drawing/2014/main" id="{0531D660-77F6-49BD-AD88-49BBB6CBD073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12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15228509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47595" y="347789"/>
            <a:ext cx="9575076" cy="425595"/>
          </a:xfrm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/>
            <a:r>
              <a:rPr lang="fr-FR" dirty="0"/>
              <a:t>Livrables attendus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30" y="-5020"/>
              <a:ext cx="8263" cy="826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80" y="-409907"/>
                <a:ext cx="826300" cy="826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81"/>
            <a:ext cx="11551699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algn="just" defTabSz="914377">
              <a:defRPr/>
            </a:pPr>
            <a:endParaRPr lang="fr-FR" sz="16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275643" y="1113867"/>
            <a:ext cx="11916357" cy="51198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121917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Documents  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Une </a:t>
            </a: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V2 du standard </a:t>
            </a: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« Dessertes en forêt : Transport de bois et DFCI »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Un </a:t>
            </a: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modèle conceptuel de données  </a:t>
            </a: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(+ mapping à plat avec la BD TOPO)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Un </a:t>
            </a: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schéma</a:t>
            </a: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 pour validateurs (compatible </a:t>
            </a:r>
            <a:r>
              <a:rPr lang="fr-FR" sz="1867" b="0" dirty="0" err="1">
                <a:solidFill>
                  <a:srgbClr val="000000"/>
                </a:solidFill>
                <a:latin typeface="+mj-lt"/>
                <a:ea typeface="Calibri"/>
                <a:cs typeface="Arial"/>
              </a:rPr>
              <a:t>schema.data.gouv</a:t>
            </a: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/</a:t>
            </a:r>
            <a:r>
              <a:rPr lang="fr-FR" sz="1867" b="0" dirty="0" err="1">
                <a:solidFill>
                  <a:srgbClr val="000000"/>
                </a:solidFill>
                <a:latin typeface="+mj-lt"/>
                <a:ea typeface="Calibri"/>
                <a:cs typeface="Arial"/>
              </a:rPr>
              <a:t>validata</a:t>
            </a: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)</a:t>
            </a:r>
          </a:p>
          <a:p>
            <a:pPr algn="just" defTabSz="121917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endParaRPr lang="fr-FR" sz="1867" b="0" dirty="0">
              <a:solidFill>
                <a:srgbClr val="000000"/>
              </a:solidFill>
              <a:latin typeface="+mj-lt"/>
              <a:ea typeface="Calibri"/>
              <a:cs typeface="Arial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Organisation, suivi du GT et communication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Liste de diffusion par mail (inscription via </a:t>
            </a: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  <a:hlinkClick r:id="rId5"/>
              </a:rPr>
              <a:t>marion.lacroix@ign.fr</a:t>
            </a: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)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Espace de travail commun</a:t>
            </a:r>
          </a:p>
          <a:p>
            <a:pPr lvl="2" indent="-457189" algn="just">
              <a:buClr>
                <a:srgbClr val="554538"/>
              </a:buClr>
              <a:buFont typeface="Arial" panose="020B0604020202020204" pitchFamily="34" charset="0"/>
              <a:buChar char="•"/>
              <a:defRPr/>
            </a:pPr>
            <a:r>
              <a:rPr lang="fr-FR" sz="1867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Calibri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sz="1867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Calibri"/>
                <a:cs typeface="Arial"/>
              </a:rPr>
              <a:t> </a:t>
            </a:r>
            <a:r>
              <a:rPr lang="fr-FR" sz="1867" dirty="0">
                <a:solidFill>
                  <a:srgbClr val="000000"/>
                </a:solidFill>
                <a:latin typeface="+mj-lt"/>
                <a:cs typeface="Arial"/>
              </a:rPr>
              <a:t>(maj + rapide)</a:t>
            </a:r>
          </a:p>
          <a:p>
            <a:pPr lvl="2" indent="-457189" algn="just">
              <a:buClr>
                <a:srgbClr val="554538"/>
              </a:buClr>
              <a:buFont typeface="Arial" panose="020B0604020202020204" pitchFamily="34" charset="0"/>
              <a:buChar char="•"/>
              <a:defRPr/>
            </a:pPr>
            <a:r>
              <a:rPr lang="fr-FR" sz="1867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ea typeface="Calibri"/>
                <a:cs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Page de GT</a:t>
            </a:r>
            <a:endParaRPr lang="fr-FR" sz="1867" dirty="0">
              <a:solidFill>
                <a:schemeClr val="tx2">
                  <a:lumMod val="60000"/>
                  <a:lumOff val="40000"/>
                </a:schemeClr>
              </a:solidFill>
              <a:latin typeface="+mj-lt"/>
              <a:ea typeface="Calibri"/>
              <a:cs typeface="Arial"/>
            </a:endParaRPr>
          </a:p>
          <a:p>
            <a:pPr lvl="3" indent="-457189" algn="just">
              <a:buClr>
                <a:srgbClr val="554538"/>
              </a:buClr>
              <a:defRPr/>
            </a:pP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Espace Réunions (ODJ, CR, autres infos)</a:t>
            </a:r>
          </a:p>
          <a:p>
            <a:pPr lvl="3" indent="-457189" algn="just">
              <a:buClr>
                <a:srgbClr val="554538"/>
              </a:buClr>
              <a:defRPr/>
            </a:pP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Espace Ressources (ppt, documents servant </a:t>
            </a:r>
          </a:p>
          <a:p>
            <a:pPr marL="1676358" lvl="3" indent="0" algn="just">
              <a:buClr>
                <a:srgbClr val="554538"/>
              </a:buClr>
              <a:buNone/>
              <a:defRPr/>
            </a:pPr>
            <a:r>
              <a:rPr lang="fr-FR" sz="1867" dirty="0">
                <a:solidFill>
                  <a:srgbClr val="000000"/>
                </a:solidFill>
                <a:latin typeface="+mj-lt"/>
                <a:ea typeface="Calibri"/>
                <a:cs typeface="Arial"/>
              </a:rPr>
              <a:t> de base de travail)</a:t>
            </a: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640FD984-C4DE-495B-85D2-3524524D6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F0B07EC7-4B72-4890-83EE-2C06AD6BC07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7297" y="2374509"/>
            <a:ext cx="1299288" cy="1299288"/>
          </a:xfrm>
          <a:prstGeom prst="rect">
            <a:avLst/>
          </a:prstGeom>
          <a:ln>
            <a:noFill/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7A7D5E4-E28A-48B9-8C37-96691FA5EEF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45609" y="4264293"/>
            <a:ext cx="3815668" cy="1699139"/>
          </a:xfrm>
          <a:prstGeom prst="rect">
            <a:avLst/>
          </a:prstGeom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ADDD59FF-C10E-4D70-94CF-5423E96963FA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591B9FF-D801-42A1-A51D-2DE36BE6F0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e la date 1">
            <a:extLst>
              <a:ext uri="{FF2B5EF4-FFF2-40B4-BE49-F238E27FC236}">
                <a16:creationId xmlns:a16="http://schemas.microsoft.com/office/drawing/2014/main" id="{C2A77FFB-FA0A-4490-ACDA-DF555C7F618E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17/11/2025</a:t>
            </a:r>
            <a:endParaRPr lang="fr-FR" dirty="0"/>
          </a:p>
        </p:txBody>
      </p:sp>
      <p:sp>
        <p:nvSpPr>
          <p:cNvPr id="15" name="Espace réservé du numéro de diapositive 16">
            <a:extLst>
              <a:ext uri="{FF2B5EF4-FFF2-40B4-BE49-F238E27FC236}">
                <a16:creationId xmlns:a16="http://schemas.microsoft.com/office/drawing/2014/main" id="{D9D6A77B-C90B-4BA5-B67B-E8110E1FB2FD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13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150817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47595" y="347789"/>
            <a:ext cx="9575076" cy="425595"/>
          </a:xfrm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Organisation et fonctionnement du GT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30" y="-5020"/>
              <a:ext cx="8263" cy="826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80" y="-409907"/>
                <a:ext cx="826300" cy="826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81"/>
            <a:ext cx="11551699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algn="just" defTabSz="914377">
              <a:defRPr/>
            </a:pPr>
            <a:endParaRPr lang="fr-FR" sz="16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420208" y="1551512"/>
            <a:ext cx="6321667" cy="51198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121917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r>
              <a:rPr lang="fr-FR" sz="1867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Pilotage 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n-lt"/>
                <a:cs typeface="Arial"/>
              </a:rPr>
              <a:t>Isabelle Bertrand (MASA)</a:t>
            </a:r>
            <a:endParaRPr lang="fr-FR" sz="1867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LC Xavier Van </a:t>
            </a:r>
            <a:r>
              <a:rPr lang="fr-FR" sz="1867" b="0" dirty="0" err="1">
                <a:solidFill>
                  <a:srgbClr val="000000"/>
                </a:solidFill>
                <a:latin typeface="+mn-lt"/>
                <a:ea typeface="Calibri"/>
                <a:cs typeface="Arial"/>
              </a:rPr>
              <a:t>Elsuwe</a:t>
            </a:r>
            <a:r>
              <a:rPr lang="fr-FR" sz="1867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 (MI)</a:t>
            </a:r>
          </a:p>
          <a:p>
            <a:pPr marL="228611" lvl="1" indent="0" algn="just">
              <a:buClr>
                <a:srgbClr val="554538"/>
              </a:buClr>
              <a:buNone/>
              <a:defRPr/>
            </a:pPr>
            <a:r>
              <a:rPr lang="fr-FR" sz="1867" b="0" dirty="0">
                <a:solidFill>
                  <a:srgbClr val="000000"/>
                </a:solidFill>
                <a:latin typeface="+mn-lt"/>
                <a:cs typeface="Arial"/>
                <a:sym typeface="Wingdings" panose="05000000000000000000" pitchFamily="2" charset="2"/>
              </a:rPr>
              <a:t>	 Sébastien Paradon (MI - BOMSIS)</a:t>
            </a:r>
            <a:endParaRPr lang="fr-FR" sz="1867" b="0" dirty="0">
              <a:solidFill>
                <a:srgbClr val="000000"/>
              </a:solidFill>
              <a:latin typeface="+mn-lt"/>
              <a:cs typeface="Arial"/>
            </a:endParaRPr>
          </a:p>
          <a:p>
            <a:pPr lvl="1" indent="-457189" algn="just">
              <a:buClr>
                <a:srgbClr val="554538"/>
              </a:buClr>
              <a:defRPr/>
            </a:pPr>
            <a:endParaRPr lang="fr-FR" sz="1867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 algn="just">
              <a:buFont typeface="Arial" panose="020B0604020202020204" pitchFamily="34" charset="0"/>
              <a:buChar char="•"/>
              <a:defRPr/>
            </a:pPr>
            <a:endParaRPr lang="fr-FR" sz="1867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 algn="just" defTabSz="1219170">
              <a:spcBef>
                <a:spcPts val="800"/>
              </a:spcBef>
              <a:buFont typeface="Arial" panose="020B0604020202020204" pitchFamily="34" charset="0"/>
              <a:buChar char="•"/>
              <a:defRPr/>
            </a:pPr>
            <a:r>
              <a:rPr lang="fr-FR" sz="1867" b="0" dirty="0" err="1">
                <a:solidFill>
                  <a:srgbClr val="000000"/>
                </a:solidFill>
                <a:latin typeface="+mn-lt"/>
                <a:ea typeface="Calibri"/>
                <a:cs typeface="Arial"/>
              </a:rPr>
              <a:t>Co-animation</a:t>
            </a:r>
            <a:r>
              <a:rPr lang="fr-FR" sz="1867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 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Thierry Saffroy (IGN) </a:t>
            </a:r>
          </a:p>
          <a:p>
            <a:pPr marL="528649" lvl="2" indent="0" algn="just">
              <a:buClr>
                <a:srgbClr val="554538"/>
              </a:buClr>
              <a:buNone/>
              <a:defRPr/>
            </a:pPr>
            <a:r>
              <a:rPr lang="fr-FR" dirty="0">
                <a:solidFill>
                  <a:srgbClr val="000000"/>
                </a:solidFill>
                <a:latin typeface="+mn-lt"/>
                <a:ea typeface="Calibri"/>
                <a:cs typeface="Arial"/>
                <a:sym typeface="Wingdings" panose="05000000000000000000" pitchFamily="2" charset="2"/>
              </a:rPr>
              <a:t>	</a:t>
            </a:r>
            <a:r>
              <a:rPr lang="fr-FR" sz="1867" dirty="0">
                <a:solidFill>
                  <a:srgbClr val="000000"/>
                </a:solidFill>
                <a:latin typeface="+mn-lt"/>
                <a:cs typeface="Arial"/>
                <a:sym typeface="Wingdings" panose="05000000000000000000" pitchFamily="2" charset="2"/>
              </a:rPr>
              <a:t> remplacé par Pierre-Olivier Hays (IGN)</a:t>
            </a:r>
            <a:endParaRPr lang="fr-FR" sz="1867" dirty="0">
              <a:solidFill>
                <a:srgbClr val="000000"/>
              </a:solidFill>
              <a:latin typeface="+mn-lt"/>
              <a:cs typeface="Arial"/>
            </a:endParaRP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Vincent Morillon (FCBA)</a:t>
            </a:r>
          </a:p>
          <a:p>
            <a:pPr lvl="1" indent="-457189" algn="just">
              <a:buClr>
                <a:srgbClr val="554538"/>
              </a:buClr>
              <a:defRPr/>
            </a:pPr>
            <a:r>
              <a:rPr lang="fr-FR" sz="1867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Marion Lacroix (IGN)</a:t>
            </a:r>
          </a:p>
          <a:p>
            <a:pPr lvl="1" indent="-457189" algn="just">
              <a:buClr>
                <a:srgbClr val="554538"/>
              </a:buClr>
              <a:defRPr/>
            </a:pPr>
            <a:endParaRPr lang="fr-FR" sz="1867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 marL="685783" lvl="1" indent="-228594" algn="just">
              <a:defRPr/>
            </a:pPr>
            <a:endParaRPr lang="fr-FR" sz="1867" b="0" i="1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 marL="1466814" lvl="2" indent="-228594" algn="just">
              <a:buClr>
                <a:srgbClr val="554538"/>
              </a:buClr>
              <a:buFont typeface="Arial" panose="020B0604020202020204" pitchFamily="34" charset="0"/>
              <a:buChar char="•"/>
              <a:defRPr/>
            </a:pPr>
            <a:endParaRPr lang="fr-FR" sz="1867" dirty="0">
              <a:solidFill>
                <a:srgbClr val="000000"/>
              </a:solidFill>
              <a:latin typeface="+mn-lt"/>
              <a:ea typeface="Calibri"/>
              <a:cs typeface="Calibri"/>
            </a:endParaRP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640FD984-C4DE-495B-85D2-3524524D6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FFA5B095-A959-4C51-8417-A8B95DB8B4F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64020" y="4890154"/>
            <a:ext cx="1348427" cy="1362852"/>
          </a:xfrm>
          <a:prstGeom prst="rect">
            <a:avLst/>
          </a:prstGeom>
          <a:ln>
            <a:noFill/>
          </a:ln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DD8EFCD4-9BC2-41E0-BB9E-EB9913E202B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9615" y="5400405"/>
            <a:ext cx="886371" cy="886371"/>
          </a:xfrm>
          <a:prstGeom prst="rect">
            <a:avLst/>
          </a:prstGeom>
          <a:ln>
            <a:noFill/>
          </a:ln>
        </p:spPr>
      </p:pic>
      <p:sp>
        <p:nvSpPr>
          <p:cNvPr id="17" name="ZoneTexte 16">
            <a:extLst>
              <a:ext uri="{FF2B5EF4-FFF2-40B4-BE49-F238E27FC236}">
                <a16:creationId xmlns:a16="http://schemas.microsoft.com/office/drawing/2014/main" id="{C5B0B278-1348-478E-9686-E7D6B8940A23}"/>
              </a:ext>
            </a:extLst>
          </p:cNvPr>
          <p:cNvSpPr txBox="1"/>
          <p:nvPr/>
        </p:nvSpPr>
        <p:spPr>
          <a:xfrm>
            <a:off x="6547770" y="3307568"/>
            <a:ext cx="63216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algn="ctr">
              <a:buClr>
                <a:srgbClr val="554538"/>
              </a:buClr>
              <a:defRPr/>
            </a:pPr>
            <a:r>
              <a:rPr lang="fr-FR" sz="1800" dirty="0">
                <a:ea typeface="Calibri"/>
                <a:cs typeface="Arial"/>
              </a:rPr>
              <a:t>Changement de nom : </a:t>
            </a:r>
          </a:p>
          <a:p>
            <a:pPr marL="628650" lvl="1" indent="-285750" algn="ctr">
              <a:buClr>
                <a:srgbClr val="554538"/>
              </a:buClr>
              <a:buFont typeface="Wingdings" panose="05000000000000000000" pitchFamily="2" charset="2"/>
              <a:buChar char="à"/>
              <a:defRPr/>
            </a:pPr>
            <a:endParaRPr lang="fr-FR" sz="1800" dirty="0">
              <a:ea typeface="Calibri"/>
              <a:cs typeface="Arial"/>
            </a:endParaRPr>
          </a:p>
          <a:p>
            <a:pPr marL="342900" lvl="1" algn="ctr">
              <a:buClr>
                <a:srgbClr val="554538"/>
              </a:buClr>
              <a:defRPr/>
            </a:pPr>
            <a:r>
              <a:rPr lang="fr-FR" sz="1800" b="1" dirty="0">
                <a:ea typeface="Calibri"/>
                <a:cs typeface="Arial"/>
              </a:rPr>
              <a:t>« Standard CNIG Dessertes en forêt : </a:t>
            </a:r>
          </a:p>
          <a:p>
            <a:pPr marL="342900" lvl="1" algn="ctr">
              <a:buClr>
                <a:srgbClr val="554538"/>
              </a:buClr>
              <a:defRPr/>
            </a:pPr>
            <a:r>
              <a:rPr lang="fr-FR" sz="1800" b="1" dirty="0">
                <a:ea typeface="Calibri"/>
                <a:cs typeface="Arial"/>
              </a:rPr>
              <a:t>Transport de bois et DFCI  »</a:t>
            </a:r>
            <a:endParaRPr lang="fr-FR" sz="1800" b="1" dirty="0">
              <a:cs typeface="Arial"/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473273D8-4F83-41A1-BAFC-106FD2FEDEB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05489" y="2444020"/>
            <a:ext cx="740582" cy="740582"/>
          </a:xfrm>
          <a:prstGeom prst="rect">
            <a:avLst/>
          </a:prstGeom>
          <a:ln>
            <a:noFill/>
          </a:ln>
        </p:spPr>
      </p:pic>
      <p:sp>
        <p:nvSpPr>
          <p:cNvPr id="20" name="Espace réservé du pied de page 10">
            <a:extLst>
              <a:ext uri="{FF2B5EF4-FFF2-40B4-BE49-F238E27FC236}">
                <a16:creationId xmlns:a16="http://schemas.microsoft.com/office/drawing/2014/main" id="{9147E123-B256-412F-B3CA-F2CF62229AFA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EC25BEF-5DDD-4D04-9496-B2930C64FB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1" name="Espace réservé de la date 1">
            <a:extLst>
              <a:ext uri="{FF2B5EF4-FFF2-40B4-BE49-F238E27FC236}">
                <a16:creationId xmlns:a16="http://schemas.microsoft.com/office/drawing/2014/main" id="{A479B797-EC1D-4E90-A497-E9464F94A7BA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17/11/2025</a:t>
            </a:r>
            <a:endParaRPr lang="fr-FR" dirty="0"/>
          </a:p>
        </p:txBody>
      </p:sp>
      <p:sp>
        <p:nvSpPr>
          <p:cNvPr id="22" name="Espace réservé du numéro de diapositive 16">
            <a:extLst>
              <a:ext uri="{FF2B5EF4-FFF2-40B4-BE49-F238E27FC236}">
                <a16:creationId xmlns:a16="http://schemas.microsoft.com/office/drawing/2014/main" id="{CFCBAEFA-A929-46D9-9807-5BBB4AC45BBA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14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32091640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47595" y="347789"/>
            <a:ext cx="9575076" cy="425595"/>
          </a:xfrm>
        </p:spPr>
        <p:txBody>
          <a:bodyPr vert="horz" lIns="91440" tIns="45720" rIns="91440" bIns="45720" rtlCol="0" anchor="ctr" anchorCtr="0">
            <a:noAutofit/>
          </a:bodyPr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Bases de travail</a:t>
            </a:r>
            <a:endParaRPr lang="fr-FR" dirty="0">
              <a:latin typeface="+mn-lt"/>
              <a:cs typeface="Arial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14:cNvPr>
              <p14:cNvContentPartPr/>
              <p14:nvPr/>
            </p14:nvContentPartPr>
            <p14:xfrm>
              <a:off x="-388030" y="-5020"/>
              <a:ext cx="8263" cy="8263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F273C30-FC1D-0545-2F1A-57468750148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-801180" y="-409907"/>
                <a:ext cx="826300" cy="82630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798B54-E5C6-4B77-A65C-B80D7302A6CA}"/>
              </a:ext>
            </a:extLst>
          </p:cNvPr>
          <p:cNvSpPr>
            <a:spLocks noGrp="1"/>
          </p:cNvSpPr>
          <p:nvPr/>
        </p:nvSpPr>
        <p:spPr>
          <a:xfrm>
            <a:off x="220092" y="1064081"/>
            <a:ext cx="11551699" cy="579392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891" indent="-342891" algn="just" defTabSz="914377">
              <a:defRPr/>
            </a:pPr>
            <a:endParaRPr lang="fr-FR" sz="16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</a:endParaRP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41114B76-0EAD-492D-B12C-3059C9651E4E}"/>
              </a:ext>
            </a:extLst>
          </p:cNvPr>
          <p:cNvSpPr>
            <a:spLocks noGrp="1"/>
          </p:cNvSpPr>
          <p:nvPr/>
        </p:nvSpPr>
        <p:spPr>
          <a:xfrm>
            <a:off x="43183" y="1019656"/>
            <a:ext cx="11491268" cy="5119861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-3429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Clr>
                <a:srgbClr val="554538"/>
              </a:buClr>
              <a:buFont typeface="Webdings" panose="05030102010509060703" pitchFamily="18" charset="2"/>
              <a:buChar char="a"/>
              <a:defRPr sz="2200" b="1" kern="1200">
                <a:solidFill>
                  <a:srgbClr val="55453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b="1" kern="1200">
                <a:solidFill>
                  <a:srgbClr val="987D68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85838" indent="-176213" algn="l" defTabSz="914400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−"/>
              <a:tabLst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Les voies d’accès aux ressources forestières </a:t>
            </a: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  <a:sym typeface="Wingdings" panose="05000000000000000000" pitchFamily="2" charset="2"/>
              </a:rPr>
              <a:t></a:t>
            </a: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+mn-lt"/>
                <a:cs typeface="Arial"/>
              </a:rPr>
              <a:t>Standard CNIG « Dessertes pour le transport de bois »</a:t>
            </a:r>
          </a:p>
          <a:p>
            <a:pPr lvl="1"/>
            <a:r>
              <a:rPr lang="fr-FR" sz="160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Réalisé dans projet </a:t>
            </a:r>
            <a:r>
              <a:rPr lang="fr-FR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Calibri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NaviForest</a:t>
            </a:r>
            <a:r>
              <a:rPr lang="fr-FR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Calibri"/>
                <a:cs typeface="Arial"/>
              </a:rPr>
              <a:t> </a:t>
            </a:r>
            <a:r>
              <a:rPr lang="fr-FR" sz="160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 </a:t>
            </a:r>
          </a:p>
          <a:p>
            <a:pPr lvl="1"/>
            <a:r>
              <a:rPr lang="fr-FR" sz="1600" b="0" dirty="0">
                <a:solidFill>
                  <a:srgbClr val="000000"/>
                </a:solidFill>
                <a:latin typeface="+mn-lt"/>
                <a:ea typeface="Calibri"/>
                <a:cs typeface="Arial"/>
              </a:rPr>
              <a:t>Récupérer les données dessertes </a:t>
            </a:r>
            <a:r>
              <a:rPr lang="fr-FR" sz="1600" b="0" dirty="0">
                <a:solidFill>
                  <a:srgbClr val="000000"/>
                </a:solidFill>
                <a:latin typeface="+mn-lt"/>
                <a:cs typeface="Arial"/>
              </a:rPr>
              <a:t>dans une base nationale unique via un outil collaboratif en ligne </a:t>
            </a:r>
          </a:p>
          <a:p>
            <a:pPr lvl="1"/>
            <a:r>
              <a:rPr lang="fr-FR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V1.0 du Standard </a:t>
            </a:r>
            <a:r>
              <a:rPr lang="fr-FR" sz="1600" b="0" dirty="0">
                <a:solidFill>
                  <a:srgbClr val="000000"/>
                </a:solidFill>
                <a:latin typeface="+mn-lt"/>
                <a:cs typeface="Arial"/>
              </a:rPr>
              <a:t>validé et diffusé par le CNIG depuis 2019</a:t>
            </a:r>
          </a:p>
          <a:p>
            <a:pPr lvl="1"/>
            <a:endParaRPr lang="fr-FR" sz="1600" b="0" dirty="0">
              <a:solidFill>
                <a:srgbClr val="000000"/>
              </a:solidFill>
              <a:latin typeface="+mn-lt"/>
              <a:cs typeface="Arial"/>
            </a:endParaRPr>
          </a:p>
          <a:p>
            <a:pPr marL="609585" lvl="1" indent="0">
              <a:buNone/>
            </a:pPr>
            <a:endParaRPr lang="fr-FR" sz="16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Les voies de défense des bois et forêts contre l’incendie </a:t>
            </a:r>
            <a:r>
              <a:rPr lang="fr-FR" sz="1600" dirty="0">
                <a:solidFill>
                  <a:schemeClr val="tx1"/>
                </a:solidFill>
                <a:latin typeface="+mn-lt"/>
                <a:cs typeface="Arial"/>
                <a:sym typeface="Wingdings" panose="05000000000000000000" pitchFamily="2" charset="2"/>
              </a:rPr>
              <a:t></a:t>
            </a:r>
            <a:r>
              <a:rPr lang="fr-FR" sz="1600" dirty="0">
                <a:solidFill>
                  <a:schemeClr val="tx1"/>
                </a:solidFill>
                <a:latin typeface="+mn-lt"/>
                <a:cs typeface="Arial"/>
              </a:rPr>
              <a:t> Standard communautaire « Pistes DFCI »</a:t>
            </a:r>
          </a:p>
          <a:p>
            <a:pPr lvl="1" algn="just"/>
            <a:r>
              <a:rPr lang="fr-FR" sz="1600" b="0" dirty="0">
                <a:solidFill>
                  <a:srgbClr val="000000"/>
                </a:solidFill>
                <a:latin typeface="+mn-lt"/>
                <a:cs typeface="Arial"/>
              </a:rPr>
              <a:t>Intégration par l’ANSC des voies DFCI dans la BD TOPO </a:t>
            </a:r>
            <a:r>
              <a:rPr lang="fr-FR" sz="1600" b="0" dirty="0">
                <a:solidFill>
                  <a:schemeClr val="tx1"/>
                </a:solidFill>
                <a:latin typeface="+mn-lt"/>
                <a:cs typeface="+mn-cs"/>
              </a:rPr>
              <a:t>(voir </a:t>
            </a:r>
            <a:r>
              <a:rPr lang="fr-FR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+mn-cs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spécifications de la BD TOPO </a:t>
            </a:r>
            <a:r>
              <a:rPr lang="fr-FR" sz="1600" b="0" dirty="0">
                <a:solidFill>
                  <a:schemeClr val="tx1"/>
                </a:solidFill>
                <a:latin typeface="+mn-lt"/>
                <a:cs typeface="+mn-cs"/>
              </a:rPr>
              <a:t>)</a:t>
            </a:r>
            <a:endParaRPr lang="fr-FR" sz="1600" b="0" dirty="0">
              <a:solidFill>
                <a:srgbClr val="000000"/>
              </a:solidFill>
              <a:latin typeface="+mn-lt"/>
              <a:cs typeface="Arial"/>
            </a:endParaRPr>
          </a:p>
          <a:p>
            <a:pPr lvl="1" algn="just"/>
            <a:r>
              <a:rPr lang="fr-FR" sz="1600" b="0" dirty="0">
                <a:solidFill>
                  <a:srgbClr val="000000"/>
                </a:solidFill>
                <a:latin typeface="+mn-lt"/>
                <a:cs typeface="Arial"/>
              </a:rPr>
              <a:t>Utilisé dans </a:t>
            </a:r>
            <a:r>
              <a:rPr lang="fr-FR" sz="1600" b="0" dirty="0" err="1">
                <a:solidFill>
                  <a:srgbClr val="000000"/>
                </a:solidFill>
                <a:latin typeface="+mn-lt"/>
                <a:cs typeface="Arial"/>
              </a:rPr>
              <a:t>NexSIS</a:t>
            </a:r>
            <a:r>
              <a:rPr lang="fr-FR" sz="1600" b="0" dirty="0">
                <a:solidFill>
                  <a:srgbClr val="000000"/>
                </a:solidFill>
                <a:latin typeface="+mn-lt"/>
                <a:cs typeface="Arial"/>
              </a:rPr>
              <a:t> (outil national SGA/SGO SDIS)</a:t>
            </a:r>
          </a:p>
          <a:p>
            <a:pPr lvl="1" algn="just"/>
            <a:endParaRPr lang="fr-FR" sz="1600" b="0" dirty="0">
              <a:solidFill>
                <a:srgbClr val="000000"/>
              </a:solidFill>
              <a:latin typeface="+mn-lt"/>
              <a:cs typeface="Arial"/>
            </a:endParaRPr>
          </a:p>
          <a:p>
            <a:pPr marL="0" indent="0">
              <a:buNone/>
            </a:pPr>
            <a:endParaRPr lang="fr-FR" sz="16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Les points d’eau </a:t>
            </a: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  <a:sym typeface="Wingdings" panose="05000000000000000000" pitchFamily="2" charset="2"/>
              </a:rPr>
              <a:t></a:t>
            </a:r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 </a:t>
            </a:r>
            <a:r>
              <a:rPr lang="fr-FR" sz="1600" dirty="0">
                <a:solidFill>
                  <a:schemeClr val="tx1"/>
                </a:solidFill>
                <a:latin typeface="+mn-lt"/>
                <a:cs typeface="Arial"/>
              </a:rPr>
              <a:t>Standard AFIGEO « Points d’eau »</a:t>
            </a:r>
          </a:p>
          <a:p>
            <a:pPr lvl="1"/>
            <a:r>
              <a:rPr lang="fr-FR" sz="1600" b="0" dirty="0">
                <a:solidFill>
                  <a:schemeClr val="tx1"/>
                </a:solidFill>
                <a:latin typeface="+mn-lt"/>
                <a:cs typeface="Arial"/>
              </a:rPr>
              <a:t>Problème : ne couvre pas les points d’eau en forêt</a:t>
            </a: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r>
              <a:rPr lang="fr-FR" sz="1600" b="0" dirty="0">
                <a:solidFill>
                  <a:srgbClr val="333333"/>
                </a:solidFill>
                <a:latin typeface="+mn-lt"/>
                <a:cs typeface="Arial"/>
              </a:rPr>
              <a:t>Modèle de données conçu pour les PEI (</a:t>
            </a:r>
            <a:r>
              <a:rPr lang="fr-FR" sz="1600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AFIGEO</a:t>
            </a:r>
            <a:r>
              <a:rPr lang="fr-FR" sz="1600" b="0" dirty="0">
                <a:solidFill>
                  <a:srgbClr val="333333"/>
                </a:solidFill>
                <a:latin typeface="+mn-lt"/>
                <a:cs typeface="Arial"/>
              </a:rPr>
              <a:t>)</a:t>
            </a:r>
            <a:endParaRPr lang="fr-FR" sz="1600" b="0" dirty="0">
              <a:solidFill>
                <a:srgbClr val="000000"/>
              </a:solidFill>
              <a:latin typeface="+mn-lt"/>
              <a:cs typeface="Arial"/>
            </a:endParaRPr>
          </a:p>
          <a:p>
            <a:pPr lvl="1" algn="just">
              <a:spcBef>
                <a:spcPts val="267"/>
              </a:spcBef>
              <a:spcAft>
                <a:spcPts val="267"/>
              </a:spcAft>
            </a:pPr>
            <a:r>
              <a:rPr lang="fr-FR" sz="1600" b="0" dirty="0">
                <a:solidFill>
                  <a:srgbClr val="333333"/>
                </a:solidFill>
                <a:latin typeface="+mn-lt"/>
                <a:cs typeface="Arial"/>
              </a:rPr>
              <a:t>Utilisé dans </a:t>
            </a:r>
            <a:r>
              <a:rPr lang="fr-FR" sz="1600" b="0" dirty="0" err="1">
                <a:solidFill>
                  <a:srgbClr val="333333"/>
                </a:solidFill>
                <a:latin typeface="+mn-lt"/>
                <a:cs typeface="Arial"/>
              </a:rPr>
              <a:t>NexSIS</a:t>
            </a:r>
            <a:r>
              <a:rPr lang="fr-FR" sz="1600" b="0" dirty="0">
                <a:solidFill>
                  <a:srgbClr val="333333"/>
                </a:solidFill>
                <a:latin typeface="+mn-lt"/>
                <a:cs typeface="Arial"/>
              </a:rPr>
              <a:t> </a:t>
            </a:r>
            <a:endParaRPr lang="fr-FR" sz="1600" b="0" dirty="0">
              <a:solidFill>
                <a:schemeClr val="tx1"/>
              </a:solidFill>
              <a:latin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67" b="0" i="1" dirty="0">
              <a:latin typeface="+mn-lt"/>
              <a:ea typeface="Calibri"/>
              <a:cs typeface="Calibri"/>
            </a:endParaRPr>
          </a:p>
          <a:p>
            <a:pPr lvl="1"/>
            <a:endParaRPr lang="fr-FR" sz="1867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 lvl="1"/>
            <a:endParaRPr lang="fr-FR" sz="1867" b="0" dirty="0">
              <a:latin typeface="+mn-lt"/>
            </a:endParaRPr>
          </a:p>
          <a:p>
            <a:pPr lvl="1">
              <a:spcBef>
                <a:spcPts val="400"/>
              </a:spcBef>
            </a:pPr>
            <a:endParaRPr lang="fr-FR" sz="1867" b="0" dirty="0">
              <a:solidFill>
                <a:srgbClr val="000000"/>
              </a:solidFill>
              <a:latin typeface="+mn-lt"/>
              <a:ea typeface="Times New Roman" panose="02020603050405020304" pitchFamily="18" charset="0"/>
              <a:cs typeface="Arial"/>
            </a:endParaRPr>
          </a:p>
          <a:p>
            <a:pPr lvl="1"/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 lvl="1">
              <a:spcBef>
                <a:spcPts val="400"/>
              </a:spcBef>
            </a:pPr>
            <a:endParaRPr lang="fr-FR" sz="1867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 algn="just">
              <a:buFont typeface="Arial" panose="020B0604020202020204" pitchFamily="34" charset="0"/>
              <a:buChar char="•"/>
            </a:pPr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</p:txBody>
      </p:sp>
      <p:pic>
        <p:nvPicPr>
          <p:cNvPr id="14" name="Picture 9">
            <a:extLst>
              <a:ext uri="{FF2B5EF4-FFF2-40B4-BE49-F238E27FC236}">
                <a16:creationId xmlns:a16="http://schemas.microsoft.com/office/drawing/2014/main" id="{640FD984-C4DE-495B-85D2-3524524D68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548CE250-C4C6-4C2E-AE2F-38B4A06818EB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10229813" y="1824456"/>
            <a:ext cx="1130560" cy="1130560"/>
          </a:xfrm>
          <a:prstGeom prst="rect">
            <a:avLst/>
          </a:prstGeom>
          <a:ln>
            <a:noFill/>
          </a:ln>
        </p:spPr>
      </p:pic>
      <p:pic>
        <p:nvPicPr>
          <p:cNvPr id="18" name="Image 17" descr="Une image contenant cercle, symbole, conception&#10;&#10;Description générée automatiquement">
            <a:extLst>
              <a:ext uri="{FF2B5EF4-FFF2-40B4-BE49-F238E27FC236}">
                <a16:creationId xmlns:a16="http://schemas.microsoft.com/office/drawing/2014/main" id="{D165E19E-83A2-4D82-9A0D-BBFDADFAFAA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95571" y="2154298"/>
            <a:ext cx="494719" cy="470877"/>
          </a:xfrm>
          <a:prstGeom prst="rect">
            <a:avLst/>
          </a:prstGeom>
          <a:ln>
            <a:noFill/>
          </a:ln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01334C90-1F62-4FC5-8B50-D7692D35BC6F}"/>
              </a:ext>
            </a:extLst>
          </p:cNvPr>
          <p:cNvPicPr>
            <a:picLocks noChangeAspect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6892" y="3665605"/>
            <a:ext cx="838283" cy="838283"/>
          </a:xfrm>
          <a:prstGeom prst="rect">
            <a:avLst/>
          </a:prstGeom>
          <a:ln>
            <a:noFill/>
          </a:ln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FA578215-319C-47D9-8FE0-CEBEB1CB3A2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999535" y="3987267"/>
            <a:ext cx="1545224" cy="392015"/>
          </a:xfrm>
          <a:prstGeom prst="rect">
            <a:avLst/>
          </a:prstGeom>
          <a:ln>
            <a:noFill/>
          </a:ln>
        </p:spPr>
      </p:pic>
      <p:pic>
        <p:nvPicPr>
          <p:cNvPr id="22" name="Image 21">
            <a:extLst>
              <a:ext uri="{FF2B5EF4-FFF2-40B4-BE49-F238E27FC236}">
                <a16:creationId xmlns:a16="http://schemas.microsoft.com/office/drawing/2014/main" id="{D45D7053-98AF-4A07-9E73-AB2DF62757FF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531" y="5456193"/>
            <a:ext cx="626348" cy="626348"/>
          </a:xfrm>
          <a:prstGeom prst="rect">
            <a:avLst/>
          </a:prstGeom>
          <a:ln>
            <a:noFill/>
          </a:ln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A1D6A823-D8B3-4569-B06E-DEDD59EFAE1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58172" y="5559245"/>
            <a:ext cx="1381016" cy="350356"/>
          </a:xfrm>
          <a:prstGeom prst="rect">
            <a:avLst/>
          </a:prstGeom>
          <a:ln>
            <a:noFill/>
          </a:ln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C8963FB3-8EF4-433A-87D8-A395D96A505B}"/>
              </a:ext>
            </a:extLst>
          </p:cNvPr>
          <p:cNvPicPr>
            <a:picLocks noChangeAspect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509" y="5282222"/>
            <a:ext cx="554047" cy="554047"/>
          </a:xfrm>
          <a:prstGeom prst="rect">
            <a:avLst/>
          </a:prstGeom>
          <a:ln>
            <a:noFill/>
          </a:ln>
        </p:spPr>
      </p:pic>
      <p:sp>
        <p:nvSpPr>
          <p:cNvPr id="15" name="Espace réservé du pied de page 10">
            <a:extLst>
              <a:ext uri="{FF2B5EF4-FFF2-40B4-BE49-F238E27FC236}">
                <a16:creationId xmlns:a16="http://schemas.microsoft.com/office/drawing/2014/main" id="{6D4040AD-2685-4A47-B6EC-3D8C9141D9ED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5435B6E-2AA6-4285-BEC2-8B1EDFFB8C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4" name="Espace réservé de la date 1">
            <a:extLst>
              <a:ext uri="{FF2B5EF4-FFF2-40B4-BE49-F238E27FC236}">
                <a16:creationId xmlns:a16="http://schemas.microsoft.com/office/drawing/2014/main" id="{37A8D7EB-3FA8-4D1E-84E2-64CF7DAD6659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17/11/2025</a:t>
            </a:r>
            <a:endParaRPr lang="fr-FR" dirty="0"/>
          </a:p>
        </p:txBody>
      </p:sp>
      <p:sp>
        <p:nvSpPr>
          <p:cNvPr id="25" name="Espace réservé du numéro de diapositive 16">
            <a:extLst>
              <a:ext uri="{FF2B5EF4-FFF2-40B4-BE49-F238E27FC236}">
                <a16:creationId xmlns:a16="http://schemas.microsoft.com/office/drawing/2014/main" id="{C01EF03E-82CD-4601-8D32-ECA15D836566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15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3145725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Procédure de travail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34F1E9-E0B0-4D42-8B7D-D8AAF906B58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64558" y="920441"/>
            <a:ext cx="11015974" cy="42670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FR" sz="1867" b="0" dirty="0">
                <a:solidFill>
                  <a:schemeClr val="tx1"/>
                </a:solidFill>
                <a:latin typeface="+mn-lt"/>
                <a:cs typeface="Arial"/>
              </a:rPr>
              <a:t>Tableau excel de travail (disponible sur </a:t>
            </a:r>
            <a:r>
              <a:rPr lang="fr-FR" sz="1867" b="0" dirty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cs typeface="Arial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sz="1867" b="0" dirty="0">
                <a:solidFill>
                  <a:schemeClr val="tx1"/>
                </a:solidFill>
                <a:latin typeface="+mn-lt"/>
                <a:cs typeface="Arial"/>
              </a:rPr>
              <a:t>) </a:t>
            </a:r>
          </a:p>
          <a:p>
            <a:pPr>
              <a:buFont typeface="Arial" panose="020B0604020202020204" pitchFamily="34" charset="0"/>
              <a:buChar char="•"/>
            </a:pPr>
            <a:endParaRPr lang="fr-FR" sz="1867" b="0" dirty="0">
              <a:solidFill>
                <a:schemeClr val="tx1"/>
              </a:solidFill>
              <a:latin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867" b="0" dirty="0">
                <a:solidFill>
                  <a:schemeClr val="tx1"/>
                </a:solidFill>
                <a:latin typeface="+mn-lt"/>
                <a:cs typeface="Arial"/>
              </a:rPr>
              <a:t>On part du standard CNIG V1</a:t>
            </a:r>
          </a:p>
          <a:p>
            <a:pPr lvl="1"/>
            <a:r>
              <a:rPr lang="fr-FR" sz="1667" b="0" dirty="0">
                <a:solidFill>
                  <a:schemeClr val="tx1"/>
                </a:solidFill>
                <a:latin typeface="+mn-lt"/>
                <a:cs typeface="Arial"/>
              </a:rPr>
              <a:t>Voit si un alignement est possible avec un élément déjà existant BD TOPO</a:t>
            </a:r>
          </a:p>
          <a:p>
            <a:pPr lvl="1"/>
            <a:r>
              <a:rPr lang="fr-FR" sz="1667" b="0" dirty="0">
                <a:solidFill>
                  <a:schemeClr val="tx1"/>
                </a:solidFill>
                <a:latin typeface="+mn-lt"/>
                <a:cs typeface="Arial"/>
              </a:rPr>
              <a:t>Discute des besoins Transport de bois + DFCI</a:t>
            </a:r>
          </a:p>
          <a:p>
            <a:pPr lvl="1"/>
            <a:r>
              <a:rPr lang="fr-FR" sz="1667" b="0" dirty="0">
                <a:solidFill>
                  <a:schemeClr val="tx1"/>
                </a:solidFill>
                <a:latin typeface="+mn-lt"/>
                <a:cs typeface="Arial"/>
              </a:rPr>
              <a:t>Voit quelle évolution technique est possible avec les experts BD TOPO</a:t>
            </a:r>
          </a:p>
          <a:p>
            <a:pPr marL="0" indent="0">
              <a:buNone/>
            </a:pPr>
            <a:endParaRPr lang="fr-FR" sz="1867" b="0" dirty="0">
              <a:solidFill>
                <a:schemeClr val="tx1"/>
              </a:solidFill>
              <a:latin typeface="+mn-lt"/>
              <a:cs typeface="Arial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FR" sz="1867" b="0" dirty="0">
                <a:solidFill>
                  <a:schemeClr val="tx1"/>
                </a:solidFill>
                <a:latin typeface="+mn-lt"/>
                <a:cs typeface="Arial"/>
              </a:rPr>
              <a:t>Ateliers de travail par type</a:t>
            </a:r>
          </a:p>
          <a:p>
            <a:pPr lvl="1"/>
            <a:r>
              <a:rPr lang="fr-FR" sz="1867" b="0" dirty="0">
                <a:solidFill>
                  <a:schemeClr val="tx1"/>
                </a:solidFill>
                <a:latin typeface="+mn-lt"/>
                <a:cs typeface="Arial"/>
              </a:rPr>
              <a:t>Linéaires Tronçons</a:t>
            </a:r>
          </a:p>
          <a:p>
            <a:pPr lvl="1"/>
            <a:r>
              <a:rPr lang="fr-FR" sz="1867" b="0" dirty="0">
                <a:solidFill>
                  <a:schemeClr val="tx1"/>
                </a:solidFill>
                <a:latin typeface="+mn-lt"/>
                <a:cs typeface="Arial"/>
              </a:rPr>
              <a:t>Ponctuels</a:t>
            </a:r>
          </a:p>
          <a:p>
            <a:pPr marL="1460463" lvl="2" indent="-380990">
              <a:buFont typeface="Arial" panose="020B0604020202020204" pitchFamily="34" charset="0"/>
              <a:buChar char="•"/>
            </a:pPr>
            <a:r>
              <a:rPr lang="fr-FR" sz="1867" dirty="0">
                <a:latin typeface="+mn-lt"/>
                <a:cs typeface="Arial"/>
              </a:rPr>
              <a:t>Équipements</a:t>
            </a:r>
            <a:endParaRPr lang="fr-FR" sz="1867" dirty="0">
              <a:latin typeface="+mn-lt"/>
              <a:ea typeface="Calibri" panose="020F0502020204030204"/>
              <a:cs typeface="Arial"/>
            </a:endParaRPr>
          </a:p>
          <a:p>
            <a:pPr marL="1460463" lvl="2" indent="-380990">
              <a:buFont typeface="Arial" panose="020B0604020202020204" pitchFamily="34" charset="0"/>
              <a:buChar char="•"/>
            </a:pPr>
            <a:r>
              <a:rPr lang="fr-FR" sz="1867" dirty="0">
                <a:latin typeface="+mn-lt"/>
                <a:cs typeface="Arial"/>
              </a:rPr>
              <a:t>Contraintes</a:t>
            </a:r>
            <a:endParaRPr lang="fr-FR" sz="1867" dirty="0">
              <a:latin typeface="+mn-lt"/>
              <a:ea typeface="Calibri" panose="020F0502020204030204"/>
              <a:cs typeface="Arial"/>
            </a:endParaRPr>
          </a:p>
          <a:p>
            <a:pPr marL="1460463" lvl="2" indent="-380990">
              <a:buFont typeface="Arial" panose="020B0604020202020204" pitchFamily="34" charset="0"/>
              <a:buChar char="•"/>
            </a:pPr>
            <a:r>
              <a:rPr lang="fr-FR" sz="1867" dirty="0">
                <a:latin typeface="+mn-lt"/>
                <a:cs typeface="Arial"/>
              </a:rPr>
              <a:t>Points d’eau (sous-groupe DFCI)</a:t>
            </a:r>
            <a:endParaRPr lang="fr-FR" sz="1867" dirty="0">
              <a:latin typeface="+mn-lt"/>
              <a:ea typeface="Calibri" panose="020F0502020204030204"/>
              <a:cs typeface="Arial"/>
            </a:endParaRPr>
          </a:p>
          <a:p>
            <a:endParaRPr lang="fr-FR" sz="1867" b="0" dirty="0">
              <a:solidFill>
                <a:schemeClr val="tx1"/>
              </a:solidFill>
              <a:latin typeface="+mn-lt"/>
              <a:ea typeface="Calibri" panose="020F0502020204030204"/>
              <a:cs typeface="Arial"/>
            </a:endParaRPr>
          </a:p>
          <a:p>
            <a:pPr marL="1313994" lvl="2" indent="-234521"/>
            <a:endParaRPr lang="fr-FR" sz="1867" dirty="0">
              <a:latin typeface="+mn-lt"/>
              <a:ea typeface="Calibri" panose="020F0502020204030204"/>
              <a:cs typeface="Arial"/>
            </a:endParaRPr>
          </a:p>
          <a:p>
            <a:endParaRPr lang="fr-FR" sz="1867" b="0" dirty="0">
              <a:solidFill>
                <a:schemeClr val="tx1"/>
              </a:solidFill>
              <a:latin typeface="+mn-lt"/>
              <a:cs typeface="Arial"/>
            </a:endParaRPr>
          </a:p>
          <a:p>
            <a:pPr marL="0" indent="0">
              <a:buNone/>
            </a:pPr>
            <a:endParaRPr lang="en-US" sz="1867" b="0" i="1" dirty="0">
              <a:latin typeface="+mn-lt"/>
              <a:ea typeface="Calibri"/>
              <a:cs typeface="Calibri"/>
            </a:endParaRPr>
          </a:p>
          <a:p>
            <a:pPr lvl="1"/>
            <a:endParaRPr lang="fr-FR" sz="1867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pPr lvl="1"/>
            <a:endParaRPr lang="fr-FR" sz="1867" b="0" dirty="0">
              <a:latin typeface="+mn-lt"/>
            </a:endParaRPr>
          </a:p>
          <a:p>
            <a:pPr marL="990575" lvl="1" indent="-380990">
              <a:spcBef>
                <a:spcPts val="400"/>
              </a:spcBef>
              <a:buFont typeface="Courier New" panose="02070309020205020404" pitchFamily="49" charset="0"/>
              <a:buChar char="o"/>
            </a:pPr>
            <a:endParaRPr lang="fr-FR" sz="1867" b="0" dirty="0">
              <a:solidFill>
                <a:srgbClr val="000000"/>
              </a:solidFill>
              <a:latin typeface="+mn-lt"/>
              <a:ea typeface="Times New Roman" panose="02020603050405020304" pitchFamily="18" charset="0"/>
              <a:cs typeface="Arial"/>
            </a:endParaRPr>
          </a:p>
          <a:p>
            <a:pPr marL="990575" lvl="1" indent="-380990">
              <a:buFont typeface="Courier New" panose="02070309020205020404" pitchFamily="49" charset="0"/>
              <a:buChar char="o"/>
            </a:pPr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 marL="990575" lvl="1" indent="-380990">
              <a:spcBef>
                <a:spcPts val="400"/>
              </a:spcBef>
              <a:buFont typeface="Courier New" panose="02070309020205020404" pitchFamily="49" charset="0"/>
              <a:buChar char="o"/>
            </a:pPr>
            <a:endParaRPr lang="fr-FR" sz="1867" b="0" dirty="0">
              <a:solidFill>
                <a:srgbClr val="000000"/>
              </a:solidFill>
              <a:latin typeface="+mn-lt"/>
              <a:ea typeface="Calibri"/>
              <a:cs typeface="Arial"/>
            </a:endParaRPr>
          </a:p>
          <a:p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 algn="just"/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  <a:p>
            <a:pPr marL="0" indent="0">
              <a:buNone/>
            </a:pPr>
            <a:endParaRPr lang="fr-FR" sz="1867" b="0" dirty="0">
              <a:solidFill>
                <a:srgbClr val="000000"/>
              </a:solidFill>
              <a:latin typeface="+mn-lt"/>
              <a:ea typeface="Calibri" panose="020F0502020204030204" pitchFamily="34" charset="0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5D79A647-6EB7-4499-8224-18211A4F67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426" y="1041395"/>
            <a:ext cx="3584447" cy="125142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979C9660-3FC5-4568-9ABD-92A1CB5D4C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4314" y="3774498"/>
            <a:ext cx="1939913" cy="1939913"/>
          </a:xfrm>
          <a:prstGeom prst="rect">
            <a:avLst/>
          </a:prstGeom>
          <a:ln>
            <a:noFill/>
          </a:ln>
        </p:spPr>
      </p:pic>
      <p:sp>
        <p:nvSpPr>
          <p:cNvPr id="12" name="Ellipse 11">
            <a:extLst>
              <a:ext uri="{FF2B5EF4-FFF2-40B4-BE49-F238E27FC236}">
                <a16:creationId xmlns:a16="http://schemas.microsoft.com/office/drawing/2014/main" id="{176B83BD-B4A7-46E2-BA65-69DA73B2ED84}"/>
              </a:ext>
            </a:extLst>
          </p:cNvPr>
          <p:cNvSpPr/>
          <p:nvPr/>
        </p:nvSpPr>
        <p:spPr>
          <a:xfrm>
            <a:off x="225599" y="1832063"/>
            <a:ext cx="243323" cy="228475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89C902C-B7AF-45C3-8938-A98B42336D2F}"/>
              </a:ext>
            </a:extLst>
          </p:cNvPr>
          <p:cNvSpPr/>
          <p:nvPr/>
        </p:nvSpPr>
        <p:spPr>
          <a:xfrm>
            <a:off x="7811677" y="840291"/>
            <a:ext cx="243323" cy="228475"/>
          </a:xfrm>
          <a:prstGeom prst="ellips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1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E090DFCB-E332-42CF-93CF-4B422CF17AF9}"/>
              </a:ext>
            </a:extLst>
          </p:cNvPr>
          <p:cNvSpPr/>
          <p:nvPr/>
        </p:nvSpPr>
        <p:spPr>
          <a:xfrm>
            <a:off x="223700" y="2322978"/>
            <a:ext cx="243323" cy="228475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2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70D06BF4-43A9-46C0-80ED-20245F75F7DB}"/>
              </a:ext>
            </a:extLst>
          </p:cNvPr>
          <p:cNvSpPr/>
          <p:nvPr/>
        </p:nvSpPr>
        <p:spPr>
          <a:xfrm>
            <a:off x="9209924" y="826632"/>
            <a:ext cx="243323" cy="228475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2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8A44BCC-2C58-428D-AFBA-723D9F139340}"/>
              </a:ext>
            </a:extLst>
          </p:cNvPr>
          <p:cNvSpPr/>
          <p:nvPr/>
        </p:nvSpPr>
        <p:spPr>
          <a:xfrm>
            <a:off x="223700" y="2751259"/>
            <a:ext cx="243323" cy="2284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3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88FAA2DD-74D1-4D9D-8958-B767C30A9019}"/>
              </a:ext>
            </a:extLst>
          </p:cNvPr>
          <p:cNvSpPr/>
          <p:nvPr/>
        </p:nvSpPr>
        <p:spPr>
          <a:xfrm>
            <a:off x="10460905" y="828403"/>
            <a:ext cx="243323" cy="22847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3</a:t>
            </a:r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216807BD-A839-43F2-818D-A1B45D2AF318}"/>
              </a:ext>
            </a:extLst>
          </p:cNvPr>
          <p:cNvSpPr/>
          <p:nvPr/>
        </p:nvSpPr>
        <p:spPr>
          <a:xfrm>
            <a:off x="223700" y="3172726"/>
            <a:ext cx="243323" cy="22847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4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2EAAA130-19E2-4154-876E-45483716FDA9}"/>
              </a:ext>
            </a:extLst>
          </p:cNvPr>
          <p:cNvSpPr/>
          <p:nvPr/>
        </p:nvSpPr>
        <p:spPr>
          <a:xfrm>
            <a:off x="10060149" y="828429"/>
            <a:ext cx="243323" cy="228475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dirty="0"/>
              <a:t>4</a:t>
            </a:r>
          </a:p>
        </p:txBody>
      </p:sp>
      <p:sp>
        <p:nvSpPr>
          <p:cNvPr id="16" name="Espace réservé du pied de page 10">
            <a:extLst>
              <a:ext uri="{FF2B5EF4-FFF2-40B4-BE49-F238E27FC236}">
                <a16:creationId xmlns:a16="http://schemas.microsoft.com/office/drawing/2014/main" id="{4972FAA4-AED6-4054-BA59-F437A686F84E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A99FED-647D-43E6-82B2-256499C805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9" name="Espace réservé de la date 1">
            <a:extLst>
              <a:ext uri="{FF2B5EF4-FFF2-40B4-BE49-F238E27FC236}">
                <a16:creationId xmlns:a16="http://schemas.microsoft.com/office/drawing/2014/main" id="{90A98CE7-3F03-4530-81C9-0B1848276301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17/11/2025</a:t>
            </a:r>
            <a:endParaRPr lang="fr-FR" dirty="0"/>
          </a:p>
        </p:txBody>
      </p:sp>
      <p:sp>
        <p:nvSpPr>
          <p:cNvPr id="23" name="Espace réservé du numéro de diapositive 16">
            <a:extLst>
              <a:ext uri="{FF2B5EF4-FFF2-40B4-BE49-F238E27FC236}">
                <a16:creationId xmlns:a16="http://schemas.microsoft.com/office/drawing/2014/main" id="{4E7E72DB-A706-4DD3-8AD3-0145B4D04F79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16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36867826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Points d’attention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BA94DC30-A1A6-461F-8B50-096B6AC8A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89" y="1319313"/>
            <a:ext cx="623740" cy="623740"/>
          </a:xfrm>
          <a:prstGeom prst="rect">
            <a:avLst/>
          </a:prstGeom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E679F054-6018-4CF0-94F1-33ED5BC531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89" y="2983987"/>
            <a:ext cx="623740" cy="623740"/>
          </a:xfrm>
          <a:prstGeom prst="rect">
            <a:avLst/>
          </a:prstGeom>
        </p:spPr>
      </p:pic>
      <p:sp>
        <p:nvSpPr>
          <p:cNvPr id="27" name="ZoneTexte 26">
            <a:extLst>
              <a:ext uri="{FF2B5EF4-FFF2-40B4-BE49-F238E27FC236}">
                <a16:creationId xmlns:a16="http://schemas.microsoft.com/office/drawing/2014/main" id="{0FC948AE-773B-40A9-9ED8-2A1AB050C902}"/>
              </a:ext>
            </a:extLst>
          </p:cNvPr>
          <p:cNvSpPr txBox="1"/>
          <p:nvPr/>
        </p:nvSpPr>
        <p:spPr>
          <a:xfrm>
            <a:off x="920444" y="1265944"/>
            <a:ext cx="7858691" cy="1323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67" b="1" dirty="0"/>
              <a:t>Modélisation</a:t>
            </a:r>
            <a:r>
              <a:rPr lang="fr-FR" sz="1867" dirty="0"/>
              <a:t> =</a:t>
            </a:r>
          </a:p>
          <a:p>
            <a:r>
              <a:rPr lang="fr-FR" sz="1867" dirty="0"/>
              <a:t>Définir un socle de données minimal commun :</a:t>
            </a:r>
          </a:p>
          <a:p>
            <a:r>
              <a:rPr lang="fr-FR" sz="1867" dirty="0"/>
              <a:t>On ne redéfinit ni les </a:t>
            </a:r>
            <a:r>
              <a:rPr lang="fr-FR" sz="1867" dirty="0" err="1"/>
              <a:t>BDs</a:t>
            </a:r>
            <a:r>
              <a:rPr lang="fr-FR" sz="1867" dirty="0"/>
              <a:t>, ni outils, ni les cartographies métiers !</a:t>
            </a:r>
          </a:p>
          <a:p>
            <a:endParaRPr lang="fr-FR" sz="2400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8CA874C-FF39-47F3-B6CB-1D51492A8661}"/>
              </a:ext>
            </a:extLst>
          </p:cNvPr>
          <p:cNvSpPr txBox="1"/>
          <p:nvPr/>
        </p:nvSpPr>
        <p:spPr>
          <a:xfrm>
            <a:off x="920444" y="4955984"/>
            <a:ext cx="10830963" cy="1528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67" b="1" dirty="0"/>
              <a:t>Concertation</a:t>
            </a:r>
            <a:r>
              <a:rPr lang="fr-FR" sz="1867" dirty="0"/>
              <a:t> =</a:t>
            </a:r>
          </a:p>
          <a:p>
            <a:r>
              <a:rPr lang="fr-FR" sz="1867" dirty="0"/>
              <a:t>Tous les travaux sont ouverts et chaque acteur participant (à distance ou en présentiel) a une voix durant les phases de standardisation (modélisation, écriture, relecture, appel à commentaires)</a:t>
            </a:r>
          </a:p>
          <a:p>
            <a:endParaRPr lang="fr-FR" sz="1867" dirty="0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C75DE51-7AF8-424F-A9A0-2F6560CEC849}"/>
              </a:ext>
            </a:extLst>
          </p:cNvPr>
          <p:cNvSpPr txBox="1"/>
          <p:nvPr/>
        </p:nvSpPr>
        <p:spPr>
          <a:xfrm>
            <a:off x="920443" y="2864744"/>
            <a:ext cx="10830964" cy="1816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67" b="1" dirty="0"/>
              <a:t>Evolutions BD TOPO</a:t>
            </a:r>
            <a:r>
              <a:rPr lang="fr-FR" sz="1867" dirty="0"/>
              <a:t> =</a:t>
            </a:r>
          </a:p>
          <a:p>
            <a:r>
              <a:rPr lang="fr-FR" sz="1867" dirty="0"/>
              <a:t>Les données seront reçues dans la BD TOPO. On essaie de faire converger le modèle au maximum afin de ne pas impacter les données socles BD TOPO. </a:t>
            </a:r>
          </a:p>
          <a:p>
            <a:r>
              <a:rPr lang="fr-FR" sz="1867" dirty="0"/>
              <a:t>Néanmoins des évolutions BD TOPO sont à prévoir car une route en forêt = une route, donc une évolution sur un attribut route en forêt = une évolution sur tous les linéaires routes </a:t>
            </a:r>
          </a:p>
          <a:p>
            <a:endParaRPr lang="fr-FR" sz="1867" dirty="0"/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281FB2F7-B50F-4180-8557-FDA8B89F6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289" y="5073034"/>
            <a:ext cx="623740" cy="623740"/>
          </a:xfrm>
          <a:prstGeom prst="rect">
            <a:avLst/>
          </a:prstGeom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C14BE73E-3719-419B-A08A-CA7E96937490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5A87A0C-869B-483D-B728-69F279DCF0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13" name="Espace réservé de la date 1">
            <a:extLst>
              <a:ext uri="{FF2B5EF4-FFF2-40B4-BE49-F238E27FC236}">
                <a16:creationId xmlns:a16="http://schemas.microsoft.com/office/drawing/2014/main" id="{146FD404-BF76-4E78-875E-7E06D0BAFB5C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17/11/2025</a:t>
            </a:r>
            <a:endParaRPr lang="fr-FR" dirty="0"/>
          </a:p>
        </p:txBody>
      </p:sp>
      <p:sp>
        <p:nvSpPr>
          <p:cNvPr id="14" name="Espace réservé du numéro de diapositive 16">
            <a:extLst>
              <a:ext uri="{FF2B5EF4-FFF2-40B4-BE49-F238E27FC236}">
                <a16:creationId xmlns:a16="http://schemas.microsoft.com/office/drawing/2014/main" id="{F0F73F4B-49BE-420F-922E-E1462DB63385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17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39483141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AF57F93-E69D-4EDF-91CF-48FB63F3C4F3}"/>
              </a:ext>
            </a:extLst>
          </p:cNvPr>
          <p:cNvSpPr/>
          <p:nvPr/>
        </p:nvSpPr>
        <p:spPr>
          <a:xfrm>
            <a:off x="2268415" y="764931"/>
            <a:ext cx="9231923" cy="63568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479999" y="5061181"/>
            <a:ext cx="11232000" cy="1318019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Où en est-on du standard?</a:t>
            </a:r>
            <a:br>
              <a:rPr lang="fr-FR" dirty="0"/>
            </a:br>
            <a:r>
              <a:rPr lang="fr-FR" dirty="0"/>
              <a:t>- Etat des travaux</a:t>
            </a:r>
            <a:br>
              <a:rPr lang="fr-FR" dirty="0"/>
            </a:br>
            <a:br>
              <a:rPr lang="fr-FR" i="1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br>
              <a:rPr lang="fr-FR" dirty="0"/>
            </a:br>
            <a:endParaRPr lang="fr-FR" dirty="0"/>
          </a:p>
        </p:txBody>
      </p:sp>
      <p:pic>
        <p:nvPicPr>
          <p:cNvPr id="17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815" y="77849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2B07BEB3-9719-439E-A4E6-66CA6099D8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7225" y="4342402"/>
            <a:ext cx="1222849" cy="1377189"/>
          </a:xfrm>
          <a:prstGeom prst="rect">
            <a:avLst/>
          </a:prstGeom>
        </p:spPr>
      </p:pic>
      <p:sp>
        <p:nvSpPr>
          <p:cNvPr id="11" name="Espace réservé du pied de page 10">
            <a:extLst>
              <a:ext uri="{FF2B5EF4-FFF2-40B4-BE49-F238E27FC236}">
                <a16:creationId xmlns:a16="http://schemas.microsoft.com/office/drawing/2014/main" id="{E3EC4344-ED5F-4153-9098-753293F1ACFD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2" name="Espace réservé de la date 1">
            <a:extLst>
              <a:ext uri="{FF2B5EF4-FFF2-40B4-BE49-F238E27FC236}">
                <a16:creationId xmlns:a16="http://schemas.microsoft.com/office/drawing/2014/main" id="{623E21CF-B18D-44E1-8F5E-0AAC17F48BBC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17/11/2025</a:t>
            </a:r>
            <a:endParaRPr lang="fr-FR" dirty="0"/>
          </a:p>
        </p:txBody>
      </p:sp>
      <p:sp>
        <p:nvSpPr>
          <p:cNvPr id="13" name="Espace réservé du numéro de diapositive 16">
            <a:extLst>
              <a:ext uri="{FF2B5EF4-FFF2-40B4-BE49-F238E27FC236}">
                <a16:creationId xmlns:a16="http://schemas.microsoft.com/office/drawing/2014/main" id="{E0970369-BF12-4FAF-965E-C60F2791F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52000" y="6378000"/>
            <a:ext cx="1800000" cy="480000"/>
          </a:xfrm>
        </p:spPr>
        <p:txBody>
          <a:bodyPr/>
          <a:lstStyle/>
          <a:p>
            <a:fld id="{733122C9-A0B9-462F-8757-0847AD287B63}" type="slidenum">
              <a:rPr lang="fr-FR" smtClean="0"/>
              <a:pPr/>
              <a:t>18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41594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dirty="0"/>
              <a:t>Planning prévisionnel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34F1E9-E0B0-4D42-8B7D-D8AAF906B58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264556" y="909511"/>
            <a:ext cx="11662887" cy="4740619"/>
          </a:xfrm>
        </p:spPr>
        <p:txBody>
          <a:bodyPr/>
          <a:lstStyle/>
          <a:p>
            <a:pPr lvl="1" algn="just"/>
            <a:r>
              <a:rPr lang="fr-FR" sz="1867" dirty="0">
                <a:solidFill>
                  <a:srgbClr val="000000"/>
                </a:solidFill>
                <a:latin typeface="+mn-lt"/>
              </a:rPr>
              <a:t>Modélisation</a:t>
            </a:r>
            <a:r>
              <a:rPr lang="fr-FR" sz="1867" b="0" dirty="0">
                <a:solidFill>
                  <a:srgbClr val="000000"/>
                </a:solidFill>
                <a:latin typeface="+mn-lt"/>
              </a:rPr>
              <a:t> </a:t>
            </a:r>
            <a:r>
              <a:rPr lang="fr-FR" sz="1867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jusqu’à fin décembre2025</a:t>
            </a:r>
            <a:endParaRPr lang="fr-FR" sz="1867" b="0" dirty="0">
              <a:solidFill>
                <a:srgbClr val="000000"/>
              </a:solidFill>
              <a:latin typeface="+mn-lt"/>
            </a:endParaRP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fr-FR" sz="1867" u="sng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Linéaires</a:t>
            </a:r>
          </a:p>
          <a:p>
            <a:pPr lvl="4" algn="just"/>
            <a:r>
              <a:rPr lang="fr-FR" sz="1800" dirty="0">
                <a:solidFill>
                  <a:srgbClr val="000000"/>
                </a:solidFill>
                <a:sym typeface="Wingdings" panose="05000000000000000000" pitchFamily="2" charset="2"/>
              </a:rPr>
              <a:t>Réalisé durant les sessions de Février et juin 2025</a:t>
            </a:r>
          </a:p>
          <a:p>
            <a:pPr lvl="4" algn="just"/>
            <a:r>
              <a:rPr lang="fr-FR" sz="1800" dirty="0">
                <a:solidFill>
                  <a:srgbClr val="000000"/>
                </a:solidFill>
                <a:sym typeface="Wingdings" panose="05000000000000000000" pitchFamily="2" charset="2"/>
              </a:rPr>
              <a:t>Finalisation fin 2025 </a:t>
            </a:r>
          </a:p>
          <a:p>
            <a:pPr lvl="2" algn="just">
              <a:buFont typeface="Arial" panose="020B0604020202020204" pitchFamily="34" charset="0"/>
              <a:buChar char="•"/>
            </a:pPr>
            <a:r>
              <a:rPr lang="fr-FR" sz="1867" u="sng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Ponctuels</a:t>
            </a:r>
          </a:p>
          <a:p>
            <a:pPr lvl="4" algn="just"/>
            <a:r>
              <a:rPr lang="fr-FR" sz="1800" dirty="0">
                <a:solidFill>
                  <a:srgbClr val="000000"/>
                </a:solidFill>
                <a:sym typeface="Wingdings" panose="05000000000000000000" pitchFamily="2" charset="2"/>
              </a:rPr>
              <a:t>Sous-groupe points d’eau -&gt; démarrage fin 2025</a:t>
            </a:r>
          </a:p>
          <a:p>
            <a:pPr lvl="4" algn="just"/>
            <a:r>
              <a:rPr lang="fr-FR" sz="1800" dirty="0">
                <a:solidFill>
                  <a:srgbClr val="000000"/>
                </a:solidFill>
                <a:sym typeface="Wingdings" panose="05000000000000000000" pitchFamily="2" charset="2"/>
              </a:rPr>
              <a:t>Atelier 17 novembre 2025</a:t>
            </a:r>
          </a:p>
          <a:p>
            <a:pPr lvl="4" algn="just"/>
            <a:endParaRPr lang="fr-FR" sz="1867" dirty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lvl="1" algn="just"/>
            <a:r>
              <a:rPr lang="fr-FR" sz="1867" dirty="0">
                <a:solidFill>
                  <a:srgbClr val="000000"/>
                </a:solidFill>
                <a:latin typeface="+mn-lt"/>
              </a:rPr>
              <a:t>Ecriture du standard </a:t>
            </a:r>
            <a:r>
              <a:rPr lang="fr-FR" sz="1867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décembre à janvier 2026</a:t>
            </a:r>
            <a:endParaRPr lang="fr-FR" sz="1867" b="0" dirty="0">
              <a:solidFill>
                <a:srgbClr val="000000"/>
              </a:solidFill>
              <a:latin typeface="+mn-lt"/>
            </a:endParaRPr>
          </a:p>
          <a:p>
            <a:pPr lvl="1" algn="just"/>
            <a:r>
              <a:rPr lang="fr-FR" sz="1867" dirty="0">
                <a:solidFill>
                  <a:srgbClr val="000000"/>
                </a:solidFill>
                <a:latin typeface="+mn-lt"/>
              </a:rPr>
              <a:t>Relecture et validation par le GT </a:t>
            </a:r>
            <a:r>
              <a:rPr lang="fr-FR" sz="1867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janvier 2026</a:t>
            </a:r>
            <a:endParaRPr lang="fr-FR" sz="1867" b="0" dirty="0">
              <a:solidFill>
                <a:srgbClr val="000000"/>
              </a:solidFill>
              <a:latin typeface="+mn-lt"/>
            </a:endParaRPr>
          </a:p>
          <a:p>
            <a:pPr lvl="1" algn="just"/>
            <a:r>
              <a:rPr lang="fr-FR" sz="1867" dirty="0">
                <a:solidFill>
                  <a:srgbClr val="000000"/>
                </a:solidFill>
                <a:latin typeface="+mn-lt"/>
              </a:rPr>
              <a:t>Appel à commentaires (ouvert à tous) </a:t>
            </a:r>
            <a:r>
              <a:rPr lang="fr-FR" sz="1867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février à mars 2026</a:t>
            </a:r>
            <a:endParaRPr lang="fr-FR" sz="1867" b="0" dirty="0">
              <a:solidFill>
                <a:srgbClr val="000000"/>
              </a:solidFill>
              <a:latin typeface="+mn-lt"/>
            </a:endParaRPr>
          </a:p>
          <a:p>
            <a:pPr lvl="1" algn="just"/>
            <a:r>
              <a:rPr lang="fr-FR" sz="1867" dirty="0">
                <a:solidFill>
                  <a:srgbClr val="000000"/>
                </a:solidFill>
                <a:latin typeface="+mn-lt"/>
              </a:rPr>
              <a:t>Résolution des commentaires et publication par le GT </a:t>
            </a:r>
            <a:r>
              <a:rPr lang="fr-FR" sz="1867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mars 2026</a:t>
            </a:r>
          </a:p>
          <a:p>
            <a:pPr lvl="1" algn="just"/>
            <a:r>
              <a:rPr lang="fr-FR" sz="1867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Passage du standard devant la commission des standards du CNIG </a:t>
            </a:r>
            <a:r>
              <a:rPr lang="fr-FR" sz="1867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printemps 2026</a:t>
            </a:r>
          </a:p>
          <a:p>
            <a:pPr lvl="1" algn="just"/>
            <a:endParaRPr lang="fr-FR" sz="1867" b="0" dirty="0">
              <a:solidFill>
                <a:srgbClr val="000000"/>
              </a:solidFill>
              <a:latin typeface="+mn-lt"/>
              <a:sym typeface="Wingdings" panose="05000000000000000000" pitchFamily="2" charset="2"/>
            </a:endParaRPr>
          </a:p>
          <a:p>
            <a:pPr marL="239994" lvl="1" indent="0" algn="just">
              <a:buNone/>
            </a:pPr>
            <a:r>
              <a:rPr lang="fr-FR" sz="1067" b="0" i="1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(</a:t>
            </a:r>
            <a:r>
              <a:rPr lang="fr-FR" sz="1067" b="0" i="1" dirty="0">
                <a:solidFill>
                  <a:srgbClr val="000000"/>
                </a:solidFill>
                <a:latin typeface="+mn-lt"/>
                <a:cs typeface="Arial"/>
                <a:sym typeface="Wingdings" panose="05000000000000000000" pitchFamily="2" charset="2"/>
              </a:rPr>
              <a:t> </a:t>
            </a:r>
            <a:r>
              <a:rPr lang="fr-FR" sz="1067" b="0" i="1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Lancement du GT 2 « </a:t>
            </a:r>
            <a:r>
              <a:rPr lang="fr-FR" sz="1067" b="0" i="1" dirty="0">
                <a:solidFill>
                  <a:srgbClr val="000000"/>
                </a:solidFill>
                <a:latin typeface="+mn-lt"/>
              </a:rPr>
              <a:t>Processus / infrastructure de la remontée de l’information + modalités de mise à jour » à initier par la DGPE)</a:t>
            </a:r>
          </a:p>
          <a:p>
            <a:endParaRPr lang="fr-FR" sz="1867" b="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27B8787-529B-4DBD-8C14-94ED537BD0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565" y="228894"/>
            <a:ext cx="624635" cy="624635"/>
          </a:xfrm>
          <a:prstGeom prst="rect">
            <a:avLst/>
          </a:prstGeom>
        </p:spPr>
      </p:pic>
      <p:pic>
        <p:nvPicPr>
          <p:cNvPr id="8" name="Picture 2">
            <a:extLst>
              <a:ext uri="{FF2B5EF4-FFF2-40B4-BE49-F238E27FC236}">
                <a16:creationId xmlns:a16="http://schemas.microsoft.com/office/drawing/2014/main" id="{3D4EE40C-6500-4315-97D3-91DA233170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45226" y="1682672"/>
            <a:ext cx="4082217" cy="2688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0979C447-8465-4500-BD2A-73A7B4E03317}"/>
              </a:ext>
            </a:extLst>
          </p:cNvPr>
          <p:cNvCxnSpPr>
            <a:cxnSpLocks/>
            <a:endCxn id="8" idx="2"/>
          </p:cNvCxnSpPr>
          <p:nvPr/>
        </p:nvCxnSpPr>
        <p:spPr>
          <a:xfrm flipH="1" flipV="1">
            <a:off x="9886335" y="4371640"/>
            <a:ext cx="242404" cy="1026838"/>
          </a:xfrm>
          <a:prstGeom prst="straightConnector1">
            <a:avLst/>
          </a:prstGeom>
          <a:ln w="19050">
            <a:solidFill>
              <a:srgbClr val="0563C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455DE883-1EE2-4231-80E2-4665ACB46884}"/>
              </a:ext>
            </a:extLst>
          </p:cNvPr>
          <p:cNvCxnSpPr>
            <a:cxnSpLocks/>
          </p:cNvCxnSpPr>
          <p:nvPr/>
        </p:nvCxnSpPr>
        <p:spPr>
          <a:xfrm>
            <a:off x="6989885" y="2057400"/>
            <a:ext cx="3429000" cy="1556238"/>
          </a:xfrm>
          <a:prstGeom prst="straightConnector1">
            <a:avLst/>
          </a:prstGeom>
          <a:ln w="19050">
            <a:solidFill>
              <a:srgbClr val="8FAC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31FD90BB-AAC8-4A04-92E6-23DA9915E89C}"/>
              </a:ext>
            </a:extLst>
          </p:cNvPr>
          <p:cNvCxnSpPr>
            <a:cxnSpLocks/>
          </p:cNvCxnSpPr>
          <p:nvPr/>
        </p:nvCxnSpPr>
        <p:spPr>
          <a:xfrm flipV="1">
            <a:off x="6268915" y="3613638"/>
            <a:ext cx="4149970" cy="152400"/>
          </a:xfrm>
          <a:prstGeom prst="straightConnector1">
            <a:avLst/>
          </a:prstGeom>
          <a:ln w="19050">
            <a:solidFill>
              <a:srgbClr val="8FAC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Connecteur droit avec flèche 15">
            <a:extLst>
              <a:ext uri="{FF2B5EF4-FFF2-40B4-BE49-F238E27FC236}">
                <a16:creationId xmlns:a16="http://schemas.microsoft.com/office/drawing/2014/main" id="{8E9BF77F-2226-4DC1-8F23-D40F4632BD03}"/>
              </a:ext>
            </a:extLst>
          </p:cNvPr>
          <p:cNvCxnSpPr>
            <a:cxnSpLocks/>
          </p:cNvCxnSpPr>
          <p:nvPr/>
        </p:nvCxnSpPr>
        <p:spPr>
          <a:xfrm flipV="1">
            <a:off x="6268915" y="3613638"/>
            <a:ext cx="4149970" cy="651948"/>
          </a:xfrm>
          <a:prstGeom prst="straightConnector1">
            <a:avLst/>
          </a:prstGeom>
          <a:ln w="19050">
            <a:solidFill>
              <a:srgbClr val="8FAC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1C7B80CF-186A-4AD2-9DA4-51AFCC049EA8}"/>
              </a:ext>
            </a:extLst>
          </p:cNvPr>
          <p:cNvCxnSpPr>
            <a:cxnSpLocks/>
          </p:cNvCxnSpPr>
          <p:nvPr/>
        </p:nvCxnSpPr>
        <p:spPr>
          <a:xfrm flipV="1">
            <a:off x="7552592" y="4371640"/>
            <a:ext cx="2197890" cy="331165"/>
          </a:xfrm>
          <a:prstGeom prst="straightConnector1">
            <a:avLst/>
          </a:prstGeom>
          <a:ln w="19050">
            <a:solidFill>
              <a:srgbClr val="0563C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necteur droit avec flèche 21">
            <a:extLst>
              <a:ext uri="{FF2B5EF4-FFF2-40B4-BE49-F238E27FC236}">
                <a16:creationId xmlns:a16="http://schemas.microsoft.com/office/drawing/2014/main" id="{DF193F05-9A5B-4C65-9265-638A2880B8BC}"/>
              </a:ext>
            </a:extLst>
          </p:cNvPr>
          <p:cNvCxnSpPr>
            <a:cxnSpLocks/>
          </p:cNvCxnSpPr>
          <p:nvPr/>
        </p:nvCxnSpPr>
        <p:spPr>
          <a:xfrm flipV="1">
            <a:off x="8423031" y="4407315"/>
            <a:ext cx="1434003" cy="762562"/>
          </a:xfrm>
          <a:prstGeom prst="straightConnector1">
            <a:avLst/>
          </a:prstGeom>
          <a:ln w="19050">
            <a:solidFill>
              <a:srgbClr val="0563C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Ellipse 32">
            <a:extLst>
              <a:ext uri="{FF2B5EF4-FFF2-40B4-BE49-F238E27FC236}">
                <a16:creationId xmlns:a16="http://schemas.microsoft.com/office/drawing/2014/main" id="{340C3249-79FA-41A9-A911-7BA976AB399C}"/>
              </a:ext>
            </a:extLst>
          </p:cNvPr>
          <p:cNvSpPr/>
          <p:nvPr/>
        </p:nvSpPr>
        <p:spPr>
          <a:xfrm>
            <a:off x="10310762" y="3326242"/>
            <a:ext cx="925680" cy="832450"/>
          </a:xfrm>
          <a:prstGeom prst="ellipse">
            <a:avLst/>
          </a:prstGeom>
          <a:noFill/>
          <a:ln>
            <a:solidFill>
              <a:srgbClr val="8FAC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735C1D7D-4D9F-4E62-9837-25C5048ACDF7}"/>
              </a:ext>
            </a:extLst>
          </p:cNvPr>
          <p:cNvSpPr/>
          <p:nvPr/>
        </p:nvSpPr>
        <p:spPr>
          <a:xfrm>
            <a:off x="9391133" y="3665016"/>
            <a:ext cx="925680" cy="832450"/>
          </a:xfrm>
          <a:prstGeom prst="ellipse">
            <a:avLst/>
          </a:prstGeom>
          <a:noFill/>
          <a:ln>
            <a:solidFill>
              <a:srgbClr val="0563C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5" name="Espace réservé du pied de page 10">
            <a:extLst>
              <a:ext uri="{FF2B5EF4-FFF2-40B4-BE49-F238E27FC236}">
                <a16:creationId xmlns:a16="http://schemas.microsoft.com/office/drawing/2014/main" id="{47B6F8C0-58CA-451C-9C07-17B5811C8CE2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36" name="Espace réservé du pied de page 35">
            <a:extLst>
              <a:ext uri="{FF2B5EF4-FFF2-40B4-BE49-F238E27FC236}">
                <a16:creationId xmlns:a16="http://schemas.microsoft.com/office/drawing/2014/main" id="{8407D787-0949-4820-8CF8-BA5B3E835B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7" name="Espace réservé de la date 1">
            <a:extLst>
              <a:ext uri="{FF2B5EF4-FFF2-40B4-BE49-F238E27FC236}">
                <a16:creationId xmlns:a16="http://schemas.microsoft.com/office/drawing/2014/main" id="{6EC22DE7-352B-4832-A909-B025C6207A40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17/11/2025</a:t>
            </a:r>
            <a:endParaRPr lang="fr-FR" dirty="0"/>
          </a:p>
        </p:txBody>
      </p:sp>
      <p:sp>
        <p:nvSpPr>
          <p:cNvPr id="38" name="Espace réservé du numéro de diapositive 16">
            <a:extLst>
              <a:ext uri="{FF2B5EF4-FFF2-40B4-BE49-F238E27FC236}">
                <a16:creationId xmlns:a16="http://schemas.microsoft.com/office/drawing/2014/main" id="{1C05F4BB-4BFD-4DBB-9AEF-C5031034515D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19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388165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  <p:bldP spid="3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3606" y="228894"/>
            <a:ext cx="9479065" cy="812501"/>
          </a:xfrm>
        </p:spPr>
        <p:txBody>
          <a:bodyPr/>
          <a:lstStyle/>
          <a:p>
            <a:pPr algn="ctr"/>
            <a:r>
              <a:rPr lang="fr-FR" b="0" dirty="0"/>
              <a:t>Participants GT</a:t>
            </a:r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4" name="Tableau 13">
            <a:extLst>
              <a:ext uri="{FF2B5EF4-FFF2-40B4-BE49-F238E27FC236}">
                <a16:creationId xmlns:a16="http://schemas.microsoft.com/office/drawing/2014/main" id="{F4303A7B-4028-4734-8ECA-ACD667C4C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88904"/>
              </p:ext>
            </p:extLst>
          </p:nvPr>
        </p:nvGraphicFramePr>
        <p:xfrm>
          <a:off x="308124" y="1333572"/>
          <a:ext cx="11575752" cy="3411220"/>
        </p:xfrm>
        <a:graphic>
          <a:graphicData uri="http://schemas.openxmlformats.org/drawingml/2006/table">
            <a:tbl>
              <a:tblPr/>
              <a:tblGrid>
                <a:gridCol w="5658954">
                  <a:extLst>
                    <a:ext uri="{9D8B030D-6E8A-4147-A177-3AD203B41FA5}">
                      <a16:colId xmlns:a16="http://schemas.microsoft.com/office/drawing/2014/main" val="370660507"/>
                    </a:ext>
                  </a:extLst>
                </a:gridCol>
                <a:gridCol w="5916798">
                  <a:extLst>
                    <a:ext uri="{9D8B030D-6E8A-4147-A177-3AD203B41FA5}">
                      <a16:colId xmlns:a16="http://schemas.microsoft.com/office/drawing/2014/main" val="405582565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ARDFCI 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(Association Régionale DFCI)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FORET D'ICI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52830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CFBL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(Coopérative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Fransylva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48844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CNPF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(Centre National de la Propriété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GCF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(Groupe Coopération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11720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CRIGE PACA (Centre de Ressources en Information Géographique en PACA)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GIP ATGeRi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(Groupement d’Intérêt Public Aménagement du Territoire et Gestion des Risques)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20649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DDT39 Jura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(Direction Départementale des Territoires) 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IGN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(Institut national de l'information géographique et forestière)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190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DDT55 Meuse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Ministère de l'Agriculture et de la Souveraineté alimentaire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146194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DDT68 Haut Rhin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Ministère de l'Intérieur - BOMSIS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80225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242424"/>
                          </a:solidFill>
                          <a:effectLst/>
                          <a:latin typeface="+mn-lt"/>
                        </a:rPr>
                        <a:t>DDT88 Vosges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ONF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(Office National des Forêts)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45786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DPFM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(Délégation à la Protection de la Forêt Méditerranéenne)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OPENIG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(Occitanie Pyrénées en Intelligence Géomatique)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0205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DRAAF Auvergne Rhône Alpes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SDIS17 Charente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(Service Départemental d'Incendie et de Secours)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8677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Entente Valabre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242424"/>
                          </a:solidFill>
                          <a:effectLst/>
                          <a:latin typeface="+mn-lt"/>
                        </a:rPr>
                        <a:t>SDIS66 Pyrénées-Orientales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88181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FCBA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 (Institut technologie Forêt Cellulose Bois-Construction Ameublement)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 Mauffrey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18668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FNCOFOR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(Fédération nationale des communes forestières)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Transports Fontan</a:t>
                      </a: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80241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FNEDT </a:t>
                      </a:r>
                      <a:r>
                        <a:rPr lang="fr-FR" sz="1100" b="0" i="1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(Fédération nationale des entrepreneurs de travaux agricoles, forestiers et ruraux)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fr-FR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Transports </a:t>
                      </a:r>
                      <a:r>
                        <a:rPr lang="fr-FR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Masnada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1753756"/>
                  </a:ext>
                </a:extLst>
              </a:tr>
            </a:tbl>
          </a:graphicData>
        </a:graphic>
      </p:graphicFrame>
      <p:sp>
        <p:nvSpPr>
          <p:cNvPr id="20" name="Espace réservé du contenu 2">
            <a:extLst>
              <a:ext uri="{FF2B5EF4-FFF2-40B4-BE49-F238E27FC236}">
                <a16:creationId xmlns:a16="http://schemas.microsoft.com/office/drawing/2014/main" id="{E7991794-4071-4EC0-B0D0-EF78A599BD2A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194025" y="4871282"/>
            <a:ext cx="5803951" cy="1757824"/>
          </a:xfrm>
        </p:spPr>
        <p:txBody>
          <a:bodyPr/>
          <a:lstStyle/>
          <a:p>
            <a:pPr marL="239994" lvl="1" indent="0" algn="ctr">
              <a:buNone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Liste diffusion </a:t>
            </a:r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1200" b="0" dirty="0">
                <a:solidFill>
                  <a:srgbClr val="000000"/>
                </a:solidFill>
                <a:latin typeface="+mn-lt"/>
              </a:rPr>
              <a:t>+100aine personnes </a:t>
            </a:r>
          </a:p>
          <a:p>
            <a:pPr marL="239994" lvl="1" indent="0" algn="ctr">
              <a:buNone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56 membres actifs jusqu’ici dans le GT</a:t>
            </a:r>
          </a:p>
          <a:p>
            <a:pPr marL="239994" lvl="1" indent="0" algn="ctr">
              <a:buNone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Sous-groupe Points d’eau </a:t>
            </a:r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1200" b="0" dirty="0">
                <a:solidFill>
                  <a:srgbClr val="000000"/>
                </a:solidFill>
                <a:latin typeface="+mn-lt"/>
              </a:rPr>
              <a:t>40aine de volontaires</a:t>
            </a:r>
          </a:p>
          <a:p>
            <a:pPr marL="239994" lvl="1" indent="0" algn="ctr">
              <a:buNone/>
            </a:pPr>
            <a:r>
              <a:rPr lang="fr-FR" sz="1200" b="0" dirty="0">
                <a:solidFill>
                  <a:srgbClr val="000000"/>
                </a:solidFill>
                <a:latin typeface="+mn-lt"/>
              </a:rPr>
              <a:t>Atelier #3 </a:t>
            </a:r>
            <a:r>
              <a:rPr lang="fr-FR" sz="1200" b="0" dirty="0">
                <a:solidFill>
                  <a:srgbClr val="000000"/>
                </a:solidFill>
                <a:latin typeface="+mn-lt"/>
                <a:sym typeface="Wingdings" panose="05000000000000000000" pitchFamily="2" charset="2"/>
              </a:rPr>
              <a:t> </a:t>
            </a:r>
            <a:r>
              <a:rPr lang="fr-FR" sz="1200" b="0" dirty="0">
                <a:solidFill>
                  <a:srgbClr val="000000"/>
                </a:solidFill>
                <a:latin typeface="+mn-lt"/>
              </a:rPr>
              <a:t>38 inscrits</a:t>
            </a:r>
          </a:p>
          <a:p>
            <a:pPr lvl="1" algn="just"/>
            <a:endParaRPr lang="fr-FR" sz="1600" b="0" dirty="0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7" name="Graphique 16">
            <a:extLst>
              <a:ext uri="{FF2B5EF4-FFF2-40B4-BE49-F238E27FC236}">
                <a16:creationId xmlns:a16="http://schemas.microsoft.com/office/drawing/2014/main" id="{BBB48740-B09F-4214-89AB-71960608F2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8031" y="5071355"/>
            <a:ext cx="1893276" cy="1357678"/>
          </a:xfrm>
          <a:prstGeom prst="rect">
            <a:avLst/>
          </a:prstGeom>
        </p:spPr>
      </p:pic>
      <p:pic>
        <p:nvPicPr>
          <p:cNvPr id="23" name="Image 22">
            <a:extLst>
              <a:ext uri="{FF2B5EF4-FFF2-40B4-BE49-F238E27FC236}">
                <a16:creationId xmlns:a16="http://schemas.microsoft.com/office/drawing/2014/main" id="{95144120-9D41-4F36-9697-1DB3030C78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5186" y="5395792"/>
            <a:ext cx="1012579" cy="708805"/>
          </a:xfrm>
          <a:prstGeom prst="rect">
            <a:avLst/>
          </a:prstGeom>
        </p:spPr>
      </p:pic>
      <p:sp>
        <p:nvSpPr>
          <p:cNvPr id="26" name="Espace réservé du pied de page 10">
            <a:extLst>
              <a:ext uri="{FF2B5EF4-FFF2-40B4-BE49-F238E27FC236}">
                <a16:creationId xmlns:a16="http://schemas.microsoft.com/office/drawing/2014/main" id="{EB106411-2B65-4B85-883B-E4EA1149DED7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24" name="Espace réservé du pied de page 23">
            <a:extLst>
              <a:ext uri="{FF2B5EF4-FFF2-40B4-BE49-F238E27FC236}">
                <a16:creationId xmlns:a16="http://schemas.microsoft.com/office/drawing/2014/main" id="{929ACDFF-10D5-44DB-81FD-2493EE064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8" name="Espace réservé de la date 1">
            <a:extLst>
              <a:ext uri="{FF2B5EF4-FFF2-40B4-BE49-F238E27FC236}">
                <a16:creationId xmlns:a16="http://schemas.microsoft.com/office/drawing/2014/main" id="{6F36AE28-1FF9-41D4-B654-E3F9790BE12E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17/11/2025</a:t>
            </a:r>
            <a:endParaRPr lang="fr-FR" dirty="0"/>
          </a:p>
        </p:txBody>
      </p:sp>
      <p:sp>
        <p:nvSpPr>
          <p:cNvPr id="29" name="Espace réservé du numéro de diapositive 16">
            <a:extLst>
              <a:ext uri="{FF2B5EF4-FFF2-40B4-BE49-F238E27FC236}">
                <a16:creationId xmlns:a16="http://schemas.microsoft.com/office/drawing/2014/main" id="{3CDB60FF-2293-45B8-90AE-58A86C832B44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20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17146167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914144-4E5E-4757-976A-35690A82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6467" y="1018758"/>
            <a:ext cx="9479065" cy="812501"/>
          </a:xfrm>
        </p:spPr>
        <p:txBody>
          <a:bodyPr/>
          <a:lstStyle/>
          <a:p>
            <a:pPr algn="ctr"/>
            <a:r>
              <a:rPr lang="fr-FR" dirty="0">
                <a:latin typeface="Calibri" panose="020F0502020204030204" pitchFamily="34" charset="0"/>
                <a:cs typeface="Calibri" panose="020F0502020204030204" pitchFamily="34" charset="0"/>
              </a:rPr>
              <a:t>C’est parti!</a:t>
            </a:r>
            <a:endParaRPr lang="fr-FR" dirty="0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573BE2D5-0BF8-45D2-A792-A93B5FFBE7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83323" y="268234"/>
            <a:ext cx="768085" cy="8456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8" name="Groupe 17">
            <a:extLst>
              <a:ext uri="{FF2B5EF4-FFF2-40B4-BE49-F238E27FC236}">
                <a16:creationId xmlns:a16="http://schemas.microsoft.com/office/drawing/2014/main" id="{805E3675-3310-48C8-A4BE-B4F4B7154945}"/>
              </a:ext>
            </a:extLst>
          </p:cNvPr>
          <p:cNvGrpSpPr/>
          <p:nvPr/>
        </p:nvGrpSpPr>
        <p:grpSpPr>
          <a:xfrm>
            <a:off x="4413438" y="1926478"/>
            <a:ext cx="3365125" cy="3005044"/>
            <a:chOff x="7896924" y="2442440"/>
            <a:chExt cx="3365125" cy="3005044"/>
          </a:xfrm>
        </p:grpSpPr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D4AED9CB-15FF-40C0-8744-D98FE38324C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34977" y="2442440"/>
              <a:ext cx="2708097" cy="27080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1" name="Image 20">
              <a:extLst>
                <a:ext uri="{FF2B5EF4-FFF2-40B4-BE49-F238E27FC236}">
                  <a16:creationId xmlns:a16="http://schemas.microsoft.com/office/drawing/2014/main" id="{5CEF4E11-B1E9-405B-90B5-7BDC8F98CC7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51006" y="4159742"/>
              <a:ext cx="1287742" cy="128774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38229820-B450-4BE9-9568-AFBDFC43091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9974308" y="3862797"/>
              <a:ext cx="1287741" cy="1287741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4" name="Image 23">
              <a:extLst>
                <a:ext uri="{FF2B5EF4-FFF2-40B4-BE49-F238E27FC236}">
                  <a16:creationId xmlns:a16="http://schemas.microsoft.com/office/drawing/2014/main" id="{F5118240-9822-419A-8C4D-58AD15D382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673317" y="3485029"/>
              <a:ext cx="313997" cy="313997"/>
            </a:xfrm>
            <a:prstGeom prst="rect">
              <a:avLst/>
            </a:prstGeom>
            <a:ln>
              <a:noFill/>
            </a:ln>
          </p:spPr>
        </p:pic>
        <p:pic>
          <p:nvPicPr>
            <p:cNvPr id="25" name="Image 24">
              <a:extLst>
                <a:ext uri="{FF2B5EF4-FFF2-40B4-BE49-F238E27FC236}">
                  <a16:creationId xmlns:a16="http://schemas.microsoft.com/office/drawing/2014/main" id="{A39EC4E3-BA64-41E1-AE79-AE4EA8C35CE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96924" y="3642027"/>
              <a:ext cx="780550" cy="780550"/>
            </a:xfrm>
            <a:prstGeom prst="rect">
              <a:avLst/>
            </a:prstGeom>
            <a:ln>
              <a:noFill/>
            </a:ln>
          </p:spPr>
        </p:pic>
      </p:grpSp>
      <p:sp>
        <p:nvSpPr>
          <p:cNvPr id="26" name="Espace réservé du pied de page 10">
            <a:extLst>
              <a:ext uri="{FF2B5EF4-FFF2-40B4-BE49-F238E27FC236}">
                <a16:creationId xmlns:a16="http://schemas.microsoft.com/office/drawing/2014/main" id="{FD97CC4D-2600-4B3E-A71F-C9982568893E}"/>
              </a:ext>
            </a:extLst>
          </p:cNvPr>
          <p:cNvSpPr txBox="1">
            <a:spLocks/>
          </p:cNvSpPr>
          <p:nvPr/>
        </p:nvSpPr>
        <p:spPr bwMode="gray">
          <a:xfrm>
            <a:off x="504335" y="6438000"/>
            <a:ext cx="5904000" cy="36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l" defTabSz="914400" rtl="0" eaLnBrk="1" latinLnBrk="0" hangingPunct="1">
              <a:defRPr sz="75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Institut national de l’information  géographique et forestière</a:t>
            </a:r>
            <a:endParaRPr lang="fr-FR" dirty="0"/>
          </a:p>
        </p:txBody>
      </p:sp>
      <p:sp>
        <p:nvSpPr>
          <p:cNvPr id="12" name="Espace réservé du pied de page 11">
            <a:extLst>
              <a:ext uri="{FF2B5EF4-FFF2-40B4-BE49-F238E27FC236}">
                <a16:creationId xmlns:a16="http://schemas.microsoft.com/office/drawing/2014/main" id="{3A17C1FA-16F3-4F07-82FA-43254FCA81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7" name="Espace réservé de la date 1">
            <a:extLst>
              <a:ext uri="{FF2B5EF4-FFF2-40B4-BE49-F238E27FC236}">
                <a16:creationId xmlns:a16="http://schemas.microsoft.com/office/drawing/2014/main" id="{DD43C42E-1DE8-4F80-B004-F3820F538CE8}"/>
              </a:ext>
            </a:extLst>
          </p:cNvPr>
          <p:cNvSpPr txBox="1">
            <a:spLocks/>
          </p:cNvSpPr>
          <p:nvPr/>
        </p:nvSpPr>
        <p:spPr bwMode="gray">
          <a:xfrm>
            <a:off x="10152000" y="6378000"/>
            <a:ext cx="1560000" cy="480000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defPPr>
              <a:defRPr lang="fr-FR"/>
            </a:defPPr>
            <a:lvl1pPr marL="0" algn="ctr" defTabSz="914400" rtl="0" eaLnBrk="1" latinLnBrk="0" hangingPunct="1">
              <a:defRPr sz="1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/>
              <a:t>17/11/2025</a:t>
            </a:r>
            <a:endParaRPr lang="fr-FR" dirty="0"/>
          </a:p>
        </p:txBody>
      </p:sp>
      <p:sp>
        <p:nvSpPr>
          <p:cNvPr id="28" name="Espace réservé du numéro de diapositive 16">
            <a:extLst>
              <a:ext uri="{FF2B5EF4-FFF2-40B4-BE49-F238E27FC236}">
                <a16:creationId xmlns:a16="http://schemas.microsoft.com/office/drawing/2014/main" id="{76923110-CAC3-4DAF-AD52-CDA1E90FC388}"/>
              </a:ext>
            </a:extLst>
          </p:cNvPr>
          <p:cNvSpPr txBox="1">
            <a:spLocks/>
          </p:cNvSpPr>
          <p:nvPr/>
        </p:nvSpPr>
        <p:spPr>
          <a:xfrm>
            <a:off x="8352000" y="6378000"/>
            <a:ext cx="1800000" cy="480000"/>
          </a:xfrm>
          <a:prstGeom prst="rect">
            <a:avLst/>
          </a:prstGeom>
        </p:spPr>
        <p:txBody>
          <a:bodyPr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733122C9-A0B9-462F-8757-0847AD287B63}" type="slidenum">
              <a:rPr lang="fr-FR" sz="1000" b="1" smtClean="0"/>
              <a:pPr algn="r"/>
              <a:t>21</a:t>
            </a:fld>
            <a:endParaRPr lang="fr-FR" sz="1000" b="1" dirty="0"/>
          </a:p>
        </p:txBody>
      </p:sp>
    </p:spTree>
    <p:extLst>
      <p:ext uri="{BB962C8B-B14F-4D97-AF65-F5344CB8AC3E}">
        <p14:creationId xmlns:p14="http://schemas.microsoft.com/office/powerpoint/2010/main" val="1852055849"/>
      </p:ext>
    </p:extLst>
  </p:cSld>
  <p:clrMapOvr>
    <a:masterClrMapping/>
  </p:clrMapOvr>
</p:sld>
</file>

<file path=ppt/theme/theme1.xml><?xml version="1.0" encoding="utf-8"?>
<a:theme xmlns:a="http://schemas.openxmlformats.org/drawingml/2006/main" name="1-Titre-Tex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294C8431-1043-40E1-8AF0-DAA4A8978261}"/>
    </a:ext>
  </a:extLst>
</a:theme>
</file>

<file path=ppt/theme/theme2.xml><?xml version="1.0" encoding="utf-8"?>
<a:theme xmlns:a="http://schemas.openxmlformats.org/drawingml/2006/main" name="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3.xml><?xml version="1.0" encoding="utf-8"?>
<a:theme xmlns:a="http://schemas.openxmlformats.org/drawingml/2006/main" name="1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4.xml><?xml version="1.0" encoding="utf-8"?>
<a:theme xmlns:a="http://schemas.openxmlformats.org/drawingml/2006/main" name="SPP-19.078-1.0 - pres VERT">
  <a:themeElements>
    <a:clrScheme name="Personnalisé 2">
      <a:dk1>
        <a:srgbClr val="231F20"/>
      </a:dk1>
      <a:lt1>
        <a:sysClr val="window" lastClr="FFFFFF"/>
      </a:lt1>
      <a:dk2>
        <a:srgbClr val="0AB99B"/>
      </a:dk2>
      <a:lt2>
        <a:srgbClr val="00BEF0"/>
      </a:lt2>
      <a:accent1>
        <a:srgbClr val="96C31E"/>
      </a:accent1>
      <a:accent2>
        <a:srgbClr val="009146"/>
      </a:accent2>
      <a:accent3>
        <a:srgbClr val="FA9B1E"/>
      </a:accent3>
      <a:accent4>
        <a:srgbClr val="C83728"/>
      </a:accent4>
      <a:accent5>
        <a:srgbClr val="D71478"/>
      </a:accent5>
      <a:accent6>
        <a:srgbClr val="5A287D"/>
      </a:accent6>
      <a:hlink>
        <a:srgbClr val="0000FF"/>
      </a:hlink>
      <a:folHlink>
        <a:srgbClr val="7030A0"/>
      </a:folHlink>
    </a:clrScheme>
    <a:fontScheme name="AUSTRALIE - 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DT_AUSTRALIE_MASQUE_IGN_V06.pptx" id="{D5DE042C-D723-44E0-AFEA-3E6B437F267A}" vid="{9A020044-FC93-4823-A3EC-FC852C8DBF5B}"/>
    </a:ext>
  </a:extLst>
</a:theme>
</file>

<file path=ppt/theme/theme5.xml><?xml version="1.0" encoding="utf-8"?>
<a:theme xmlns:a="http://schemas.openxmlformats.org/drawingml/2006/main" name="2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6.xml><?xml version="1.0" encoding="utf-8"?>
<a:theme xmlns:a="http://schemas.openxmlformats.org/drawingml/2006/main" name="5_2-Texte-Imag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9C20BCE1-7628-425E-9B34-E384463175B8}"/>
    </a:ext>
  </a:extLst>
</a:theme>
</file>

<file path=ppt/theme/theme7.xml><?xml version="1.0" encoding="utf-8"?>
<a:theme xmlns:a="http://schemas.openxmlformats.org/drawingml/2006/main" name="3_Conclusio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ésentation1" id="{2952DC11-F334-489B-B96D-9712F7EDF3CC}" vid="{03A8BE49-E3F3-4E09-99EC-CC0FCDB6EE21}"/>
    </a:ext>
  </a:extLst>
</a:theme>
</file>

<file path=ppt/theme/theme8.xml><?xml version="1.0" encoding="utf-8"?>
<a:theme xmlns:a="http://schemas.openxmlformats.org/drawingml/2006/main" name="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1_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2_ppt_operateurs_marianne">
  <a:themeElements>
    <a:clrScheme name="GOUVERNEMENT PPT">
      <a:dk1>
        <a:srgbClr val="000000"/>
      </a:dk1>
      <a:lt1>
        <a:srgbClr val="FFFFFF"/>
      </a:lt1>
      <a:dk2>
        <a:srgbClr val="000091"/>
      </a:dk2>
      <a:lt2>
        <a:srgbClr val="E1000F"/>
      </a:lt2>
      <a:accent1>
        <a:srgbClr val="005841"/>
      </a:accent1>
      <a:accent2>
        <a:srgbClr val="21215A"/>
      </a:accent2>
      <a:accent3>
        <a:srgbClr val="FFD500"/>
      </a:accent3>
      <a:accent4>
        <a:srgbClr val="EA5433"/>
      </a:accent4>
      <a:accent5>
        <a:srgbClr val="8C2237"/>
      </a:accent5>
      <a:accent6>
        <a:srgbClr val="49311F"/>
      </a:accent6>
      <a:hlink>
        <a:srgbClr val="000000"/>
      </a:hlink>
      <a:folHlink>
        <a:srgbClr val="000000"/>
      </a:folHlink>
    </a:clrScheme>
    <a:fontScheme name="GOUVERNEMENT PPT">
      <a:majorFont>
        <a:latin typeface="Marianne"/>
        <a:ea typeface=""/>
        <a:cs typeface=""/>
      </a:majorFont>
      <a:minorFont>
        <a:latin typeface="Mariann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486f84b-88b9-4459-bbe1-3ce207c7425f" xsi:nil="true"/>
    <lcf76f155ced4ddcb4097134ff3c332f xmlns="4d568f87-b25f-475a-a26b-5a1bcde8677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AA600EF525E845A794782CB692D6B7" ma:contentTypeVersion="10" ma:contentTypeDescription="Crée un document." ma:contentTypeScope="" ma:versionID="a6cacba7539b31282072365483ecd0ef">
  <xsd:schema xmlns:xsd="http://www.w3.org/2001/XMLSchema" xmlns:xs="http://www.w3.org/2001/XMLSchema" xmlns:p="http://schemas.microsoft.com/office/2006/metadata/properties" xmlns:ns2="4d568f87-b25f-475a-a26b-5a1bcde8677b" xmlns:ns3="a486f84b-88b9-4459-bbe1-3ce207c7425f" targetNamespace="http://schemas.microsoft.com/office/2006/metadata/properties" ma:root="true" ma:fieldsID="6a7891a40410045817253e4d7c5934b7" ns2:_="" ns3:_="">
    <xsd:import namespace="4d568f87-b25f-475a-a26b-5a1bcde8677b"/>
    <xsd:import namespace="a486f84b-88b9-4459-bbe1-3ce207c7425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SearchPropertie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568f87-b25f-475a-a26b-5a1bcde8677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alises d’images" ma:readOnly="false" ma:fieldId="{5cf76f15-5ced-4ddc-b409-7134ff3c332f}" ma:taxonomyMulti="true" ma:sspId="763f9de7-cc90-4eb3-be2e-7de001983ea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86f84b-88b9-4459-bbe1-3ce207c7425f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bee0ccfe-4488-482a-93ce-8802051c9c2f}" ma:internalName="TaxCatchAll" ma:showField="CatchAllData" ma:web="a486f84b-88b9-4459-bbe1-3ce207c7425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ADF05A-8AEA-48DF-87BB-9DFB8396FD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4DD4696-884E-4199-AB2F-0FA1DFAA521D}">
  <ds:schemaRefs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4d568f87-b25f-475a-a26b-5a1bcde8677b"/>
    <ds:schemaRef ds:uri="http://purl.org/dc/dcmitype/"/>
    <ds:schemaRef ds:uri="a486f84b-88b9-4459-bbe1-3ce207c7425f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78AE7B0-E644-4B6C-9315-01664490B23C}"/>
</file>

<file path=docProps/app.xml><?xml version="1.0" encoding="utf-8"?>
<Properties xmlns="http://schemas.openxmlformats.org/officeDocument/2006/extended-properties" xmlns:vt="http://schemas.openxmlformats.org/officeDocument/2006/docPropsVTypes">
  <Template>Masque FCBA-2017</Template>
  <TotalTime>700</TotalTime>
  <Words>1839</Words>
  <Application>Microsoft Office PowerPoint</Application>
  <PresentationFormat>Grand écran</PresentationFormat>
  <Paragraphs>344</Paragraphs>
  <Slides>21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10</vt:i4>
      </vt:variant>
      <vt:variant>
        <vt:lpstr>Titres des diapositives</vt:lpstr>
      </vt:variant>
      <vt:variant>
        <vt:i4>21</vt:i4>
      </vt:variant>
    </vt:vector>
  </HeadingPairs>
  <TitlesOfParts>
    <vt:vector size="37" baseType="lpstr">
      <vt:lpstr>Arial</vt:lpstr>
      <vt:lpstr>Calibri</vt:lpstr>
      <vt:lpstr>Courier New</vt:lpstr>
      <vt:lpstr>Marianne</vt:lpstr>
      <vt:lpstr>Webdings</vt:lpstr>
      <vt:lpstr>Wingdings</vt:lpstr>
      <vt:lpstr>1-Titre-Texte</vt:lpstr>
      <vt:lpstr>Conclusion</vt:lpstr>
      <vt:lpstr>1_Conclusion</vt:lpstr>
      <vt:lpstr>SPP-19.078-1.0 - pres VERT</vt:lpstr>
      <vt:lpstr>2_Conclusion</vt:lpstr>
      <vt:lpstr>5_2-Texte-Image</vt:lpstr>
      <vt:lpstr>3_Conclusion</vt:lpstr>
      <vt:lpstr>ppt_operateurs_marianne</vt:lpstr>
      <vt:lpstr>1_ppt_operateurs_marianne</vt:lpstr>
      <vt:lpstr>2_ppt_operateurs_marianne</vt:lpstr>
      <vt:lpstr>Présentation PowerPoint</vt:lpstr>
      <vt:lpstr>Présentation PowerPoint</vt:lpstr>
      <vt:lpstr>Présentation PowerPoint</vt:lpstr>
      <vt:lpstr>Origine du standard : l’outil NaviForest       </vt:lpstr>
      <vt:lpstr>Objectifs initiaux du projet NaviForest</vt:lpstr>
      <vt:lpstr>Tranche 1 &amp; 2 du projet NaviForest  (2018 - 2020) (2022 - 2023) </vt:lpstr>
      <vt:lpstr>Bouleversements de la Loi Incendie       </vt:lpstr>
      <vt:lpstr>Loi incendie de juillet 2023    </vt:lpstr>
      <vt:lpstr>Besoin conjoint en forêt</vt:lpstr>
      <vt:lpstr>Contexte du standard</vt:lpstr>
      <vt:lpstr>Où en est-on du standard? - Organisation        </vt:lpstr>
      <vt:lpstr>Processus d’élaboration d’un standard</vt:lpstr>
      <vt:lpstr>Livrables attendus</vt:lpstr>
      <vt:lpstr>Organisation et fonctionnement du GT</vt:lpstr>
      <vt:lpstr>Bases de travail</vt:lpstr>
      <vt:lpstr>Procédure de travail</vt:lpstr>
      <vt:lpstr>Points d’attention</vt:lpstr>
      <vt:lpstr>Où en est-on du standard? - Etat des travaux        </vt:lpstr>
      <vt:lpstr>Planning prévisionnel</vt:lpstr>
      <vt:lpstr>Participants GT</vt:lpstr>
      <vt:lpstr>C’est parti!</vt:lpstr>
    </vt:vector>
  </TitlesOfParts>
  <Company>FCBA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SCENARIO PLANNING FOR SKID TRAIL IMPLEMENTATION  AND LONG TERM TRAFFICABILITY</dc:title>
  <dc:creator>GINET Christophe</dc:creator>
  <cp:lastModifiedBy>Marion Lacroix</cp:lastModifiedBy>
  <cp:revision>131</cp:revision>
  <cp:lastPrinted>2023-06-26T09:08:24Z</cp:lastPrinted>
  <dcterms:created xsi:type="dcterms:W3CDTF">2017-08-17T05:12:22Z</dcterms:created>
  <dcterms:modified xsi:type="dcterms:W3CDTF">2025-11-14T16:56:07Z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0x01010054AA600EF525E845A794782CB692D6B7</vt:lpwstr>
  </property>
  <property fmtid="{D5CDD505-2E9C-101B-9397-08002B2CF9AE}" pid="3" name="MediaServiceImageTags">
    <vt:lpwstr/>
  </property>
</Properties>
</file>