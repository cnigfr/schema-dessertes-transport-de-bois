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8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9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  <p:sldMasterId id="2147483665" r:id="rId5"/>
    <p:sldMasterId id="2147483690" r:id="rId6"/>
    <p:sldMasterId id="2147483692" r:id="rId7"/>
    <p:sldMasterId id="2147483713" r:id="rId8"/>
    <p:sldMasterId id="2147483721" r:id="rId9"/>
    <p:sldMasterId id="2147483729" r:id="rId10"/>
    <p:sldMasterId id="2147483731" r:id="rId11"/>
    <p:sldMasterId id="2147483742" r:id="rId12"/>
    <p:sldMasterId id="2147483753" r:id="rId13"/>
  </p:sldMasterIdLst>
  <p:notesMasterIdLst>
    <p:notesMasterId r:id="rId18"/>
  </p:notesMasterIdLst>
  <p:handoutMasterIdLst>
    <p:handoutMasterId r:id="rId19"/>
  </p:handoutMasterIdLst>
  <p:sldIdLst>
    <p:sldId id="761" r:id="rId14"/>
    <p:sldId id="504" r:id="rId15"/>
    <p:sldId id="785" r:id="rId16"/>
    <p:sldId id="786" r:id="rId17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6CD415-AB66-7B51-192D-7E3EDD71FF5A}" name="Marion Lacroix" initials="ML" userId="S::mlacroix@ignf.onmicrosoft.com::9df64882-6113-4c49-9d2b-3e68714ee988" providerId="AD"/>
  <p188:author id="{A74D592B-1C76-9E2E-E9AB-90F9693CC65E}" name="Loic Brignone" initials="LB" userId="S::lbrignone@ignf.onmicrosoft.com::a1efbad3-713d-49d2-9711-50d65828dad4" providerId="AD"/>
  <p188:author id="{BAFB0943-2FA6-0F68-58C5-FE81A57F26EC}" name="Marion Lacroix" initials="ML" userId="S::marion.lacroix@ign.fr::9df64882-6113-4c49-9d2b-3e68714ee988" providerId="AD"/>
  <p188:author id="{B4E282A7-7901-E486-CF4A-32846AE4F99F}" name="Marianne JANOWSKI" initials="MJ" userId="S::mjanowski@ignf.onmicrosoft.com::4baf287f-b9fc-4012-b573-cc645235dd3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Thierry Saffroy" initials="TS [2]" lastIdx="1" clrIdx="6">
    <p:extLst>
      <p:ext uri="{19B8F6BF-5375-455C-9EA6-DF929625EA0E}">
        <p15:presenceInfo xmlns:p15="http://schemas.microsoft.com/office/powerpoint/2012/main" userId="S::tsaffroy@ignf.onmicrosoft.com::ce28d226-01c7-4cd3-a339-989f2bb19eb3" providerId="AD"/>
      </p:ext>
    </p:extLst>
  </p:cmAuthor>
  <p:cmAuthor id="1" name="MONCHAUX Philippe" initials="MP" lastIdx="16" clrIdx="0"/>
  <p:cmAuthor id="8" name="Marion Lacroix" initials="ML [2]" lastIdx="1" clrIdx="7">
    <p:extLst>
      <p:ext uri="{19B8F6BF-5375-455C-9EA6-DF929625EA0E}">
        <p15:presenceInfo xmlns:p15="http://schemas.microsoft.com/office/powerpoint/2012/main" userId="S::marion.lacroix@ign.fr::9df64882-6113-4c49-9d2b-3e68714ee988" providerId="AD"/>
      </p:ext>
    </p:extLst>
  </p:cmAuthor>
  <p:cmAuthor id="2" name="PIN-JOUENNE Beatrice" initials="PB" lastIdx="12" clrIdx="1"/>
  <p:cmAuthor id="3" name="GINET Christophe" initials="GC" lastIdx="1" clrIdx="2"/>
  <p:cmAuthor id="4" name="MORILLON Vincent" initials="MV" lastIdx="7" clrIdx="3"/>
  <p:cmAuthor id="5" name="Marion Lacroix" initials="ML" lastIdx="3" clrIdx="4">
    <p:extLst>
      <p:ext uri="{19B8F6BF-5375-455C-9EA6-DF929625EA0E}">
        <p15:presenceInfo xmlns:p15="http://schemas.microsoft.com/office/powerpoint/2012/main" userId="S::MLacroix@IGNF.onmicrosoft.com::9df64882-6113-4c49-9d2b-3e68714ee988" providerId="AD"/>
      </p:ext>
    </p:extLst>
  </p:cmAuthor>
  <p:cmAuthor id="6" name="Thierry Saffroy" initials="TS" lastIdx="1" clrIdx="5">
    <p:extLst>
      <p:ext uri="{19B8F6BF-5375-455C-9EA6-DF929625EA0E}">
        <p15:presenceInfo xmlns:p15="http://schemas.microsoft.com/office/powerpoint/2012/main" userId="S::thierry.saffroy@ign.fr::ce28d226-01c7-4cd3-a339-989f2bb19e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A7A7"/>
    <a:srgbClr val="C3C3FC"/>
    <a:srgbClr val="C4C4FD"/>
    <a:srgbClr val="79E9B3"/>
    <a:srgbClr val="8FACFF"/>
    <a:srgbClr val="D4F2F6"/>
    <a:srgbClr val="FD8087"/>
    <a:srgbClr val="996633"/>
    <a:srgbClr val="C00000"/>
    <a:srgbClr val="8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n Lacroix" userId="9df64882-6113-4c49-9d2b-3e68714ee988" providerId="ADAL" clId="{AF1C4CEC-FCC7-4818-ADD7-E7538548E9BF}"/>
    <pc:docChg chg="undo redo custSel addSld delSld modSld">
      <pc:chgData name="Marion Lacroix" userId="9df64882-6113-4c49-9d2b-3e68714ee988" providerId="ADAL" clId="{AF1C4CEC-FCC7-4818-ADD7-E7538548E9BF}" dt="2025-11-14T17:28:03.621" v="655" actId="478"/>
      <pc:docMkLst>
        <pc:docMk/>
      </pc:docMkLst>
      <pc:sldChg chg="addSp delSp modSp add mod delAnim modAnim">
        <pc:chgData name="Marion Lacroix" userId="9df64882-6113-4c49-9d2b-3e68714ee988" providerId="ADAL" clId="{AF1C4CEC-FCC7-4818-ADD7-E7538548E9BF}" dt="2025-11-14T17:13:07.970" v="284" actId="478"/>
        <pc:sldMkLst>
          <pc:docMk/>
          <pc:sldMk cId="1514211713" sldId="504"/>
        </pc:sldMkLst>
        <pc:spChg chg="add del mod">
          <ac:chgData name="Marion Lacroix" userId="9df64882-6113-4c49-9d2b-3e68714ee988" providerId="ADAL" clId="{AF1C4CEC-FCC7-4818-ADD7-E7538548E9BF}" dt="2025-11-14T17:00:47.918" v="110" actId="478"/>
          <ac:spMkLst>
            <pc:docMk/>
            <pc:sldMk cId="1514211713" sldId="504"/>
            <ac:spMk id="4" creationId="{E114F857-CE3B-4996-8986-B8B015190BD0}"/>
          </ac:spMkLst>
        </pc:spChg>
        <pc:spChg chg="del">
          <ac:chgData name="Marion Lacroix" userId="9df64882-6113-4c49-9d2b-3e68714ee988" providerId="ADAL" clId="{AF1C4CEC-FCC7-4818-ADD7-E7538548E9BF}" dt="2025-11-14T17:00:46.118" v="108" actId="478"/>
          <ac:spMkLst>
            <pc:docMk/>
            <pc:sldMk cId="1514211713" sldId="504"/>
            <ac:spMk id="9" creationId="{649CAF71-85BB-E46B-C9EF-3972E4D631E0}"/>
          </ac:spMkLst>
        </pc:spChg>
        <pc:spChg chg="mod">
          <ac:chgData name="Marion Lacroix" userId="9df64882-6113-4c49-9d2b-3e68714ee988" providerId="ADAL" clId="{AF1C4CEC-FCC7-4818-ADD7-E7538548E9BF}" dt="2025-11-14T17:01:16.402" v="127" actId="20577"/>
          <ac:spMkLst>
            <pc:docMk/>
            <pc:sldMk cId="1514211713" sldId="504"/>
            <ac:spMk id="10" creationId="{F1DCB85A-A34F-4AAE-85E5-400DFC79239D}"/>
          </ac:spMkLst>
        </pc:spChg>
        <pc:spChg chg="add mod">
          <ac:chgData name="Marion Lacroix" userId="9df64882-6113-4c49-9d2b-3e68714ee988" providerId="ADAL" clId="{AF1C4CEC-FCC7-4818-ADD7-E7538548E9BF}" dt="2025-11-14T17:12:51.415" v="281" actId="1076"/>
          <ac:spMkLst>
            <pc:docMk/>
            <pc:sldMk cId="1514211713" sldId="504"/>
            <ac:spMk id="12" creationId="{D4693912-DE78-425A-BDA9-670EF18A4A34}"/>
          </ac:spMkLst>
        </pc:spChg>
        <pc:spChg chg="add mod">
          <ac:chgData name="Marion Lacroix" userId="9df64882-6113-4c49-9d2b-3e68714ee988" providerId="ADAL" clId="{AF1C4CEC-FCC7-4818-ADD7-E7538548E9BF}" dt="2025-11-14T17:12:51.415" v="281" actId="1076"/>
          <ac:spMkLst>
            <pc:docMk/>
            <pc:sldMk cId="1514211713" sldId="504"/>
            <ac:spMk id="19" creationId="{C7D1E2F9-17E4-47A1-9974-AB5DD5E0DEE0}"/>
          </ac:spMkLst>
        </pc:spChg>
        <pc:spChg chg="add mod">
          <ac:chgData name="Marion Lacroix" userId="9df64882-6113-4c49-9d2b-3e68714ee988" providerId="ADAL" clId="{AF1C4CEC-FCC7-4818-ADD7-E7538548E9BF}" dt="2025-11-14T17:12:51.415" v="281" actId="1076"/>
          <ac:spMkLst>
            <pc:docMk/>
            <pc:sldMk cId="1514211713" sldId="504"/>
            <ac:spMk id="20" creationId="{4DB81C69-0869-48D9-826C-3D0913E4D51D}"/>
          </ac:spMkLst>
        </pc:spChg>
        <pc:spChg chg="add mod">
          <ac:chgData name="Marion Lacroix" userId="9df64882-6113-4c49-9d2b-3e68714ee988" providerId="ADAL" clId="{AF1C4CEC-FCC7-4818-ADD7-E7538548E9BF}" dt="2025-11-14T17:12:51.415" v="281" actId="1076"/>
          <ac:spMkLst>
            <pc:docMk/>
            <pc:sldMk cId="1514211713" sldId="504"/>
            <ac:spMk id="33" creationId="{00B97A6A-9012-497F-9C34-CA0FF4A9C9D6}"/>
          </ac:spMkLst>
        </pc:spChg>
        <pc:spChg chg="add mod">
          <ac:chgData name="Marion Lacroix" userId="9df64882-6113-4c49-9d2b-3e68714ee988" providerId="ADAL" clId="{AF1C4CEC-FCC7-4818-ADD7-E7538548E9BF}" dt="2025-11-14T17:12:51.415" v="281" actId="1076"/>
          <ac:spMkLst>
            <pc:docMk/>
            <pc:sldMk cId="1514211713" sldId="504"/>
            <ac:spMk id="34" creationId="{A5AB0AA6-0CC4-4A4D-ABED-D2B4F823D1C6}"/>
          </ac:spMkLst>
        </pc:spChg>
        <pc:picChg chg="del">
          <ac:chgData name="Marion Lacroix" userId="9df64882-6113-4c49-9d2b-3e68714ee988" providerId="ADAL" clId="{AF1C4CEC-FCC7-4818-ADD7-E7538548E9BF}" dt="2025-11-14T17:00:47.102" v="109" actId="478"/>
          <ac:picMkLst>
            <pc:docMk/>
            <pc:sldMk cId="1514211713" sldId="504"/>
            <ac:picMk id="11" creationId="{FA3E84CF-23C6-4986-B9E8-9952BC28BC01}"/>
          </ac:picMkLst>
        </pc:picChg>
        <pc:picChg chg="add del mod">
          <ac:chgData name="Marion Lacroix" userId="9df64882-6113-4c49-9d2b-3e68714ee988" providerId="ADAL" clId="{AF1C4CEC-FCC7-4818-ADD7-E7538548E9BF}" dt="2025-11-14T17:03:24.952" v="158" actId="478"/>
          <ac:picMkLst>
            <pc:docMk/>
            <pc:sldMk cId="1514211713" sldId="504"/>
            <ac:picMk id="13" creationId="{C407A5A0-EB17-4348-80E4-0C4247C7452B}"/>
          </ac:picMkLst>
        </pc:picChg>
        <pc:picChg chg="add mod">
          <ac:chgData name="Marion Lacroix" userId="9df64882-6113-4c49-9d2b-3e68714ee988" providerId="ADAL" clId="{AF1C4CEC-FCC7-4818-ADD7-E7538548E9BF}" dt="2025-11-14T17:12:51.415" v="281" actId="1076"/>
          <ac:picMkLst>
            <pc:docMk/>
            <pc:sldMk cId="1514211713" sldId="504"/>
            <ac:picMk id="14" creationId="{5DC35448-FF98-4E9E-9032-184965A3EC1A}"/>
          </ac:picMkLst>
        </pc:picChg>
        <pc:picChg chg="add mod">
          <ac:chgData name="Marion Lacroix" userId="9df64882-6113-4c49-9d2b-3e68714ee988" providerId="ADAL" clId="{AF1C4CEC-FCC7-4818-ADD7-E7538548E9BF}" dt="2025-11-14T17:12:51.415" v="281" actId="1076"/>
          <ac:picMkLst>
            <pc:docMk/>
            <pc:sldMk cId="1514211713" sldId="504"/>
            <ac:picMk id="15" creationId="{0A172991-BD5D-445B-81A4-96FA86BF6D98}"/>
          </ac:picMkLst>
        </pc:picChg>
        <pc:picChg chg="add mod">
          <ac:chgData name="Marion Lacroix" userId="9df64882-6113-4c49-9d2b-3e68714ee988" providerId="ADAL" clId="{AF1C4CEC-FCC7-4818-ADD7-E7538548E9BF}" dt="2025-11-14T17:12:51.415" v="281" actId="1076"/>
          <ac:picMkLst>
            <pc:docMk/>
            <pc:sldMk cId="1514211713" sldId="504"/>
            <ac:picMk id="16" creationId="{F4EE4226-E454-417B-A039-2C46E716DB2D}"/>
          </ac:picMkLst>
        </pc:picChg>
        <pc:picChg chg="add mod">
          <ac:chgData name="Marion Lacroix" userId="9df64882-6113-4c49-9d2b-3e68714ee988" providerId="ADAL" clId="{AF1C4CEC-FCC7-4818-ADD7-E7538548E9BF}" dt="2025-11-14T17:12:51.415" v="281" actId="1076"/>
          <ac:picMkLst>
            <pc:docMk/>
            <pc:sldMk cId="1514211713" sldId="504"/>
            <ac:picMk id="17" creationId="{065C9689-BE50-4EB3-A453-7AA4F862EA8B}"/>
          </ac:picMkLst>
        </pc:picChg>
        <pc:picChg chg="add mod">
          <ac:chgData name="Marion Lacroix" userId="9df64882-6113-4c49-9d2b-3e68714ee988" providerId="ADAL" clId="{AF1C4CEC-FCC7-4818-ADD7-E7538548E9BF}" dt="2025-11-14T17:12:51.415" v="281" actId="1076"/>
          <ac:picMkLst>
            <pc:docMk/>
            <pc:sldMk cId="1514211713" sldId="504"/>
            <ac:picMk id="18" creationId="{5AE37A93-5673-46D1-AF14-B85A69DF32F2}"/>
          </ac:picMkLst>
        </pc:picChg>
        <pc:picChg chg="add del mod">
          <ac:chgData name="Marion Lacroix" userId="9df64882-6113-4c49-9d2b-3e68714ee988" providerId="ADAL" clId="{AF1C4CEC-FCC7-4818-ADD7-E7538548E9BF}" dt="2025-11-14T17:13:07.970" v="284" actId="478"/>
          <ac:picMkLst>
            <pc:docMk/>
            <pc:sldMk cId="1514211713" sldId="504"/>
            <ac:picMk id="21" creationId="{098069C8-1A71-4777-B3BB-9F1F4445E1FC}"/>
          </ac:picMkLst>
        </pc:picChg>
        <pc:picChg chg="add del mod">
          <ac:chgData name="Marion Lacroix" userId="9df64882-6113-4c49-9d2b-3e68714ee988" providerId="ADAL" clId="{AF1C4CEC-FCC7-4818-ADD7-E7538548E9BF}" dt="2025-11-14T17:12:36.401" v="278" actId="478"/>
          <ac:picMkLst>
            <pc:docMk/>
            <pc:sldMk cId="1514211713" sldId="504"/>
            <ac:picMk id="22" creationId="{9CA05723-E647-4598-B908-3E7D5051C8AB}"/>
          </ac:picMkLst>
        </pc:picChg>
        <pc:picChg chg="add mod">
          <ac:chgData name="Marion Lacroix" userId="9df64882-6113-4c49-9d2b-3e68714ee988" providerId="ADAL" clId="{AF1C4CEC-FCC7-4818-ADD7-E7538548E9BF}" dt="2025-11-14T17:12:51.415" v="281" actId="1076"/>
          <ac:picMkLst>
            <pc:docMk/>
            <pc:sldMk cId="1514211713" sldId="504"/>
            <ac:picMk id="24" creationId="{BE5AC3E5-0AC0-4B19-B2C5-4308D4632FC5}"/>
          </ac:picMkLst>
        </pc:picChg>
        <pc:picChg chg="add mod">
          <ac:chgData name="Marion Lacroix" userId="9df64882-6113-4c49-9d2b-3e68714ee988" providerId="ADAL" clId="{AF1C4CEC-FCC7-4818-ADD7-E7538548E9BF}" dt="2025-11-14T17:12:51.415" v="281" actId="1076"/>
          <ac:picMkLst>
            <pc:docMk/>
            <pc:sldMk cId="1514211713" sldId="504"/>
            <ac:picMk id="31" creationId="{780C3FEF-A73E-45F1-82DD-3CF755663B3D}"/>
          </ac:picMkLst>
        </pc:picChg>
        <pc:picChg chg="add mod">
          <ac:chgData name="Marion Lacroix" userId="9df64882-6113-4c49-9d2b-3e68714ee988" providerId="ADAL" clId="{AF1C4CEC-FCC7-4818-ADD7-E7538548E9BF}" dt="2025-11-14T17:12:51.415" v="281" actId="1076"/>
          <ac:picMkLst>
            <pc:docMk/>
            <pc:sldMk cId="1514211713" sldId="504"/>
            <ac:picMk id="32" creationId="{5DD701EA-1EFF-4402-A989-2234B0D3AAB6}"/>
          </ac:picMkLst>
        </pc:picChg>
        <pc:picChg chg="add del mod">
          <ac:chgData name="Marion Lacroix" userId="9df64882-6113-4c49-9d2b-3e68714ee988" providerId="ADAL" clId="{AF1C4CEC-FCC7-4818-ADD7-E7538548E9BF}" dt="2025-11-14T17:12:35.945" v="277" actId="478"/>
          <ac:picMkLst>
            <pc:docMk/>
            <pc:sldMk cId="1514211713" sldId="504"/>
            <ac:picMk id="36" creationId="{82CD9ED3-2BB0-42DF-B885-4229FBDDA1B0}"/>
          </ac:picMkLst>
        </pc:picChg>
        <pc:cxnChg chg="add mod">
          <ac:chgData name="Marion Lacroix" userId="9df64882-6113-4c49-9d2b-3e68714ee988" providerId="ADAL" clId="{AF1C4CEC-FCC7-4818-ADD7-E7538548E9BF}" dt="2025-11-14T17:12:51.415" v="281" actId="1076"/>
          <ac:cxnSpMkLst>
            <pc:docMk/>
            <pc:sldMk cId="1514211713" sldId="504"/>
            <ac:cxnSpMk id="26" creationId="{0D7ED326-8F3F-4915-A194-92911223BBCD}"/>
          </ac:cxnSpMkLst>
        </pc:cxnChg>
        <pc:cxnChg chg="add mod">
          <ac:chgData name="Marion Lacroix" userId="9df64882-6113-4c49-9d2b-3e68714ee988" providerId="ADAL" clId="{AF1C4CEC-FCC7-4818-ADD7-E7538548E9BF}" dt="2025-11-14T17:12:51.415" v="281" actId="1076"/>
          <ac:cxnSpMkLst>
            <pc:docMk/>
            <pc:sldMk cId="1514211713" sldId="504"/>
            <ac:cxnSpMk id="29" creationId="{F06C3C34-C964-494A-B248-7B98BF005620}"/>
          </ac:cxnSpMkLst>
        </pc:cxnChg>
      </pc:sldChg>
      <pc:sldChg chg="del">
        <pc:chgData name="Marion Lacroix" userId="9df64882-6113-4c49-9d2b-3e68714ee988" providerId="ADAL" clId="{AF1C4CEC-FCC7-4818-ADD7-E7538548E9BF}" dt="2025-11-14T16:55:14.633" v="1" actId="47"/>
        <pc:sldMkLst>
          <pc:docMk/>
          <pc:sldMk cId="2897004409" sldId="732"/>
        </pc:sldMkLst>
      </pc:sldChg>
      <pc:sldChg chg="addSp delSp modSp del mod delAnim modAnim">
        <pc:chgData name="Marion Lacroix" userId="9df64882-6113-4c49-9d2b-3e68714ee988" providerId="ADAL" clId="{AF1C4CEC-FCC7-4818-ADD7-E7538548E9BF}" dt="2025-11-14T17:01:38.245" v="149" actId="47"/>
        <pc:sldMkLst>
          <pc:docMk/>
          <pc:sldMk cId="1196097826" sldId="739"/>
        </pc:sldMkLst>
        <pc:spChg chg="add mod">
          <ac:chgData name="Marion Lacroix" userId="9df64882-6113-4c49-9d2b-3e68714ee988" providerId="ADAL" clId="{AF1C4CEC-FCC7-4818-ADD7-E7538548E9BF}" dt="2025-11-14T16:59:12.459" v="46" actId="1076"/>
          <ac:spMkLst>
            <pc:docMk/>
            <pc:sldMk cId="1196097826" sldId="739"/>
            <ac:spMk id="3" creationId="{BA88BE78-891F-4B1C-A309-9571DFD22F76}"/>
          </ac:spMkLst>
        </pc:spChg>
        <pc:spChg chg="add mod">
          <ac:chgData name="Marion Lacroix" userId="9df64882-6113-4c49-9d2b-3e68714ee988" providerId="ADAL" clId="{AF1C4CEC-FCC7-4818-ADD7-E7538548E9BF}" dt="2025-11-14T17:00:20.792" v="103" actId="1076"/>
          <ac:spMkLst>
            <pc:docMk/>
            <pc:sldMk cId="1196097826" sldId="739"/>
            <ac:spMk id="5" creationId="{ECD38B5B-0FEA-4B0F-A0F3-4575F80E26F5}"/>
          </ac:spMkLst>
        </pc:spChg>
        <pc:spChg chg="mod">
          <ac:chgData name="Marion Lacroix" userId="9df64882-6113-4c49-9d2b-3e68714ee988" providerId="ADAL" clId="{AF1C4CEC-FCC7-4818-ADD7-E7538548E9BF}" dt="2025-11-14T16:57:18.438" v="27" actId="20577"/>
          <ac:spMkLst>
            <pc:docMk/>
            <pc:sldMk cId="1196097826" sldId="739"/>
            <ac:spMk id="9" creationId="{3690F5F7-3DCE-4B5B-812C-0636CF2AC060}"/>
          </ac:spMkLst>
        </pc:spChg>
        <pc:spChg chg="del">
          <ac:chgData name="Marion Lacroix" userId="9df64882-6113-4c49-9d2b-3e68714ee988" providerId="ADAL" clId="{AF1C4CEC-FCC7-4818-ADD7-E7538548E9BF}" dt="2025-11-14T16:56:59.446" v="12" actId="478"/>
          <ac:spMkLst>
            <pc:docMk/>
            <pc:sldMk cId="1196097826" sldId="739"/>
            <ac:spMk id="13" creationId="{72D92A0D-3544-452B-9130-D745C0855377}"/>
          </ac:spMkLst>
        </pc:spChg>
        <pc:spChg chg="del">
          <ac:chgData name="Marion Lacroix" userId="9df64882-6113-4c49-9d2b-3e68714ee988" providerId="ADAL" clId="{AF1C4CEC-FCC7-4818-ADD7-E7538548E9BF}" dt="2025-11-14T16:56:57.965" v="11" actId="478"/>
          <ac:spMkLst>
            <pc:docMk/>
            <pc:sldMk cId="1196097826" sldId="739"/>
            <ac:spMk id="15" creationId="{EF322D8C-02D3-45C9-9F82-87E332016763}"/>
          </ac:spMkLst>
        </pc:spChg>
        <pc:picChg chg="del">
          <ac:chgData name="Marion Lacroix" userId="9df64882-6113-4c49-9d2b-3e68714ee988" providerId="ADAL" clId="{AF1C4CEC-FCC7-4818-ADD7-E7538548E9BF}" dt="2025-11-14T16:57:06.432" v="13" actId="478"/>
          <ac:picMkLst>
            <pc:docMk/>
            <pc:sldMk cId="1196097826" sldId="739"/>
            <ac:picMk id="6" creationId="{31CF7D10-A6AE-4F16-9E34-919D8C65FD5F}"/>
          </ac:picMkLst>
        </pc:picChg>
        <pc:picChg chg="mod">
          <ac:chgData name="Marion Lacroix" userId="9df64882-6113-4c49-9d2b-3e68714ee988" providerId="ADAL" clId="{AF1C4CEC-FCC7-4818-ADD7-E7538548E9BF}" dt="2025-11-14T17:00:28.316" v="106" actId="1076"/>
          <ac:picMkLst>
            <pc:docMk/>
            <pc:sldMk cId="1196097826" sldId="739"/>
            <ac:picMk id="14" creationId="{D9A435F5-6259-4FEB-9994-7EFF284895B6}"/>
          </ac:picMkLst>
        </pc:picChg>
        <pc:picChg chg="mod">
          <ac:chgData name="Marion Lacroix" userId="9df64882-6113-4c49-9d2b-3e68714ee988" providerId="ADAL" clId="{AF1C4CEC-FCC7-4818-ADD7-E7538548E9BF}" dt="2025-11-14T16:57:21.561" v="28" actId="1076"/>
          <ac:picMkLst>
            <pc:docMk/>
            <pc:sldMk cId="1196097826" sldId="739"/>
            <ac:picMk id="17" creationId="{34D82877-5871-F7C0-2B13-00209AD8DE91}"/>
          </ac:picMkLst>
        </pc:picChg>
        <pc:picChg chg="del">
          <ac:chgData name="Marion Lacroix" userId="9df64882-6113-4c49-9d2b-3e68714ee988" providerId="ADAL" clId="{AF1C4CEC-FCC7-4818-ADD7-E7538548E9BF}" dt="2025-11-14T16:56:52.550" v="9" actId="478"/>
          <ac:picMkLst>
            <pc:docMk/>
            <pc:sldMk cId="1196097826" sldId="739"/>
            <ac:picMk id="18" creationId="{C9E9A033-5586-45C7-81EC-5D560DD63233}"/>
          </ac:picMkLst>
        </pc:picChg>
        <pc:picChg chg="del">
          <ac:chgData name="Marion Lacroix" userId="9df64882-6113-4c49-9d2b-3e68714ee988" providerId="ADAL" clId="{AF1C4CEC-FCC7-4818-ADD7-E7538548E9BF}" dt="2025-11-14T16:56:48.383" v="7" actId="478"/>
          <ac:picMkLst>
            <pc:docMk/>
            <pc:sldMk cId="1196097826" sldId="739"/>
            <ac:picMk id="20" creationId="{F7E4CF41-70FA-4E0F-9DA0-16C38353C4BF}"/>
          </ac:picMkLst>
        </pc:picChg>
        <pc:picChg chg="del">
          <ac:chgData name="Marion Lacroix" userId="9df64882-6113-4c49-9d2b-3e68714ee988" providerId="ADAL" clId="{AF1C4CEC-FCC7-4818-ADD7-E7538548E9BF}" dt="2025-11-14T16:57:06.432" v="13" actId="478"/>
          <ac:picMkLst>
            <pc:docMk/>
            <pc:sldMk cId="1196097826" sldId="739"/>
            <ac:picMk id="21" creationId="{F210C9F5-1FE8-4B1A-8374-2CB637437E9F}"/>
          </ac:picMkLst>
        </pc:picChg>
        <pc:picChg chg="del">
          <ac:chgData name="Marion Lacroix" userId="9df64882-6113-4c49-9d2b-3e68714ee988" providerId="ADAL" clId="{AF1C4CEC-FCC7-4818-ADD7-E7538548E9BF}" dt="2025-11-14T16:57:06.432" v="13" actId="478"/>
          <ac:picMkLst>
            <pc:docMk/>
            <pc:sldMk cId="1196097826" sldId="739"/>
            <ac:picMk id="22" creationId="{78718CBB-54D6-45F5-ACCE-DCDED4846DA4}"/>
          </ac:picMkLst>
        </pc:picChg>
        <pc:picChg chg="del">
          <ac:chgData name="Marion Lacroix" userId="9df64882-6113-4c49-9d2b-3e68714ee988" providerId="ADAL" clId="{AF1C4CEC-FCC7-4818-ADD7-E7538548E9BF}" dt="2025-11-14T16:57:06.432" v="13" actId="478"/>
          <ac:picMkLst>
            <pc:docMk/>
            <pc:sldMk cId="1196097826" sldId="739"/>
            <ac:picMk id="23" creationId="{DE77D0DC-85B2-4988-A407-AE7782C63D58}"/>
          </ac:picMkLst>
        </pc:picChg>
        <pc:picChg chg="del">
          <ac:chgData name="Marion Lacroix" userId="9df64882-6113-4c49-9d2b-3e68714ee988" providerId="ADAL" clId="{AF1C4CEC-FCC7-4818-ADD7-E7538548E9BF}" dt="2025-11-14T16:57:07.534" v="14" actId="478"/>
          <ac:picMkLst>
            <pc:docMk/>
            <pc:sldMk cId="1196097826" sldId="739"/>
            <ac:picMk id="24" creationId="{692E6668-679B-4AC0-BB47-341127F24166}"/>
          </ac:picMkLst>
        </pc:picChg>
        <pc:picChg chg="del">
          <ac:chgData name="Marion Lacroix" userId="9df64882-6113-4c49-9d2b-3e68714ee988" providerId="ADAL" clId="{AF1C4CEC-FCC7-4818-ADD7-E7538548E9BF}" dt="2025-11-14T16:57:06.432" v="13" actId="478"/>
          <ac:picMkLst>
            <pc:docMk/>
            <pc:sldMk cId="1196097826" sldId="739"/>
            <ac:picMk id="25" creationId="{5D118AE7-7807-4145-B4C5-9F599883711C}"/>
          </ac:picMkLst>
        </pc:picChg>
        <pc:picChg chg="del">
          <ac:chgData name="Marion Lacroix" userId="9df64882-6113-4c49-9d2b-3e68714ee988" providerId="ADAL" clId="{AF1C4CEC-FCC7-4818-ADD7-E7538548E9BF}" dt="2025-11-14T16:57:06.432" v="13" actId="478"/>
          <ac:picMkLst>
            <pc:docMk/>
            <pc:sldMk cId="1196097826" sldId="739"/>
            <ac:picMk id="26" creationId="{E7D7C514-6524-42DB-B619-36C9CE833A8D}"/>
          </ac:picMkLst>
        </pc:picChg>
        <pc:picChg chg="del">
          <ac:chgData name="Marion Lacroix" userId="9df64882-6113-4c49-9d2b-3e68714ee988" providerId="ADAL" clId="{AF1C4CEC-FCC7-4818-ADD7-E7538548E9BF}" dt="2025-11-14T16:57:06.432" v="13" actId="478"/>
          <ac:picMkLst>
            <pc:docMk/>
            <pc:sldMk cId="1196097826" sldId="739"/>
            <ac:picMk id="27" creationId="{78D98CDD-9FE6-4AAC-9C7E-D22D77496DBC}"/>
          </ac:picMkLst>
        </pc:picChg>
        <pc:picChg chg="mod">
          <ac:chgData name="Marion Lacroix" userId="9df64882-6113-4c49-9d2b-3e68714ee988" providerId="ADAL" clId="{AF1C4CEC-FCC7-4818-ADD7-E7538548E9BF}" dt="2025-11-14T16:57:26.203" v="30" actId="1076"/>
          <ac:picMkLst>
            <pc:docMk/>
            <pc:sldMk cId="1196097826" sldId="739"/>
            <ac:picMk id="28" creationId="{F5A99018-EDC9-4446-AB44-4B6ABDABBA85}"/>
          </ac:picMkLst>
        </pc:picChg>
        <pc:picChg chg="mod">
          <ac:chgData name="Marion Lacroix" userId="9df64882-6113-4c49-9d2b-3e68714ee988" providerId="ADAL" clId="{AF1C4CEC-FCC7-4818-ADD7-E7538548E9BF}" dt="2025-11-14T16:57:23.408" v="29" actId="1076"/>
          <ac:picMkLst>
            <pc:docMk/>
            <pc:sldMk cId="1196097826" sldId="739"/>
            <ac:picMk id="29" creationId="{F8B9EE77-CDB9-4C98-8585-E9679AA4E6FC}"/>
          </ac:picMkLst>
        </pc:picChg>
        <pc:picChg chg="add mod">
          <ac:chgData name="Marion Lacroix" userId="9df64882-6113-4c49-9d2b-3e68714ee988" providerId="ADAL" clId="{AF1C4CEC-FCC7-4818-ADD7-E7538548E9BF}" dt="2025-11-14T16:57:34.517" v="32" actId="1076"/>
          <ac:picMkLst>
            <pc:docMk/>
            <pc:sldMk cId="1196097826" sldId="739"/>
            <ac:picMk id="30" creationId="{78FDFF5E-E36D-490B-AB48-43D2CEFD5D40}"/>
          </ac:picMkLst>
        </pc:picChg>
        <pc:picChg chg="add mod">
          <ac:chgData name="Marion Lacroix" userId="9df64882-6113-4c49-9d2b-3e68714ee988" providerId="ADAL" clId="{AF1C4CEC-FCC7-4818-ADD7-E7538548E9BF}" dt="2025-11-14T17:00:20.792" v="103" actId="1076"/>
          <ac:picMkLst>
            <pc:docMk/>
            <pc:sldMk cId="1196097826" sldId="739"/>
            <ac:picMk id="31" creationId="{D9ABFCC2-7684-4BEE-B84D-DC4A04F91DCA}"/>
          </ac:picMkLst>
        </pc:picChg>
      </pc:sldChg>
      <pc:sldChg chg="del">
        <pc:chgData name="Marion Lacroix" userId="9df64882-6113-4c49-9d2b-3e68714ee988" providerId="ADAL" clId="{AF1C4CEC-FCC7-4818-ADD7-E7538548E9BF}" dt="2025-11-14T17:06:44.796" v="184" actId="47"/>
        <pc:sldMkLst>
          <pc:docMk/>
          <pc:sldMk cId="3531585408" sldId="749"/>
        </pc:sldMkLst>
      </pc:sldChg>
      <pc:sldChg chg="delSp del mod">
        <pc:chgData name="Marion Lacroix" userId="9df64882-6113-4c49-9d2b-3e68714ee988" providerId="ADAL" clId="{AF1C4CEC-FCC7-4818-ADD7-E7538548E9BF}" dt="2025-11-14T17:20:44.944" v="530" actId="47"/>
        <pc:sldMkLst>
          <pc:docMk/>
          <pc:sldMk cId="3099877098" sldId="755"/>
        </pc:sldMkLst>
        <pc:picChg chg="del">
          <ac:chgData name="Marion Lacroix" userId="9df64882-6113-4c49-9d2b-3e68714ee988" providerId="ADAL" clId="{AF1C4CEC-FCC7-4818-ADD7-E7538548E9BF}" dt="2025-11-14T17:13:24.627" v="286" actId="478"/>
          <ac:picMkLst>
            <pc:docMk/>
            <pc:sldMk cId="3099877098" sldId="755"/>
            <ac:picMk id="10" creationId="{5DDC1645-833A-4460-AA81-ED4FF8381C32}"/>
          </ac:picMkLst>
        </pc:picChg>
      </pc:sldChg>
      <pc:sldChg chg="del">
        <pc:chgData name="Marion Lacroix" userId="9df64882-6113-4c49-9d2b-3e68714ee988" providerId="ADAL" clId="{AF1C4CEC-FCC7-4818-ADD7-E7538548E9BF}" dt="2025-11-14T17:21:38.249" v="544" actId="47"/>
        <pc:sldMkLst>
          <pc:docMk/>
          <pc:sldMk cId="2396888268" sldId="757"/>
        </pc:sldMkLst>
      </pc:sldChg>
      <pc:sldChg chg="addSp delSp modSp mod">
        <pc:chgData name="Marion Lacroix" userId="9df64882-6113-4c49-9d2b-3e68714ee988" providerId="ADAL" clId="{AF1C4CEC-FCC7-4818-ADD7-E7538548E9BF}" dt="2025-11-14T17:28:03.621" v="655" actId="478"/>
        <pc:sldMkLst>
          <pc:docMk/>
          <pc:sldMk cId="32848523" sldId="761"/>
        </pc:sldMkLst>
        <pc:spChg chg="mod">
          <ac:chgData name="Marion Lacroix" userId="9df64882-6113-4c49-9d2b-3e68714ee988" providerId="ADAL" clId="{AF1C4CEC-FCC7-4818-ADD7-E7538548E9BF}" dt="2025-11-14T17:25:55.900" v="639" actId="255"/>
          <ac:spMkLst>
            <pc:docMk/>
            <pc:sldMk cId="32848523" sldId="761"/>
            <ac:spMk id="9" creationId="{BEFE395B-DB4E-4519-807C-CB8B92945B67}"/>
          </ac:spMkLst>
        </pc:spChg>
        <pc:spChg chg="del">
          <ac:chgData name="Marion Lacroix" userId="9df64882-6113-4c49-9d2b-3e68714ee988" providerId="ADAL" clId="{AF1C4CEC-FCC7-4818-ADD7-E7538548E9BF}" dt="2025-11-14T17:28:03.621" v="655" actId="478"/>
          <ac:spMkLst>
            <pc:docMk/>
            <pc:sldMk cId="32848523" sldId="761"/>
            <ac:spMk id="10" creationId="{EF5CDFBA-28C7-4803-A3C1-549F88EA3EF8}"/>
          </ac:spMkLst>
        </pc:spChg>
        <pc:spChg chg="add mod">
          <ac:chgData name="Marion Lacroix" userId="9df64882-6113-4c49-9d2b-3e68714ee988" providerId="ADAL" clId="{AF1C4CEC-FCC7-4818-ADD7-E7538548E9BF}" dt="2025-11-14T17:27:14.252" v="643"/>
          <ac:spMkLst>
            <pc:docMk/>
            <pc:sldMk cId="32848523" sldId="761"/>
            <ac:spMk id="12" creationId="{4947E409-3EE1-45FD-A74C-0179F1B4CEF1}"/>
          </ac:spMkLst>
        </pc:spChg>
      </pc:sldChg>
      <pc:sldChg chg="del">
        <pc:chgData name="Marion Lacroix" userId="9df64882-6113-4c49-9d2b-3e68714ee988" providerId="ADAL" clId="{AF1C4CEC-FCC7-4818-ADD7-E7538548E9BF}" dt="2025-11-14T16:56:31.995" v="6" actId="47"/>
        <pc:sldMkLst>
          <pc:docMk/>
          <pc:sldMk cId="2840597244" sldId="762"/>
        </pc:sldMkLst>
      </pc:sldChg>
      <pc:sldChg chg="add del">
        <pc:chgData name="Marion Lacroix" userId="9df64882-6113-4c49-9d2b-3e68714ee988" providerId="ADAL" clId="{AF1C4CEC-FCC7-4818-ADD7-E7538548E9BF}" dt="2025-11-14T16:56:11.594" v="3" actId="47"/>
        <pc:sldMkLst>
          <pc:docMk/>
          <pc:sldMk cId="3601713197" sldId="778"/>
        </pc:sldMkLst>
      </pc:sldChg>
      <pc:sldChg chg="add del">
        <pc:chgData name="Marion Lacroix" userId="9df64882-6113-4c49-9d2b-3e68714ee988" providerId="ADAL" clId="{AF1C4CEC-FCC7-4818-ADD7-E7538548E9BF}" dt="2025-11-14T17:25:59.990" v="640" actId="47"/>
        <pc:sldMkLst>
          <pc:docMk/>
          <pc:sldMk cId="127955956" sldId="779"/>
        </pc:sldMkLst>
      </pc:sldChg>
      <pc:sldChg chg="delSp modSp add del mod delAnim">
        <pc:chgData name="Marion Lacroix" userId="9df64882-6113-4c49-9d2b-3e68714ee988" providerId="ADAL" clId="{AF1C4CEC-FCC7-4818-ADD7-E7538548E9BF}" dt="2025-11-14T17:13:18.888" v="285" actId="47"/>
        <pc:sldMkLst>
          <pc:docMk/>
          <pc:sldMk cId="3881652381" sldId="784"/>
        </pc:sldMkLst>
        <pc:spChg chg="del">
          <ac:chgData name="Marion Lacroix" userId="9df64882-6113-4c49-9d2b-3e68714ee988" providerId="ADAL" clId="{AF1C4CEC-FCC7-4818-ADD7-E7538548E9BF}" dt="2025-11-14T17:06:39.541" v="181" actId="478"/>
          <ac:spMkLst>
            <pc:docMk/>
            <pc:sldMk cId="3881652381" sldId="784"/>
            <ac:spMk id="33" creationId="{340C3249-79FA-41A9-A911-7BA976AB399C}"/>
          </ac:spMkLst>
        </pc:spChg>
        <pc:spChg chg="del">
          <ac:chgData name="Marion Lacroix" userId="9df64882-6113-4c49-9d2b-3e68714ee988" providerId="ADAL" clId="{AF1C4CEC-FCC7-4818-ADD7-E7538548E9BF}" dt="2025-11-14T17:06:39.541" v="181" actId="478"/>
          <ac:spMkLst>
            <pc:docMk/>
            <pc:sldMk cId="3881652381" sldId="784"/>
            <ac:spMk id="34" creationId="{735C1D7D-4D9F-4E62-9837-25C5048ACDF7}"/>
          </ac:spMkLst>
        </pc:spChg>
        <pc:picChg chg="mod">
          <ac:chgData name="Marion Lacroix" userId="9df64882-6113-4c49-9d2b-3e68714ee988" providerId="ADAL" clId="{AF1C4CEC-FCC7-4818-ADD7-E7538548E9BF}" dt="2025-11-14T17:06:51.278" v="187" actId="1076"/>
          <ac:picMkLst>
            <pc:docMk/>
            <pc:sldMk cId="3881652381" sldId="784"/>
            <ac:picMk id="7" creationId="{427B8787-529B-4DBD-8C14-94ED537BD066}"/>
          </ac:picMkLst>
        </pc:picChg>
        <pc:picChg chg="del">
          <ac:chgData name="Marion Lacroix" userId="9df64882-6113-4c49-9d2b-3e68714ee988" providerId="ADAL" clId="{AF1C4CEC-FCC7-4818-ADD7-E7538548E9BF}" dt="2025-11-14T17:06:37.552" v="180" actId="478"/>
          <ac:picMkLst>
            <pc:docMk/>
            <pc:sldMk cId="3881652381" sldId="784"/>
            <ac:picMk id="8" creationId="{3D4EE40C-6500-4315-97D3-91DA2331706D}"/>
          </ac:picMkLst>
        </pc:picChg>
        <pc:cxnChg chg="del">
          <ac:chgData name="Marion Lacroix" userId="9df64882-6113-4c49-9d2b-3e68714ee988" providerId="ADAL" clId="{AF1C4CEC-FCC7-4818-ADD7-E7538548E9BF}" dt="2025-11-14T17:06:42.665" v="183" actId="478"/>
          <ac:cxnSpMkLst>
            <pc:docMk/>
            <pc:sldMk cId="3881652381" sldId="784"/>
            <ac:cxnSpMk id="9" creationId="{0979C447-8465-4500-BD2A-73A7B4E03317}"/>
          </ac:cxnSpMkLst>
        </pc:cxnChg>
        <pc:cxnChg chg="del">
          <ac:chgData name="Marion Lacroix" userId="9df64882-6113-4c49-9d2b-3e68714ee988" providerId="ADAL" clId="{AF1C4CEC-FCC7-4818-ADD7-E7538548E9BF}" dt="2025-11-14T17:06:39.541" v="181" actId="478"/>
          <ac:cxnSpMkLst>
            <pc:docMk/>
            <pc:sldMk cId="3881652381" sldId="784"/>
            <ac:cxnSpMk id="10" creationId="{455DE883-1EE2-4231-80E2-4665ACB46884}"/>
          </ac:cxnSpMkLst>
        </pc:cxnChg>
        <pc:cxnChg chg="del">
          <ac:chgData name="Marion Lacroix" userId="9df64882-6113-4c49-9d2b-3e68714ee988" providerId="ADAL" clId="{AF1C4CEC-FCC7-4818-ADD7-E7538548E9BF}" dt="2025-11-14T17:06:39.541" v="181" actId="478"/>
          <ac:cxnSpMkLst>
            <pc:docMk/>
            <pc:sldMk cId="3881652381" sldId="784"/>
            <ac:cxnSpMk id="13" creationId="{31FD90BB-AAC8-4A04-92E6-23DA9915E89C}"/>
          </ac:cxnSpMkLst>
        </pc:cxnChg>
        <pc:cxnChg chg="del">
          <ac:chgData name="Marion Lacroix" userId="9df64882-6113-4c49-9d2b-3e68714ee988" providerId="ADAL" clId="{AF1C4CEC-FCC7-4818-ADD7-E7538548E9BF}" dt="2025-11-14T17:06:39.541" v="181" actId="478"/>
          <ac:cxnSpMkLst>
            <pc:docMk/>
            <pc:sldMk cId="3881652381" sldId="784"/>
            <ac:cxnSpMk id="16" creationId="{8E9BF77F-2226-4DC1-8F23-D40F4632BD03}"/>
          </ac:cxnSpMkLst>
        </pc:cxnChg>
        <pc:cxnChg chg="del">
          <ac:chgData name="Marion Lacroix" userId="9df64882-6113-4c49-9d2b-3e68714ee988" providerId="ADAL" clId="{AF1C4CEC-FCC7-4818-ADD7-E7538548E9BF}" dt="2025-11-14T17:06:39.541" v="181" actId="478"/>
          <ac:cxnSpMkLst>
            <pc:docMk/>
            <pc:sldMk cId="3881652381" sldId="784"/>
            <ac:cxnSpMk id="19" creationId="{1C7B80CF-186A-4AD2-9DA4-51AFCC049EA8}"/>
          </ac:cxnSpMkLst>
        </pc:cxnChg>
        <pc:cxnChg chg="del">
          <ac:chgData name="Marion Lacroix" userId="9df64882-6113-4c49-9d2b-3e68714ee988" providerId="ADAL" clId="{AF1C4CEC-FCC7-4818-ADD7-E7538548E9BF}" dt="2025-11-14T17:06:40.920" v="182" actId="478"/>
          <ac:cxnSpMkLst>
            <pc:docMk/>
            <pc:sldMk cId="3881652381" sldId="784"/>
            <ac:cxnSpMk id="22" creationId="{DF193F05-9A5B-4C65-9265-638A2880B8BC}"/>
          </ac:cxnSpMkLst>
        </pc:cxnChg>
      </pc:sldChg>
      <pc:sldChg chg="addSp delSp modSp add mod">
        <pc:chgData name="Marion Lacroix" userId="9df64882-6113-4c49-9d2b-3e68714ee988" providerId="ADAL" clId="{AF1C4CEC-FCC7-4818-ADD7-E7538548E9BF}" dt="2025-11-14T17:27:54.277" v="653" actId="478"/>
        <pc:sldMkLst>
          <pc:docMk/>
          <pc:sldMk cId="1648144540" sldId="785"/>
        </pc:sldMkLst>
        <pc:spChg chg="mod">
          <ac:chgData name="Marion Lacroix" userId="9df64882-6113-4c49-9d2b-3e68714ee988" providerId="ADAL" clId="{AF1C4CEC-FCC7-4818-ADD7-E7538548E9BF}" dt="2025-11-14T17:07:24.787" v="199" actId="20577"/>
          <ac:spMkLst>
            <pc:docMk/>
            <pc:sldMk cId="1648144540" sldId="785"/>
            <ac:spMk id="2" creationId="{D2914144-4E5E-4757-976A-35690A828941}"/>
          </ac:spMkLst>
        </pc:spChg>
        <pc:spChg chg="mod">
          <ac:chgData name="Marion Lacroix" userId="9df64882-6113-4c49-9d2b-3e68714ee988" providerId="ADAL" clId="{AF1C4CEC-FCC7-4818-ADD7-E7538548E9BF}" dt="2025-11-14T17:16:30.823" v="521" actId="1076"/>
          <ac:spMkLst>
            <pc:docMk/>
            <pc:sldMk cId="1648144540" sldId="785"/>
            <ac:spMk id="3" creationId="{BE34F1E9-E0B0-4D42-8B7D-D8AAF906B584}"/>
          </ac:spMkLst>
        </pc:spChg>
        <pc:spChg chg="del">
          <ac:chgData name="Marion Lacroix" userId="9df64882-6113-4c49-9d2b-3e68714ee988" providerId="ADAL" clId="{AF1C4CEC-FCC7-4818-ADD7-E7538548E9BF}" dt="2025-11-14T17:27:09.972" v="642" actId="478"/>
          <ac:spMkLst>
            <pc:docMk/>
            <pc:sldMk cId="1648144540" sldId="785"/>
            <ac:spMk id="13" creationId="{38B5FB12-647F-4B35-AD68-620AF53AA97D}"/>
          </ac:spMkLst>
        </pc:spChg>
        <pc:spChg chg="del">
          <ac:chgData name="Marion Lacroix" userId="9df64882-6113-4c49-9d2b-3e68714ee988" providerId="ADAL" clId="{AF1C4CEC-FCC7-4818-ADD7-E7538548E9BF}" dt="2025-11-14T17:27:54.277" v="653" actId="478"/>
          <ac:spMkLst>
            <pc:docMk/>
            <pc:sldMk cId="1648144540" sldId="785"/>
            <ac:spMk id="14" creationId="{4339ED25-39B5-491B-9710-C03E8451D492}"/>
          </ac:spMkLst>
        </pc:spChg>
        <pc:spChg chg="del">
          <ac:chgData name="Marion Lacroix" userId="9df64882-6113-4c49-9d2b-3e68714ee988" providerId="ADAL" clId="{AF1C4CEC-FCC7-4818-ADD7-E7538548E9BF}" dt="2025-11-14T17:26:50.644" v="641" actId="478"/>
          <ac:spMkLst>
            <pc:docMk/>
            <pc:sldMk cId="1648144540" sldId="785"/>
            <ac:spMk id="36" creationId="{8407D787-0949-4820-8CF8-BA5B3E835B3B}"/>
          </ac:spMkLst>
        </pc:spChg>
        <pc:picChg chg="add mod">
          <ac:chgData name="Marion Lacroix" userId="9df64882-6113-4c49-9d2b-3e68714ee988" providerId="ADAL" clId="{AF1C4CEC-FCC7-4818-ADD7-E7538548E9BF}" dt="2025-11-14T17:20:33.358" v="529" actId="12788"/>
          <ac:picMkLst>
            <pc:docMk/>
            <pc:sldMk cId="1648144540" sldId="785"/>
            <ac:picMk id="5" creationId="{56AB6C7F-B51B-4AD9-B3F7-CB2BEA783F48}"/>
          </ac:picMkLst>
        </pc:picChg>
        <pc:picChg chg="del">
          <ac:chgData name="Marion Lacroix" userId="9df64882-6113-4c49-9d2b-3e68714ee988" providerId="ADAL" clId="{AF1C4CEC-FCC7-4818-ADD7-E7538548E9BF}" dt="2025-11-14T17:07:26.587" v="200" actId="478"/>
          <ac:picMkLst>
            <pc:docMk/>
            <pc:sldMk cId="1648144540" sldId="785"/>
            <ac:picMk id="7" creationId="{427B8787-529B-4DBD-8C14-94ED537BD066}"/>
          </ac:picMkLst>
        </pc:picChg>
        <pc:picChg chg="add del mod">
          <ac:chgData name="Marion Lacroix" userId="9df64882-6113-4c49-9d2b-3e68714ee988" providerId="ADAL" clId="{AF1C4CEC-FCC7-4818-ADD7-E7538548E9BF}" dt="2025-11-14T17:16:45.928" v="525" actId="478"/>
          <ac:picMkLst>
            <pc:docMk/>
            <pc:sldMk cId="1648144540" sldId="785"/>
            <ac:picMk id="9" creationId="{5A8940B1-587B-49AE-98E2-F81448B2DC93}"/>
          </ac:picMkLst>
        </pc:picChg>
        <pc:picChg chg="add mod">
          <ac:chgData name="Marion Lacroix" userId="9df64882-6113-4c49-9d2b-3e68714ee988" providerId="ADAL" clId="{AF1C4CEC-FCC7-4818-ADD7-E7538548E9BF}" dt="2025-11-14T17:20:33.358" v="529" actId="12788"/>
          <ac:picMkLst>
            <pc:docMk/>
            <pc:sldMk cId="1648144540" sldId="785"/>
            <ac:picMk id="10" creationId="{3CF68A24-8C0B-4814-AB69-19460BF47FFD}"/>
          </ac:picMkLst>
        </pc:picChg>
        <pc:picChg chg="add mod">
          <ac:chgData name="Marion Lacroix" userId="9df64882-6113-4c49-9d2b-3e68714ee988" providerId="ADAL" clId="{AF1C4CEC-FCC7-4818-ADD7-E7538548E9BF}" dt="2025-11-14T17:20:33.358" v="529" actId="12788"/>
          <ac:picMkLst>
            <pc:docMk/>
            <pc:sldMk cId="1648144540" sldId="785"/>
            <ac:picMk id="12" creationId="{922ACE97-7B67-4E75-A6D5-0C9E067E01CE}"/>
          </ac:picMkLst>
        </pc:picChg>
      </pc:sldChg>
      <pc:sldChg chg="addSp delSp modSp add mod">
        <pc:chgData name="Marion Lacroix" userId="9df64882-6113-4c49-9d2b-3e68714ee988" providerId="ADAL" clId="{AF1C4CEC-FCC7-4818-ADD7-E7538548E9BF}" dt="2025-11-14T17:27:57.150" v="654"/>
        <pc:sldMkLst>
          <pc:docMk/>
          <pc:sldMk cId="254383534" sldId="786"/>
        </pc:sldMkLst>
        <pc:spChg chg="del">
          <ac:chgData name="Marion Lacroix" userId="9df64882-6113-4c49-9d2b-3e68714ee988" providerId="ADAL" clId="{AF1C4CEC-FCC7-4818-ADD7-E7538548E9BF}" dt="2025-11-14T17:21:05.465" v="535" actId="478"/>
          <ac:spMkLst>
            <pc:docMk/>
            <pc:sldMk cId="254383534" sldId="786"/>
            <ac:spMk id="2" creationId="{D2914144-4E5E-4757-976A-35690A828941}"/>
          </ac:spMkLst>
        </pc:spChg>
        <pc:spChg chg="del mod">
          <ac:chgData name="Marion Lacroix" userId="9df64882-6113-4c49-9d2b-3e68714ee988" providerId="ADAL" clId="{AF1C4CEC-FCC7-4818-ADD7-E7538548E9BF}" dt="2025-11-14T17:21:01.848" v="533" actId="478"/>
          <ac:spMkLst>
            <pc:docMk/>
            <pc:sldMk cId="254383534" sldId="786"/>
            <ac:spMk id="3" creationId="{BE34F1E9-E0B0-4D42-8B7D-D8AAF906B584}"/>
          </ac:spMkLst>
        </pc:spChg>
        <pc:spChg chg="add del mod">
          <ac:chgData name="Marion Lacroix" userId="9df64882-6113-4c49-9d2b-3e68714ee988" providerId="ADAL" clId="{AF1C4CEC-FCC7-4818-ADD7-E7538548E9BF}" dt="2025-11-14T17:21:34.439" v="543" actId="478"/>
          <ac:spMkLst>
            <pc:docMk/>
            <pc:sldMk cId="254383534" sldId="786"/>
            <ac:spMk id="7" creationId="{48A9FD4B-82A6-420F-86C0-B588383DC8A6}"/>
          </ac:spMkLst>
        </pc:spChg>
        <pc:spChg chg="add del mod">
          <ac:chgData name="Marion Lacroix" userId="9df64882-6113-4c49-9d2b-3e68714ee988" providerId="ADAL" clId="{AF1C4CEC-FCC7-4818-ADD7-E7538548E9BF}" dt="2025-11-14T17:21:32.814" v="542" actId="478"/>
          <ac:spMkLst>
            <pc:docMk/>
            <pc:sldMk cId="254383534" sldId="786"/>
            <ac:spMk id="9" creationId="{C8990EA7-06C0-45C3-9F4E-2F383FFFF193}"/>
          </ac:spMkLst>
        </pc:spChg>
        <pc:spChg chg="add mod">
          <ac:chgData name="Marion Lacroix" userId="9df64882-6113-4c49-9d2b-3e68714ee988" providerId="ADAL" clId="{AF1C4CEC-FCC7-4818-ADD7-E7538548E9BF}" dt="2025-11-14T17:25:12.590" v="630" actId="12788"/>
          <ac:spMkLst>
            <pc:docMk/>
            <pc:sldMk cId="254383534" sldId="786"/>
            <ac:spMk id="14" creationId="{A5E344A0-C8A3-4716-B6F9-CDC8F953B05B}"/>
          </ac:spMkLst>
        </pc:spChg>
        <pc:spChg chg="add mod">
          <ac:chgData name="Marion Lacroix" userId="9df64882-6113-4c49-9d2b-3e68714ee988" providerId="ADAL" clId="{AF1C4CEC-FCC7-4818-ADD7-E7538548E9BF}" dt="2025-11-14T17:25:30.057" v="634" actId="1076"/>
          <ac:spMkLst>
            <pc:docMk/>
            <pc:sldMk cId="254383534" sldId="786"/>
            <ac:spMk id="27" creationId="{A45EF56D-4E05-4C45-B014-E974B5AE95A7}"/>
          </ac:spMkLst>
        </pc:spChg>
        <pc:spChg chg="del">
          <ac:chgData name="Marion Lacroix" userId="9df64882-6113-4c49-9d2b-3e68714ee988" providerId="ADAL" clId="{AF1C4CEC-FCC7-4818-ADD7-E7538548E9BF}" dt="2025-11-14T17:27:25.940" v="648" actId="478"/>
          <ac:spMkLst>
            <pc:docMk/>
            <pc:sldMk cId="254383534" sldId="786"/>
            <ac:spMk id="28" creationId="{4D497907-9A9E-42AD-8D83-3C4FDE2D4CB1}"/>
          </ac:spMkLst>
        </pc:spChg>
        <pc:spChg chg="add mod">
          <ac:chgData name="Marion Lacroix" userId="9df64882-6113-4c49-9d2b-3e68714ee988" providerId="ADAL" clId="{AF1C4CEC-FCC7-4818-ADD7-E7538548E9BF}" dt="2025-11-14T17:27:47.636" v="651"/>
          <ac:spMkLst>
            <pc:docMk/>
            <pc:sldMk cId="254383534" sldId="786"/>
            <ac:spMk id="33" creationId="{A134E4E6-5022-4D63-8373-FF19560AC71C}"/>
          </ac:spMkLst>
        </pc:spChg>
        <pc:spChg chg="add mod">
          <ac:chgData name="Marion Lacroix" userId="9df64882-6113-4c49-9d2b-3e68714ee988" providerId="ADAL" clId="{AF1C4CEC-FCC7-4818-ADD7-E7538548E9BF}" dt="2025-11-14T17:27:51.243" v="652"/>
          <ac:spMkLst>
            <pc:docMk/>
            <pc:sldMk cId="254383534" sldId="786"/>
            <ac:spMk id="34" creationId="{4B61C671-DD44-4E22-BB6A-154FAD7E1EE2}"/>
          </ac:spMkLst>
        </pc:spChg>
        <pc:spChg chg="del">
          <ac:chgData name="Marion Lacroix" userId="9df64882-6113-4c49-9d2b-3e68714ee988" providerId="ADAL" clId="{AF1C4CEC-FCC7-4818-ADD7-E7538548E9BF}" dt="2025-11-14T17:27:21.140" v="645" actId="478"/>
          <ac:spMkLst>
            <pc:docMk/>
            <pc:sldMk cId="254383534" sldId="786"/>
            <ac:spMk id="35" creationId="{47B6F8C0-58CA-451C-9C07-17B5811C8CE2}"/>
          </ac:spMkLst>
        </pc:spChg>
        <pc:spChg chg="del">
          <ac:chgData name="Marion Lacroix" userId="9df64882-6113-4c49-9d2b-3e68714ee988" providerId="ADAL" clId="{AF1C4CEC-FCC7-4818-ADD7-E7538548E9BF}" dt="2025-11-14T17:27:18.989" v="644" actId="478"/>
          <ac:spMkLst>
            <pc:docMk/>
            <pc:sldMk cId="254383534" sldId="786"/>
            <ac:spMk id="36" creationId="{8407D787-0949-4820-8CF8-BA5B3E835B3B}"/>
          </ac:spMkLst>
        </pc:spChg>
        <pc:spChg chg="del">
          <ac:chgData name="Marion Lacroix" userId="9df64882-6113-4c49-9d2b-3e68714ee988" providerId="ADAL" clId="{AF1C4CEC-FCC7-4818-ADD7-E7538548E9BF}" dt="2025-11-14T17:27:25.005" v="647" actId="478"/>
          <ac:spMkLst>
            <pc:docMk/>
            <pc:sldMk cId="254383534" sldId="786"/>
            <ac:spMk id="37" creationId="{6EC22DE7-352B-4832-A909-B025C6207A40}"/>
          </ac:spMkLst>
        </pc:spChg>
        <pc:spChg chg="del">
          <ac:chgData name="Marion Lacroix" userId="9df64882-6113-4c49-9d2b-3e68714ee988" providerId="ADAL" clId="{AF1C4CEC-FCC7-4818-ADD7-E7538548E9BF}" dt="2025-11-14T17:27:23.781" v="646" actId="478"/>
          <ac:spMkLst>
            <pc:docMk/>
            <pc:sldMk cId="254383534" sldId="786"/>
            <ac:spMk id="38" creationId="{1C05F4BB-4BFD-4DBB-9AEF-C5031034515D}"/>
          </ac:spMkLst>
        </pc:spChg>
        <pc:spChg chg="add mod">
          <ac:chgData name="Marion Lacroix" userId="9df64882-6113-4c49-9d2b-3e68714ee988" providerId="ADAL" clId="{AF1C4CEC-FCC7-4818-ADD7-E7538548E9BF}" dt="2025-11-14T17:27:57.150" v="654"/>
          <ac:spMkLst>
            <pc:docMk/>
            <pc:sldMk cId="254383534" sldId="786"/>
            <ac:spMk id="39" creationId="{610CF5AA-81B3-48EC-98B6-D1D0BB772D74}"/>
          </ac:spMkLst>
        </pc:spChg>
        <pc:grpChg chg="add mod">
          <ac:chgData name="Marion Lacroix" userId="9df64882-6113-4c49-9d2b-3e68714ee988" providerId="ADAL" clId="{AF1C4CEC-FCC7-4818-ADD7-E7538548E9BF}" dt="2025-11-14T17:25:12.590" v="630" actId="12788"/>
          <ac:grpSpMkLst>
            <pc:docMk/>
            <pc:sldMk cId="254383534" sldId="786"/>
            <ac:grpSpMk id="15" creationId="{ACA6581A-3455-4ADF-82F7-3005DD004C56}"/>
          </ac:grpSpMkLst>
        </pc:grpChg>
        <pc:picChg chg="del">
          <ac:chgData name="Marion Lacroix" userId="9df64882-6113-4c49-9d2b-3e68714ee988" providerId="ADAL" clId="{AF1C4CEC-FCC7-4818-ADD7-E7538548E9BF}" dt="2025-11-14T17:21:01.848" v="533" actId="478"/>
          <ac:picMkLst>
            <pc:docMk/>
            <pc:sldMk cId="254383534" sldId="786"/>
            <ac:picMk id="5" creationId="{56AB6C7F-B51B-4AD9-B3F7-CB2BEA783F48}"/>
          </ac:picMkLst>
        </pc:picChg>
        <pc:picChg chg="mod">
          <ac:chgData name="Marion Lacroix" userId="9df64882-6113-4c49-9d2b-3e68714ee988" providerId="ADAL" clId="{AF1C4CEC-FCC7-4818-ADD7-E7538548E9BF}" dt="2025-11-14T17:25:03.571" v="627" actId="1035"/>
          <ac:picMkLst>
            <pc:docMk/>
            <pc:sldMk cId="254383534" sldId="786"/>
            <ac:picMk id="6" creationId="{573BE2D5-0BF8-45D2-A792-A93B5FFBE7D1}"/>
          </ac:picMkLst>
        </pc:picChg>
        <pc:picChg chg="del">
          <ac:chgData name="Marion Lacroix" userId="9df64882-6113-4c49-9d2b-3e68714ee988" providerId="ADAL" clId="{AF1C4CEC-FCC7-4818-ADD7-E7538548E9BF}" dt="2025-11-14T17:21:01.848" v="533" actId="478"/>
          <ac:picMkLst>
            <pc:docMk/>
            <pc:sldMk cId="254383534" sldId="786"/>
            <ac:picMk id="10" creationId="{3CF68A24-8C0B-4814-AB69-19460BF47FFD}"/>
          </ac:picMkLst>
        </pc:picChg>
        <pc:picChg chg="del">
          <ac:chgData name="Marion Lacroix" userId="9df64882-6113-4c49-9d2b-3e68714ee988" providerId="ADAL" clId="{AF1C4CEC-FCC7-4818-ADD7-E7538548E9BF}" dt="2025-11-14T17:21:01.848" v="533" actId="478"/>
          <ac:picMkLst>
            <pc:docMk/>
            <pc:sldMk cId="254383534" sldId="786"/>
            <ac:picMk id="12" creationId="{922ACE97-7B67-4E75-A6D5-0C9E067E01CE}"/>
          </ac:picMkLst>
        </pc:picChg>
        <pc:picChg chg="add mod">
          <ac:chgData name="Marion Lacroix" userId="9df64882-6113-4c49-9d2b-3e68714ee988" providerId="ADAL" clId="{AF1C4CEC-FCC7-4818-ADD7-E7538548E9BF}" dt="2025-11-14T17:25:03.571" v="627" actId="1035"/>
          <ac:picMkLst>
            <pc:docMk/>
            <pc:sldMk cId="254383534" sldId="786"/>
            <ac:picMk id="13" creationId="{77C503AF-B9D8-4297-B025-7EF8DBC2FDEE}"/>
          </ac:picMkLst>
        </pc:picChg>
        <pc:picChg chg="mod">
          <ac:chgData name="Marion Lacroix" userId="9df64882-6113-4c49-9d2b-3e68714ee988" providerId="ADAL" clId="{AF1C4CEC-FCC7-4818-ADD7-E7538548E9BF}" dt="2025-11-14T17:21:02.296" v="534"/>
          <ac:picMkLst>
            <pc:docMk/>
            <pc:sldMk cId="254383534" sldId="786"/>
            <ac:picMk id="16" creationId="{95EAFEA0-E9D6-4D85-BBCE-8202E559159A}"/>
          </ac:picMkLst>
        </pc:picChg>
        <pc:picChg chg="mod">
          <ac:chgData name="Marion Lacroix" userId="9df64882-6113-4c49-9d2b-3e68714ee988" providerId="ADAL" clId="{AF1C4CEC-FCC7-4818-ADD7-E7538548E9BF}" dt="2025-11-14T17:21:02.296" v="534"/>
          <ac:picMkLst>
            <pc:docMk/>
            <pc:sldMk cId="254383534" sldId="786"/>
            <ac:picMk id="17" creationId="{62B769E9-8DB4-4D74-A975-893EAF790336}"/>
          </ac:picMkLst>
        </pc:picChg>
        <pc:picChg chg="mod">
          <ac:chgData name="Marion Lacroix" userId="9df64882-6113-4c49-9d2b-3e68714ee988" providerId="ADAL" clId="{AF1C4CEC-FCC7-4818-ADD7-E7538548E9BF}" dt="2025-11-14T17:21:02.296" v="534"/>
          <ac:picMkLst>
            <pc:docMk/>
            <pc:sldMk cId="254383534" sldId="786"/>
            <ac:picMk id="18" creationId="{7A4577D0-6C75-4E61-8CA6-B573351792F3}"/>
          </ac:picMkLst>
        </pc:picChg>
        <pc:picChg chg="mod">
          <ac:chgData name="Marion Lacroix" userId="9df64882-6113-4c49-9d2b-3e68714ee988" providerId="ADAL" clId="{AF1C4CEC-FCC7-4818-ADD7-E7538548E9BF}" dt="2025-11-14T17:21:02.296" v="534"/>
          <ac:picMkLst>
            <pc:docMk/>
            <pc:sldMk cId="254383534" sldId="786"/>
            <ac:picMk id="19" creationId="{6DC51D59-2880-4F20-A461-FED5AC1DBF55}"/>
          </ac:picMkLst>
        </pc:picChg>
        <pc:picChg chg="mod">
          <ac:chgData name="Marion Lacroix" userId="9df64882-6113-4c49-9d2b-3e68714ee988" providerId="ADAL" clId="{AF1C4CEC-FCC7-4818-ADD7-E7538548E9BF}" dt="2025-11-14T17:21:02.296" v="534"/>
          <ac:picMkLst>
            <pc:docMk/>
            <pc:sldMk cId="254383534" sldId="786"/>
            <ac:picMk id="20" creationId="{781CB8E4-6C40-49A4-8AEA-4EAC80761086}"/>
          </ac:picMkLst>
        </pc:picChg>
        <pc:picChg chg="add mod">
          <ac:chgData name="Marion Lacroix" userId="9df64882-6113-4c49-9d2b-3e68714ee988" providerId="ADAL" clId="{AF1C4CEC-FCC7-4818-ADD7-E7538548E9BF}" dt="2025-11-14T17:25:03.571" v="627" actId="1035"/>
          <ac:picMkLst>
            <pc:docMk/>
            <pc:sldMk cId="254383534" sldId="786"/>
            <ac:picMk id="22" creationId="{E6DB4573-EB0A-485C-B448-8229D85B268D}"/>
          </ac:picMkLst>
        </pc:picChg>
        <pc:picChg chg="add mod">
          <ac:chgData name="Marion Lacroix" userId="9df64882-6113-4c49-9d2b-3e68714ee988" providerId="ADAL" clId="{AF1C4CEC-FCC7-4818-ADD7-E7538548E9BF}" dt="2025-11-14T17:25:03.571" v="627" actId="1035"/>
          <ac:picMkLst>
            <pc:docMk/>
            <pc:sldMk cId="254383534" sldId="786"/>
            <ac:picMk id="24" creationId="{2D9F6E22-A6F9-465C-89B6-5B73C78B6EE7}"/>
          </ac:picMkLst>
        </pc:picChg>
        <pc:picChg chg="add mod">
          <ac:chgData name="Marion Lacroix" userId="9df64882-6113-4c49-9d2b-3e68714ee988" providerId="ADAL" clId="{AF1C4CEC-FCC7-4818-ADD7-E7538548E9BF}" dt="2025-11-14T17:25:03.571" v="627" actId="1035"/>
          <ac:picMkLst>
            <pc:docMk/>
            <pc:sldMk cId="254383534" sldId="786"/>
            <ac:picMk id="26" creationId="{3BAD3B40-0EA1-4687-B3ED-2BD2B529DD41}"/>
          </ac:picMkLst>
        </pc:picChg>
      </pc:sldChg>
      <pc:sldChg chg="add del">
        <pc:chgData name="Marion Lacroix" userId="9df64882-6113-4c49-9d2b-3e68714ee988" providerId="ADAL" clId="{AF1C4CEC-FCC7-4818-ADD7-E7538548E9BF}" dt="2025-11-14T17:27:43.657" v="650" actId="47"/>
        <pc:sldMkLst>
          <pc:docMk/>
          <pc:sldMk cId="855239934" sldId="78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768F9535-FCA2-4290-A8B4-639E92801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1730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0" tIns="47375" rIns="94750" bIns="47375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01" y="4924989"/>
            <a:ext cx="5680103" cy="4029684"/>
          </a:xfrm>
          <a:prstGeom prst="rect">
            <a:avLst/>
          </a:prstGeom>
        </p:spPr>
        <p:txBody>
          <a:bodyPr vert="horz" lIns="94750" tIns="47375" rIns="94750" bIns="47375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135E84F5-E102-4049-B206-4567741B15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65332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4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2116670"/>
            <a:ext cx="9144000" cy="16388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 de chapitre</a:t>
            </a:r>
          </a:p>
        </p:txBody>
      </p:sp>
      <p:sp>
        <p:nvSpPr>
          <p:cNvPr id="8" name="Sous-titre 2"/>
          <p:cNvSpPr>
            <a:spLocks noGrp="1"/>
          </p:cNvSpPr>
          <p:nvPr>
            <p:ph type="subTitle" idx="1"/>
          </p:nvPr>
        </p:nvSpPr>
        <p:spPr>
          <a:xfrm>
            <a:off x="1524000" y="3847575"/>
            <a:ext cx="9144000" cy="165576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4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253207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243606" y="2647405"/>
            <a:ext cx="11787535" cy="37237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7763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Rectangle 2938"/>
          <p:cNvSpPr/>
          <p:nvPr userDrawn="1"/>
        </p:nvSpPr>
        <p:spPr>
          <a:xfrm>
            <a:off x="0" y="13724"/>
            <a:ext cx="12192000" cy="6844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4807527" y="1015813"/>
            <a:ext cx="5221316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PRESENTATION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4807527" y="1931396"/>
            <a:ext cx="4495800" cy="28381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 sz="1600" cap="none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fr-FR"/>
              <a:t>Sous-titre sur 1 ou 2 lignes</a:t>
            </a:r>
          </a:p>
          <a:p>
            <a:pPr lvl="0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2" name="ZoneTexte 1061"/>
          <p:cNvSpPr txBox="1"/>
          <p:nvPr userDrawn="1"/>
        </p:nvSpPr>
        <p:spPr>
          <a:xfrm>
            <a:off x="10181277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1068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5905482" y="5597609"/>
            <a:ext cx="3750937" cy="283819"/>
          </a:xfrm>
        </p:spPr>
        <p:txBody>
          <a:bodyPr/>
          <a:lstStyle>
            <a:lvl1pPr marL="0" indent="0" algn="ctr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Auteur</a:t>
            </a:r>
          </a:p>
        </p:txBody>
      </p:sp>
      <p:sp>
        <p:nvSpPr>
          <p:cNvPr id="1069" name="Espace réservé du texte 3"/>
          <p:cNvSpPr>
            <a:spLocks noGrp="1"/>
          </p:cNvSpPr>
          <p:nvPr>
            <p:ph type="body" sz="quarter" idx="15" hasCustomPrompt="1"/>
          </p:nvPr>
        </p:nvSpPr>
        <p:spPr>
          <a:xfrm>
            <a:off x="5905482" y="5922729"/>
            <a:ext cx="3750937" cy="283819"/>
          </a:xfrm>
        </p:spPr>
        <p:txBody>
          <a:bodyPr/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8703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0" name="Groupe 3879"/>
          <p:cNvGrpSpPr/>
          <p:nvPr userDrawn="1"/>
        </p:nvGrpSpPr>
        <p:grpSpPr>
          <a:xfrm>
            <a:off x="738411" y="544564"/>
            <a:ext cx="6186617" cy="5191661"/>
            <a:chOff x="553803" y="544553"/>
            <a:chExt cx="4639963" cy="5191661"/>
          </a:xfrm>
        </p:grpSpPr>
        <p:grpSp>
          <p:nvGrpSpPr>
            <p:cNvPr id="9" name="Groupe 8"/>
            <p:cNvGrpSpPr/>
            <p:nvPr userDrawn="1"/>
          </p:nvGrpSpPr>
          <p:grpSpPr>
            <a:xfrm>
              <a:off x="553803" y="544557"/>
              <a:ext cx="3679737" cy="121564"/>
              <a:chOff x="2746375" y="570435"/>
              <a:chExt cx="3387725" cy="111917"/>
            </a:xfrm>
          </p:grpSpPr>
          <p:sp>
            <p:nvSpPr>
              <p:cNvPr id="9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" name="Groupe 9"/>
            <p:cNvGrpSpPr/>
            <p:nvPr userDrawn="1"/>
          </p:nvGrpSpPr>
          <p:grpSpPr>
            <a:xfrm>
              <a:off x="553803" y="760736"/>
              <a:ext cx="3679737" cy="121564"/>
              <a:chOff x="2746375" y="570435"/>
              <a:chExt cx="3387725" cy="111917"/>
            </a:xfrm>
          </p:grpSpPr>
          <p:sp>
            <p:nvSpPr>
              <p:cNvPr id="8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1" name="Groupe 10"/>
            <p:cNvGrpSpPr/>
            <p:nvPr userDrawn="1"/>
          </p:nvGrpSpPr>
          <p:grpSpPr>
            <a:xfrm>
              <a:off x="553803" y="976916"/>
              <a:ext cx="3679737" cy="121564"/>
              <a:chOff x="2746375" y="570435"/>
              <a:chExt cx="3387725" cy="111917"/>
            </a:xfrm>
          </p:grpSpPr>
          <p:sp>
            <p:nvSpPr>
              <p:cNvPr id="7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2" name="Groupe 11"/>
            <p:cNvGrpSpPr/>
            <p:nvPr userDrawn="1"/>
          </p:nvGrpSpPr>
          <p:grpSpPr>
            <a:xfrm>
              <a:off x="553803" y="1193095"/>
              <a:ext cx="3679737" cy="121564"/>
              <a:chOff x="2746375" y="570435"/>
              <a:chExt cx="3387725" cy="111917"/>
            </a:xfrm>
          </p:grpSpPr>
          <p:sp>
            <p:nvSpPr>
              <p:cNvPr id="7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3" name="Groupe 12"/>
            <p:cNvGrpSpPr/>
            <p:nvPr userDrawn="1"/>
          </p:nvGrpSpPr>
          <p:grpSpPr>
            <a:xfrm>
              <a:off x="553803" y="1409274"/>
              <a:ext cx="3679737" cy="121564"/>
              <a:chOff x="2746375" y="570435"/>
              <a:chExt cx="3387725" cy="111917"/>
            </a:xfrm>
          </p:grpSpPr>
          <p:sp>
            <p:nvSpPr>
              <p:cNvPr id="65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 userDrawn="1"/>
          </p:nvGrpSpPr>
          <p:grpSpPr>
            <a:xfrm>
              <a:off x="553803" y="1625453"/>
              <a:ext cx="3679737" cy="121564"/>
              <a:chOff x="2746375" y="570435"/>
              <a:chExt cx="3387725" cy="111917"/>
            </a:xfrm>
          </p:grpSpPr>
          <p:sp>
            <p:nvSpPr>
              <p:cNvPr id="58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5" name="Groupe 14"/>
            <p:cNvGrpSpPr/>
            <p:nvPr userDrawn="1"/>
          </p:nvGrpSpPr>
          <p:grpSpPr>
            <a:xfrm>
              <a:off x="553803" y="1841633"/>
              <a:ext cx="3679737" cy="121564"/>
              <a:chOff x="2746375" y="570435"/>
              <a:chExt cx="3387725" cy="111917"/>
            </a:xfrm>
          </p:grpSpPr>
          <p:sp>
            <p:nvSpPr>
              <p:cNvPr id="5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6" name="Groupe 15"/>
            <p:cNvGrpSpPr/>
            <p:nvPr userDrawn="1"/>
          </p:nvGrpSpPr>
          <p:grpSpPr>
            <a:xfrm>
              <a:off x="553803" y="2057813"/>
              <a:ext cx="3679737" cy="121564"/>
              <a:chOff x="2746375" y="570435"/>
              <a:chExt cx="3387725" cy="111917"/>
            </a:xfrm>
          </p:grpSpPr>
          <p:sp>
            <p:nvSpPr>
              <p:cNvPr id="44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7" name="Groupe 16"/>
            <p:cNvGrpSpPr/>
            <p:nvPr userDrawn="1"/>
          </p:nvGrpSpPr>
          <p:grpSpPr>
            <a:xfrm>
              <a:off x="553803" y="2273992"/>
              <a:ext cx="3679737" cy="121564"/>
              <a:chOff x="2746375" y="570435"/>
              <a:chExt cx="3387725" cy="111917"/>
            </a:xfrm>
          </p:grpSpPr>
          <p:sp>
            <p:nvSpPr>
              <p:cNvPr id="37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8" name="Groupe 17"/>
            <p:cNvGrpSpPr/>
            <p:nvPr userDrawn="1"/>
          </p:nvGrpSpPr>
          <p:grpSpPr>
            <a:xfrm>
              <a:off x="553803" y="2490170"/>
              <a:ext cx="3679737" cy="121564"/>
              <a:chOff x="2746375" y="570435"/>
              <a:chExt cx="3387725" cy="111917"/>
            </a:xfrm>
          </p:grpSpPr>
          <p:sp>
            <p:nvSpPr>
              <p:cNvPr id="30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9" name="Groupe 18"/>
            <p:cNvGrpSpPr/>
            <p:nvPr userDrawn="1"/>
          </p:nvGrpSpPr>
          <p:grpSpPr>
            <a:xfrm>
              <a:off x="553803" y="2706349"/>
              <a:ext cx="3679737" cy="121564"/>
              <a:chOff x="2746375" y="570435"/>
              <a:chExt cx="3387725" cy="111917"/>
            </a:xfrm>
          </p:grpSpPr>
          <p:sp>
            <p:nvSpPr>
              <p:cNvPr id="2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" name="Groupe 19"/>
            <p:cNvGrpSpPr/>
            <p:nvPr userDrawn="1"/>
          </p:nvGrpSpPr>
          <p:grpSpPr>
            <a:xfrm>
              <a:off x="553803" y="2922527"/>
              <a:ext cx="3679737" cy="121564"/>
              <a:chOff x="2746375" y="570435"/>
              <a:chExt cx="3387725" cy="111917"/>
            </a:xfrm>
          </p:grpSpPr>
          <p:sp>
            <p:nvSpPr>
              <p:cNvPr id="1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" name="Groupe 20"/>
            <p:cNvGrpSpPr/>
            <p:nvPr userDrawn="1"/>
          </p:nvGrpSpPr>
          <p:grpSpPr>
            <a:xfrm>
              <a:off x="553803" y="3138703"/>
              <a:ext cx="3679737" cy="121564"/>
              <a:chOff x="2746375" y="570435"/>
              <a:chExt cx="3387725" cy="111917"/>
            </a:xfrm>
          </p:grpSpPr>
          <p:sp>
            <p:nvSpPr>
              <p:cNvPr id="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" name="Groupe 21"/>
            <p:cNvGrpSpPr/>
            <p:nvPr userDrawn="1"/>
          </p:nvGrpSpPr>
          <p:grpSpPr>
            <a:xfrm>
              <a:off x="553803" y="3354879"/>
              <a:ext cx="3679737" cy="121564"/>
              <a:chOff x="2746375" y="570435"/>
              <a:chExt cx="3387725" cy="111917"/>
            </a:xfrm>
          </p:grpSpPr>
          <p:sp>
            <p:nvSpPr>
              <p:cNvPr id="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4" name="Groupe 1003"/>
            <p:cNvGrpSpPr/>
            <p:nvPr userDrawn="1"/>
          </p:nvGrpSpPr>
          <p:grpSpPr>
            <a:xfrm>
              <a:off x="553803" y="3563809"/>
              <a:ext cx="3679737" cy="121564"/>
              <a:chOff x="2746375" y="570435"/>
              <a:chExt cx="3387725" cy="111917"/>
            </a:xfrm>
          </p:grpSpPr>
          <p:sp>
            <p:nvSpPr>
              <p:cNvPr id="192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5" name="Groupe 1004"/>
            <p:cNvGrpSpPr/>
            <p:nvPr userDrawn="1"/>
          </p:nvGrpSpPr>
          <p:grpSpPr>
            <a:xfrm>
              <a:off x="553803" y="3779988"/>
              <a:ext cx="3679737" cy="121564"/>
              <a:chOff x="2746375" y="570435"/>
              <a:chExt cx="3387725" cy="111917"/>
            </a:xfrm>
          </p:grpSpPr>
          <p:sp>
            <p:nvSpPr>
              <p:cNvPr id="185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6" name="Groupe 1005"/>
            <p:cNvGrpSpPr/>
            <p:nvPr userDrawn="1"/>
          </p:nvGrpSpPr>
          <p:grpSpPr>
            <a:xfrm>
              <a:off x="553803" y="3996168"/>
              <a:ext cx="3679737" cy="121564"/>
              <a:chOff x="2746375" y="570435"/>
              <a:chExt cx="3387725" cy="111917"/>
            </a:xfrm>
          </p:grpSpPr>
          <p:sp>
            <p:nvSpPr>
              <p:cNvPr id="178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7" name="Groupe 1006"/>
            <p:cNvGrpSpPr/>
            <p:nvPr userDrawn="1"/>
          </p:nvGrpSpPr>
          <p:grpSpPr>
            <a:xfrm>
              <a:off x="553803" y="4212347"/>
              <a:ext cx="3679737" cy="121564"/>
              <a:chOff x="2746375" y="570435"/>
              <a:chExt cx="3387725" cy="111917"/>
            </a:xfrm>
          </p:grpSpPr>
          <p:sp>
            <p:nvSpPr>
              <p:cNvPr id="171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8" name="Groupe 1007"/>
            <p:cNvGrpSpPr/>
            <p:nvPr userDrawn="1"/>
          </p:nvGrpSpPr>
          <p:grpSpPr>
            <a:xfrm>
              <a:off x="553803" y="4428526"/>
              <a:ext cx="3679737" cy="121564"/>
              <a:chOff x="2746375" y="570435"/>
              <a:chExt cx="3387725" cy="111917"/>
            </a:xfrm>
          </p:grpSpPr>
          <p:sp>
            <p:nvSpPr>
              <p:cNvPr id="164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9" name="Groupe 1008"/>
            <p:cNvGrpSpPr/>
            <p:nvPr userDrawn="1"/>
          </p:nvGrpSpPr>
          <p:grpSpPr>
            <a:xfrm>
              <a:off x="553803" y="4644705"/>
              <a:ext cx="3679737" cy="121564"/>
              <a:chOff x="2746375" y="570435"/>
              <a:chExt cx="3387725" cy="111917"/>
            </a:xfrm>
          </p:grpSpPr>
          <p:sp>
            <p:nvSpPr>
              <p:cNvPr id="157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0" name="Groupe 1009"/>
            <p:cNvGrpSpPr/>
            <p:nvPr userDrawn="1"/>
          </p:nvGrpSpPr>
          <p:grpSpPr>
            <a:xfrm>
              <a:off x="553803" y="4860885"/>
              <a:ext cx="3679737" cy="121564"/>
              <a:chOff x="2746375" y="570435"/>
              <a:chExt cx="3387725" cy="111917"/>
            </a:xfrm>
          </p:grpSpPr>
          <p:sp>
            <p:nvSpPr>
              <p:cNvPr id="150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1" name="Groupe 1010"/>
            <p:cNvGrpSpPr/>
            <p:nvPr userDrawn="1"/>
          </p:nvGrpSpPr>
          <p:grpSpPr>
            <a:xfrm>
              <a:off x="553803" y="5077065"/>
              <a:ext cx="3679737" cy="121564"/>
              <a:chOff x="2746375" y="570435"/>
              <a:chExt cx="3387725" cy="111917"/>
            </a:xfrm>
          </p:grpSpPr>
          <p:sp>
            <p:nvSpPr>
              <p:cNvPr id="143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2" name="Groupe 1011"/>
            <p:cNvGrpSpPr/>
            <p:nvPr userDrawn="1"/>
          </p:nvGrpSpPr>
          <p:grpSpPr>
            <a:xfrm>
              <a:off x="553803" y="5293244"/>
              <a:ext cx="3679737" cy="121564"/>
              <a:chOff x="2746375" y="570435"/>
              <a:chExt cx="3387725" cy="111917"/>
            </a:xfrm>
          </p:grpSpPr>
          <p:sp>
            <p:nvSpPr>
              <p:cNvPr id="136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3" name="Groupe 1012"/>
            <p:cNvGrpSpPr/>
            <p:nvPr userDrawn="1"/>
          </p:nvGrpSpPr>
          <p:grpSpPr>
            <a:xfrm>
              <a:off x="553803" y="5509422"/>
              <a:ext cx="3679737" cy="121564"/>
              <a:chOff x="2746375" y="570435"/>
              <a:chExt cx="3387725" cy="111917"/>
            </a:xfrm>
          </p:grpSpPr>
          <p:sp>
            <p:nvSpPr>
              <p:cNvPr id="129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69" name="Groupe 2068"/>
            <p:cNvGrpSpPr/>
            <p:nvPr userDrawn="1"/>
          </p:nvGrpSpPr>
          <p:grpSpPr>
            <a:xfrm>
              <a:off x="553803" y="5725601"/>
              <a:ext cx="3679737" cy="10613"/>
              <a:chOff x="553803" y="5725601"/>
              <a:chExt cx="3679737" cy="10613"/>
            </a:xfrm>
          </p:grpSpPr>
          <p:sp>
            <p:nvSpPr>
              <p:cNvPr id="2034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553803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66089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767988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877010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98506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109216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120118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130827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1416331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1525354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163244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1739539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1848561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195661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206371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217273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227982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238788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249690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260399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271109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2820112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2928169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3035262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314428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325137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3359434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346845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357554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3683606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379166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3899720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400681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411583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422389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sp>
          <p:nvSpPr>
            <p:cNvPr id="2139" name="Oval 870"/>
            <p:cNvSpPr>
              <a:spLocks noChangeArrowheads="1"/>
            </p:cNvSpPr>
            <p:nvPr userDrawn="1"/>
          </p:nvSpPr>
          <p:spPr bwMode="auto">
            <a:xfrm flipV="1">
              <a:off x="431965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0" name="Oval 871"/>
            <p:cNvSpPr>
              <a:spLocks noChangeArrowheads="1"/>
            </p:cNvSpPr>
            <p:nvPr userDrawn="1"/>
          </p:nvSpPr>
          <p:spPr bwMode="auto">
            <a:xfrm flipV="1">
              <a:off x="4426751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1" name="Oval 872"/>
            <p:cNvSpPr>
              <a:spLocks noChangeArrowheads="1"/>
            </p:cNvSpPr>
            <p:nvPr userDrawn="1"/>
          </p:nvSpPr>
          <p:spPr bwMode="auto">
            <a:xfrm flipV="1">
              <a:off x="4533843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2" name="Oval 873"/>
            <p:cNvSpPr>
              <a:spLocks noChangeArrowheads="1"/>
            </p:cNvSpPr>
            <p:nvPr userDrawn="1"/>
          </p:nvSpPr>
          <p:spPr bwMode="auto">
            <a:xfrm flipV="1">
              <a:off x="4642865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3" name="Oval 874"/>
            <p:cNvSpPr>
              <a:spLocks noChangeArrowheads="1"/>
            </p:cNvSpPr>
            <p:nvPr userDrawn="1"/>
          </p:nvSpPr>
          <p:spPr bwMode="auto">
            <a:xfrm flipV="1">
              <a:off x="4750923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4" name="Oval 875"/>
            <p:cNvSpPr>
              <a:spLocks noChangeArrowheads="1"/>
            </p:cNvSpPr>
            <p:nvPr userDrawn="1"/>
          </p:nvSpPr>
          <p:spPr bwMode="auto">
            <a:xfrm flipV="1">
              <a:off x="4858015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5" name="Oval 876"/>
            <p:cNvSpPr>
              <a:spLocks noChangeArrowheads="1"/>
            </p:cNvSpPr>
            <p:nvPr userDrawn="1"/>
          </p:nvSpPr>
          <p:spPr bwMode="auto">
            <a:xfrm flipV="1">
              <a:off x="496703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6" name="Oval 877"/>
            <p:cNvSpPr>
              <a:spLocks noChangeArrowheads="1"/>
            </p:cNvSpPr>
            <p:nvPr userDrawn="1"/>
          </p:nvSpPr>
          <p:spPr bwMode="auto">
            <a:xfrm flipV="1">
              <a:off x="5074129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7" name="Oval 878"/>
            <p:cNvSpPr>
              <a:spLocks noChangeArrowheads="1"/>
            </p:cNvSpPr>
            <p:nvPr userDrawn="1"/>
          </p:nvSpPr>
          <p:spPr bwMode="auto">
            <a:xfrm flipV="1">
              <a:off x="5182187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4" name="Oval 905"/>
            <p:cNvSpPr>
              <a:spLocks noChangeArrowheads="1"/>
            </p:cNvSpPr>
            <p:nvPr userDrawn="1"/>
          </p:nvSpPr>
          <p:spPr bwMode="auto">
            <a:xfrm flipV="1">
              <a:off x="4319659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5" name="Oval 906"/>
            <p:cNvSpPr>
              <a:spLocks noChangeArrowheads="1"/>
            </p:cNvSpPr>
            <p:nvPr userDrawn="1"/>
          </p:nvSpPr>
          <p:spPr bwMode="auto">
            <a:xfrm flipV="1">
              <a:off x="4426753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6" name="Oval 907"/>
            <p:cNvSpPr>
              <a:spLocks noChangeArrowheads="1"/>
            </p:cNvSpPr>
            <p:nvPr userDrawn="1"/>
          </p:nvSpPr>
          <p:spPr bwMode="auto">
            <a:xfrm flipV="1">
              <a:off x="4533845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7" name="Oval 908"/>
            <p:cNvSpPr>
              <a:spLocks noChangeArrowheads="1"/>
            </p:cNvSpPr>
            <p:nvPr userDrawn="1"/>
          </p:nvSpPr>
          <p:spPr bwMode="auto">
            <a:xfrm flipV="1">
              <a:off x="4642867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8" name="Oval 909"/>
            <p:cNvSpPr>
              <a:spLocks noChangeArrowheads="1"/>
            </p:cNvSpPr>
            <p:nvPr userDrawn="1"/>
          </p:nvSpPr>
          <p:spPr bwMode="auto">
            <a:xfrm flipV="1">
              <a:off x="4750926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9" name="Oval 910"/>
            <p:cNvSpPr>
              <a:spLocks noChangeArrowheads="1"/>
            </p:cNvSpPr>
            <p:nvPr userDrawn="1"/>
          </p:nvSpPr>
          <p:spPr bwMode="auto">
            <a:xfrm flipV="1">
              <a:off x="485801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0" name="Oval 911"/>
            <p:cNvSpPr>
              <a:spLocks noChangeArrowheads="1"/>
            </p:cNvSpPr>
            <p:nvPr userDrawn="1"/>
          </p:nvSpPr>
          <p:spPr bwMode="auto">
            <a:xfrm flipV="1">
              <a:off x="4967042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1" name="Oval 912"/>
            <p:cNvSpPr>
              <a:spLocks noChangeArrowheads="1"/>
            </p:cNvSpPr>
            <p:nvPr userDrawn="1"/>
          </p:nvSpPr>
          <p:spPr bwMode="auto">
            <a:xfrm flipV="1">
              <a:off x="5074131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2" name="Oval 913"/>
            <p:cNvSpPr>
              <a:spLocks noChangeArrowheads="1"/>
            </p:cNvSpPr>
            <p:nvPr userDrawn="1"/>
          </p:nvSpPr>
          <p:spPr bwMode="auto">
            <a:xfrm flipV="1">
              <a:off x="518218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0" name="Oval 870"/>
            <p:cNvSpPr>
              <a:spLocks noChangeArrowheads="1"/>
            </p:cNvSpPr>
            <p:nvPr userDrawn="1"/>
          </p:nvSpPr>
          <p:spPr bwMode="auto">
            <a:xfrm flipV="1">
              <a:off x="431965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1" name="Oval 871"/>
            <p:cNvSpPr>
              <a:spLocks noChangeArrowheads="1"/>
            </p:cNvSpPr>
            <p:nvPr userDrawn="1"/>
          </p:nvSpPr>
          <p:spPr bwMode="auto">
            <a:xfrm flipV="1">
              <a:off x="4426751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2" name="Oval 872"/>
            <p:cNvSpPr>
              <a:spLocks noChangeArrowheads="1"/>
            </p:cNvSpPr>
            <p:nvPr userDrawn="1"/>
          </p:nvSpPr>
          <p:spPr bwMode="auto">
            <a:xfrm flipV="1">
              <a:off x="4533843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3" name="Oval 873"/>
            <p:cNvSpPr>
              <a:spLocks noChangeArrowheads="1"/>
            </p:cNvSpPr>
            <p:nvPr userDrawn="1"/>
          </p:nvSpPr>
          <p:spPr bwMode="auto">
            <a:xfrm flipV="1">
              <a:off x="4642865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4" name="Oval 874"/>
            <p:cNvSpPr>
              <a:spLocks noChangeArrowheads="1"/>
            </p:cNvSpPr>
            <p:nvPr userDrawn="1"/>
          </p:nvSpPr>
          <p:spPr bwMode="auto">
            <a:xfrm flipV="1">
              <a:off x="4750923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5" name="Oval 875"/>
            <p:cNvSpPr>
              <a:spLocks noChangeArrowheads="1"/>
            </p:cNvSpPr>
            <p:nvPr userDrawn="1"/>
          </p:nvSpPr>
          <p:spPr bwMode="auto">
            <a:xfrm flipV="1">
              <a:off x="4858015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6" name="Oval 876"/>
            <p:cNvSpPr>
              <a:spLocks noChangeArrowheads="1"/>
            </p:cNvSpPr>
            <p:nvPr userDrawn="1"/>
          </p:nvSpPr>
          <p:spPr bwMode="auto">
            <a:xfrm flipV="1">
              <a:off x="496703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7" name="Oval 877"/>
            <p:cNvSpPr>
              <a:spLocks noChangeArrowheads="1"/>
            </p:cNvSpPr>
            <p:nvPr userDrawn="1"/>
          </p:nvSpPr>
          <p:spPr bwMode="auto">
            <a:xfrm flipV="1">
              <a:off x="5074129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8" name="Oval 878"/>
            <p:cNvSpPr>
              <a:spLocks noChangeArrowheads="1"/>
            </p:cNvSpPr>
            <p:nvPr userDrawn="1"/>
          </p:nvSpPr>
          <p:spPr bwMode="auto">
            <a:xfrm flipV="1">
              <a:off x="5182187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5" name="Oval 905"/>
            <p:cNvSpPr>
              <a:spLocks noChangeArrowheads="1"/>
            </p:cNvSpPr>
            <p:nvPr userDrawn="1"/>
          </p:nvSpPr>
          <p:spPr bwMode="auto">
            <a:xfrm flipV="1">
              <a:off x="4319659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6" name="Oval 906"/>
            <p:cNvSpPr>
              <a:spLocks noChangeArrowheads="1"/>
            </p:cNvSpPr>
            <p:nvPr userDrawn="1"/>
          </p:nvSpPr>
          <p:spPr bwMode="auto">
            <a:xfrm flipV="1">
              <a:off x="4426753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7" name="Oval 907"/>
            <p:cNvSpPr>
              <a:spLocks noChangeArrowheads="1"/>
            </p:cNvSpPr>
            <p:nvPr userDrawn="1"/>
          </p:nvSpPr>
          <p:spPr bwMode="auto">
            <a:xfrm flipV="1">
              <a:off x="4533845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8" name="Oval 908"/>
            <p:cNvSpPr>
              <a:spLocks noChangeArrowheads="1"/>
            </p:cNvSpPr>
            <p:nvPr userDrawn="1"/>
          </p:nvSpPr>
          <p:spPr bwMode="auto">
            <a:xfrm flipV="1">
              <a:off x="4642867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9" name="Oval 909"/>
            <p:cNvSpPr>
              <a:spLocks noChangeArrowheads="1"/>
            </p:cNvSpPr>
            <p:nvPr userDrawn="1"/>
          </p:nvSpPr>
          <p:spPr bwMode="auto">
            <a:xfrm flipV="1">
              <a:off x="4750926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0" name="Oval 910"/>
            <p:cNvSpPr>
              <a:spLocks noChangeArrowheads="1"/>
            </p:cNvSpPr>
            <p:nvPr userDrawn="1"/>
          </p:nvSpPr>
          <p:spPr bwMode="auto">
            <a:xfrm flipV="1">
              <a:off x="485801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1" name="Oval 911"/>
            <p:cNvSpPr>
              <a:spLocks noChangeArrowheads="1"/>
            </p:cNvSpPr>
            <p:nvPr userDrawn="1"/>
          </p:nvSpPr>
          <p:spPr bwMode="auto">
            <a:xfrm flipV="1">
              <a:off x="4967042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2" name="Oval 912"/>
            <p:cNvSpPr>
              <a:spLocks noChangeArrowheads="1"/>
            </p:cNvSpPr>
            <p:nvPr userDrawn="1"/>
          </p:nvSpPr>
          <p:spPr bwMode="auto">
            <a:xfrm flipV="1">
              <a:off x="5074131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3" name="Oval 913"/>
            <p:cNvSpPr>
              <a:spLocks noChangeArrowheads="1"/>
            </p:cNvSpPr>
            <p:nvPr userDrawn="1"/>
          </p:nvSpPr>
          <p:spPr bwMode="auto">
            <a:xfrm flipV="1">
              <a:off x="518218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1" name="Oval 870"/>
            <p:cNvSpPr>
              <a:spLocks noChangeArrowheads="1"/>
            </p:cNvSpPr>
            <p:nvPr userDrawn="1"/>
          </p:nvSpPr>
          <p:spPr bwMode="auto">
            <a:xfrm flipV="1">
              <a:off x="431965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2" name="Oval 871"/>
            <p:cNvSpPr>
              <a:spLocks noChangeArrowheads="1"/>
            </p:cNvSpPr>
            <p:nvPr userDrawn="1"/>
          </p:nvSpPr>
          <p:spPr bwMode="auto">
            <a:xfrm flipV="1">
              <a:off x="4426751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3" name="Oval 872"/>
            <p:cNvSpPr>
              <a:spLocks noChangeArrowheads="1"/>
            </p:cNvSpPr>
            <p:nvPr userDrawn="1"/>
          </p:nvSpPr>
          <p:spPr bwMode="auto">
            <a:xfrm flipV="1">
              <a:off x="4533843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4" name="Oval 873"/>
            <p:cNvSpPr>
              <a:spLocks noChangeArrowheads="1"/>
            </p:cNvSpPr>
            <p:nvPr userDrawn="1"/>
          </p:nvSpPr>
          <p:spPr bwMode="auto">
            <a:xfrm flipV="1">
              <a:off x="4642865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5" name="Oval 874"/>
            <p:cNvSpPr>
              <a:spLocks noChangeArrowheads="1"/>
            </p:cNvSpPr>
            <p:nvPr userDrawn="1"/>
          </p:nvSpPr>
          <p:spPr bwMode="auto">
            <a:xfrm flipV="1">
              <a:off x="4750923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6" name="Oval 875"/>
            <p:cNvSpPr>
              <a:spLocks noChangeArrowheads="1"/>
            </p:cNvSpPr>
            <p:nvPr userDrawn="1"/>
          </p:nvSpPr>
          <p:spPr bwMode="auto">
            <a:xfrm flipV="1">
              <a:off x="4858015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7" name="Oval 876"/>
            <p:cNvSpPr>
              <a:spLocks noChangeArrowheads="1"/>
            </p:cNvSpPr>
            <p:nvPr userDrawn="1"/>
          </p:nvSpPr>
          <p:spPr bwMode="auto">
            <a:xfrm flipV="1">
              <a:off x="496703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8" name="Oval 877"/>
            <p:cNvSpPr>
              <a:spLocks noChangeArrowheads="1"/>
            </p:cNvSpPr>
            <p:nvPr userDrawn="1"/>
          </p:nvSpPr>
          <p:spPr bwMode="auto">
            <a:xfrm flipV="1">
              <a:off x="5074129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9" name="Oval 878"/>
            <p:cNvSpPr>
              <a:spLocks noChangeArrowheads="1"/>
            </p:cNvSpPr>
            <p:nvPr userDrawn="1"/>
          </p:nvSpPr>
          <p:spPr bwMode="auto">
            <a:xfrm flipV="1">
              <a:off x="5182187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6" name="Oval 905"/>
            <p:cNvSpPr>
              <a:spLocks noChangeArrowheads="1"/>
            </p:cNvSpPr>
            <p:nvPr userDrawn="1"/>
          </p:nvSpPr>
          <p:spPr bwMode="auto">
            <a:xfrm flipV="1">
              <a:off x="4319659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7" name="Oval 906"/>
            <p:cNvSpPr>
              <a:spLocks noChangeArrowheads="1"/>
            </p:cNvSpPr>
            <p:nvPr userDrawn="1"/>
          </p:nvSpPr>
          <p:spPr bwMode="auto">
            <a:xfrm flipV="1">
              <a:off x="4426753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8" name="Oval 907"/>
            <p:cNvSpPr>
              <a:spLocks noChangeArrowheads="1"/>
            </p:cNvSpPr>
            <p:nvPr userDrawn="1"/>
          </p:nvSpPr>
          <p:spPr bwMode="auto">
            <a:xfrm flipV="1">
              <a:off x="4533845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9" name="Oval 908"/>
            <p:cNvSpPr>
              <a:spLocks noChangeArrowheads="1"/>
            </p:cNvSpPr>
            <p:nvPr userDrawn="1"/>
          </p:nvSpPr>
          <p:spPr bwMode="auto">
            <a:xfrm flipV="1">
              <a:off x="4642867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0" name="Oval 909"/>
            <p:cNvSpPr>
              <a:spLocks noChangeArrowheads="1"/>
            </p:cNvSpPr>
            <p:nvPr userDrawn="1"/>
          </p:nvSpPr>
          <p:spPr bwMode="auto">
            <a:xfrm flipV="1">
              <a:off x="4750926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1" name="Oval 910"/>
            <p:cNvSpPr>
              <a:spLocks noChangeArrowheads="1"/>
            </p:cNvSpPr>
            <p:nvPr userDrawn="1"/>
          </p:nvSpPr>
          <p:spPr bwMode="auto">
            <a:xfrm flipV="1">
              <a:off x="485801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2" name="Oval 911"/>
            <p:cNvSpPr>
              <a:spLocks noChangeArrowheads="1"/>
            </p:cNvSpPr>
            <p:nvPr userDrawn="1"/>
          </p:nvSpPr>
          <p:spPr bwMode="auto">
            <a:xfrm flipV="1">
              <a:off x="4967042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3" name="Oval 912"/>
            <p:cNvSpPr>
              <a:spLocks noChangeArrowheads="1"/>
            </p:cNvSpPr>
            <p:nvPr userDrawn="1"/>
          </p:nvSpPr>
          <p:spPr bwMode="auto">
            <a:xfrm flipV="1">
              <a:off x="5074131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4" name="Oval 913"/>
            <p:cNvSpPr>
              <a:spLocks noChangeArrowheads="1"/>
            </p:cNvSpPr>
            <p:nvPr userDrawn="1"/>
          </p:nvSpPr>
          <p:spPr bwMode="auto">
            <a:xfrm flipV="1">
              <a:off x="518218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2" name="Oval 870"/>
            <p:cNvSpPr>
              <a:spLocks noChangeArrowheads="1"/>
            </p:cNvSpPr>
            <p:nvPr userDrawn="1"/>
          </p:nvSpPr>
          <p:spPr bwMode="auto">
            <a:xfrm flipV="1">
              <a:off x="431965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3" name="Oval 871"/>
            <p:cNvSpPr>
              <a:spLocks noChangeArrowheads="1"/>
            </p:cNvSpPr>
            <p:nvPr userDrawn="1"/>
          </p:nvSpPr>
          <p:spPr bwMode="auto">
            <a:xfrm flipV="1">
              <a:off x="4426751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4" name="Oval 872"/>
            <p:cNvSpPr>
              <a:spLocks noChangeArrowheads="1"/>
            </p:cNvSpPr>
            <p:nvPr userDrawn="1"/>
          </p:nvSpPr>
          <p:spPr bwMode="auto">
            <a:xfrm flipV="1">
              <a:off x="4533843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5" name="Oval 873"/>
            <p:cNvSpPr>
              <a:spLocks noChangeArrowheads="1"/>
            </p:cNvSpPr>
            <p:nvPr userDrawn="1"/>
          </p:nvSpPr>
          <p:spPr bwMode="auto">
            <a:xfrm flipV="1">
              <a:off x="4642865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6" name="Oval 874"/>
            <p:cNvSpPr>
              <a:spLocks noChangeArrowheads="1"/>
            </p:cNvSpPr>
            <p:nvPr userDrawn="1"/>
          </p:nvSpPr>
          <p:spPr bwMode="auto">
            <a:xfrm flipV="1">
              <a:off x="4750923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7" name="Oval 875"/>
            <p:cNvSpPr>
              <a:spLocks noChangeArrowheads="1"/>
            </p:cNvSpPr>
            <p:nvPr userDrawn="1"/>
          </p:nvSpPr>
          <p:spPr bwMode="auto">
            <a:xfrm flipV="1">
              <a:off x="4858015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8" name="Oval 876"/>
            <p:cNvSpPr>
              <a:spLocks noChangeArrowheads="1"/>
            </p:cNvSpPr>
            <p:nvPr userDrawn="1"/>
          </p:nvSpPr>
          <p:spPr bwMode="auto">
            <a:xfrm flipV="1">
              <a:off x="496703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9" name="Oval 877"/>
            <p:cNvSpPr>
              <a:spLocks noChangeArrowheads="1"/>
            </p:cNvSpPr>
            <p:nvPr userDrawn="1"/>
          </p:nvSpPr>
          <p:spPr bwMode="auto">
            <a:xfrm flipV="1">
              <a:off x="5074129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60" name="Oval 878"/>
            <p:cNvSpPr>
              <a:spLocks noChangeArrowheads="1"/>
            </p:cNvSpPr>
            <p:nvPr userDrawn="1"/>
          </p:nvSpPr>
          <p:spPr bwMode="auto">
            <a:xfrm flipV="1">
              <a:off x="5182187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7" name="Oval 905"/>
            <p:cNvSpPr>
              <a:spLocks noChangeArrowheads="1"/>
            </p:cNvSpPr>
            <p:nvPr userDrawn="1"/>
          </p:nvSpPr>
          <p:spPr bwMode="auto">
            <a:xfrm flipV="1">
              <a:off x="4319659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8" name="Oval 906"/>
            <p:cNvSpPr>
              <a:spLocks noChangeArrowheads="1"/>
            </p:cNvSpPr>
            <p:nvPr userDrawn="1"/>
          </p:nvSpPr>
          <p:spPr bwMode="auto">
            <a:xfrm flipV="1">
              <a:off x="4426753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9" name="Oval 907"/>
            <p:cNvSpPr>
              <a:spLocks noChangeArrowheads="1"/>
            </p:cNvSpPr>
            <p:nvPr userDrawn="1"/>
          </p:nvSpPr>
          <p:spPr bwMode="auto">
            <a:xfrm flipV="1">
              <a:off x="4533845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0" name="Oval 908"/>
            <p:cNvSpPr>
              <a:spLocks noChangeArrowheads="1"/>
            </p:cNvSpPr>
            <p:nvPr userDrawn="1"/>
          </p:nvSpPr>
          <p:spPr bwMode="auto">
            <a:xfrm flipV="1">
              <a:off x="4642867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1" name="Oval 909"/>
            <p:cNvSpPr>
              <a:spLocks noChangeArrowheads="1"/>
            </p:cNvSpPr>
            <p:nvPr userDrawn="1"/>
          </p:nvSpPr>
          <p:spPr bwMode="auto">
            <a:xfrm flipV="1">
              <a:off x="4750926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2" name="Oval 910"/>
            <p:cNvSpPr>
              <a:spLocks noChangeArrowheads="1"/>
            </p:cNvSpPr>
            <p:nvPr userDrawn="1"/>
          </p:nvSpPr>
          <p:spPr bwMode="auto">
            <a:xfrm flipV="1">
              <a:off x="485801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3" name="Oval 911"/>
            <p:cNvSpPr>
              <a:spLocks noChangeArrowheads="1"/>
            </p:cNvSpPr>
            <p:nvPr userDrawn="1"/>
          </p:nvSpPr>
          <p:spPr bwMode="auto">
            <a:xfrm flipV="1">
              <a:off x="4967042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4" name="Oval 912"/>
            <p:cNvSpPr>
              <a:spLocks noChangeArrowheads="1"/>
            </p:cNvSpPr>
            <p:nvPr userDrawn="1"/>
          </p:nvSpPr>
          <p:spPr bwMode="auto">
            <a:xfrm flipV="1">
              <a:off x="5074131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5" name="Oval 913"/>
            <p:cNvSpPr>
              <a:spLocks noChangeArrowheads="1"/>
            </p:cNvSpPr>
            <p:nvPr userDrawn="1"/>
          </p:nvSpPr>
          <p:spPr bwMode="auto">
            <a:xfrm flipV="1">
              <a:off x="518218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3" name="Oval 870"/>
            <p:cNvSpPr>
              <a:spLocks noChangeArrowheads="1"/>
            </p:cNvSpPr>
            <p:nvPr userDrawn="1"/>
          </p:nvSpPr>
          <p:spPr bwMode="auto">
            <a:xfrm flipV="1">
              <a:off x="431965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4" name="Oval 871"/>
            <p:cNvSpPr>
              <a:spLocks noChangeArrowheads="1"/>
            </p:cNvSpPr>
            <p:nvPr userDrawn="1"/>
          </p:nvSpPr>
          <p:spPr bwMode="auto">
            <a:xfrm flipV="1">
              <a:off x="4426751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5" name="Oval 872"/>
            <p:cNvSpPr>
              <a:spLocks noChangeArrowheads="1"/>
            </p:cNvSpPr>
            <p:nvPr userDrawn="1"/>
          </p:nvSpPr>
          <p:spPr bwMode="auto">
            <a:xfrm flipV="1">
              <a:off x="4533843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6" name="Oval 873"/>
            <p:cNvSpPr>
              <a:spLocks noChangeArrowheads="1"/>
            </p:cNvSpPr>
            <p:nvPr userDrawn="1"/>
          </p:nvSpPr>
          <p:spPr bwMode="auto">
            <a:xfrm flipV="1">
              <a:off x="4642865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7" name="Oval 874"/>
            <p:cNvSpPr>
              <a:spLocks noChangeArrowheads="1"/>
            </p:cNvSpPr>
            <p:nvPr userDrawn="1"/>
          </p:nvSpPr>
          <p:spPr bwMode="auto">
            <a:xfrm flipV="1">
              <a:off x="4750923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8" name="Oval 875"/>
            <p:cNvSpPr>
              <a:spLocks noChangeArrowheads="1"/>
            </p:cNvSpPr>
            <p:nvPr userDrawn="1"/>
          </p:nvSpPr>
          <p:spPr bwMode="auto">
            <a:xfrm flipV="1">
              <a:off x="4858015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9" name="Oval 876"/>
            <p:cNvSpPr>
              <a:spLocks noChangeArrowheads="1"/>
            </p:cNvSpPr>
            <p:nvPr userDrawn="1"/>
          </p:nvSpPr>
          <p:spPr bwMode="auto">
            <a:xfrm flipV="1">
              <a:off x="496703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0" name="Oval 877"/>
            <p:cNvSpPr>
              <a:spLocks noChangeArrowheads="1"/>
            </p:cNvSpPr>
            <p:nvPr userDrawn="1"/>
          </p:nvSpPr>
          <p:spPr bwMode="auto">
            <a:xfrm flipV="1">
              <a:off x="5074129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1" name="Oval 878"/>
            <p:cNvSpPr>
              <a:spLocks noChangeArrowheads="1"/>
            </p:cNvSpPr>
            <p:nvPr userDrawn="1"/>
          </p:nvSpPr>
          <p:spPr bwMode="auto">
            <a:xfrm flipV="1">
              <a:off x="5182187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8" name="Oval 905"/>
            <p:cNvSpPr>
              <a:spLocks noChangeArrowheads="1"/>
            </p:cNvSpPr>
            <p:nvPr userDrawn="1"/>
          </p:nvSpPr>
          <p:spPr bwMode="auto">
            <a:xfrm flipV="1">
              <a:off x="4319659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9" name="Oval 906"/>
            <p:cNvSpPr>
              <a:spLocks noChangeArrowheads="1"/>
            </p:cNvSpPr>
            <p:nvPr userDrawn="1"/>
          </p:nvSpPr>
          <p:spPr bwMode="auto">
            <a:xfrm flipV="1">
              <a:off x="4426753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0" name="Oval 907"/>
            <p:cNvSpPr>
              <a:spLocks noChangeArrowheads="1"/>
            </p:cNvSpPr>
            <p:nvPr userDrawn="1"/>
          </p:nvSpPr>
          <p:spPr bwMode="auto">
            <a:xfrm flipV="1">
              <a:off x="4533845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1" name="Oval 908"/>
            <p:cNvSpPr>
              <a:spLocks noChangeArrowheads="1"/>
            </p:cNvSpPr>
            <p:nvPr userDrawn="1"/>
          </p:nvSpPr>
          <p:spPr bwMode="auto">
            <a:xfrm flipV="1">
              <a:off x="4642867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2" name="Oval 909"/>
            <p:cNvSpPr>
              <a:spLocks noChangeArrowheads="1"/>
            </p:cNvSpPr>
            <p:nvPr userDrawn="1"/>
          </p:nvSpPr>
          <p:spPr bwMode="auto">
            <a:xfrm flipV="1">
              <a:off x="4750926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3" name="Oval 910"/>
            <p:cNvSpPr>
              <a:spLocks noChangeArrowheads="1"/>
            </p:cNvSpPr>
            <p:nvPr userDrawn="1"/>
          </p:nvSpPr>
          <p:spPr bwMode="auto">
            <a:xfrm flipV="1">
              <a:off x="485801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4" name="Oval 911"/>
            <p:cNvSpPr>
              <a:spLocks noChangeArrowheads="1"/>
            </p:cNvSpPr>
            <p:nvPr userDrawn="1"/>
          </p:nvSpPr>
          <p:spPr bwMode="auto">
            <a:xfrm flipV="1">
              <a:off x="4967042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5" name="Oval 912"/>
            <p:cNvSpPr>
              <a:spLocks noChangeArrowheads="1"/>
            </p:cNvSpPr>
            <p:nvPr userDrawn="1"/>
          </p:nvSpPr>
          <p:spPr bwMode="auto">
            <a:xfrm flipV="1">
              <a:off x="5074131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6" name="Oval 913"/>
            <p:cNvSpPr>
              <a:spLocks noChangeArrowheads="1"/>
            </p:cNvSpPr>
            <p:nvPr userDrawn="1"/>
          </p:nvSpPr>
          <p:spPr bwMode="auto">
            <a:xfrm flipV="1">
              <a:off x="518218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4" name="Oval 870"/>
            <p:cNvSpPr>
              <a:spLocks noChangeArrowheads="1"/>
            </p:cNvSpPr>
            <p:nvPr userDrawn="1"/>
          </p:nvSpPr>
          <p:spPr bwMode="auto">
            <a:xfrm flipV="1">
              <a:off x="431965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5" name="Oval 871"/>
            <p:cNvSpPr>
              <a:spLocks noChangeArrowheads="1"/>
            </p:cNvSpPr>
            <p:nvPr userDrawn="1"/>
          </p:nvSpPr>
          <p:spPr bwMode="auto">
            <a:xfrm flipV="1">
              <a:off x="4426751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6" name="Oval 872"/>
            <p:cNvSpPr>
              <a:spLocks noChangeArrowheads="1"/>
            </p:cNvSpPr>
            <p:nvPr userDrawn="1"/>
          </p:nvSpPr>
          <p:spPr bwMode="auto">
            <a:xfrm flipV="1">
              <a:off x="4533843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7" name="Oval 873"/>
            <p:cNvSpPr>
              <a:spLocks noChangeArrowheads="1"/>
            </p:cNvSpPr>
            <p:nvPr userDrawn="1"/>
          </p:nvSpPr>
          <p:spPr bwMode="auto">
            <a:xfrm flipV="1">
              <a:off x="4642865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8" name="Oval 874"/>
            <p:cNvSpPr>
              <a:spLocks noChangeArrowheads="1"/>
            </p:cNvSpPr>
            <p:nvPr userDrawn="1"/>
          </p:nvSpPr>
          <p:spPr bwMode="auto">
            <a:xfrm flipV="1">
              <a:off x="4750923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9" name="Oval 875"/>
            <p:cNvSpPr>
              <a:spLocks noChangeArrowheads="1"/>
            </p:cNvSpPr>
            <p:nvPr userDrawn="1"/>
          </p:nvSpPr>
          <p:spPr bwMode="auto">
            <a:xfrm flipV="1">
              <a:off x="4858015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0" name="Oval 876"/>
            <p:cNvSpPr>
              <a:spLocks noChangeArrowheads="1"/>
            </p:cNvSpPr>
            <p:nvPr userDrawn="1"/>
          </p:nvSpPr>
          <p:spPr bwMode="auto">
            <a:xfrm flipV="1">
              <a:off x="496703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1" name="Oval 877"/>
            <p:cNvSpPr>
              <a:spLocks noChangeArrowheads="1"/>
            </p:cNvSpPr>
            <p:nvPr userDrawn="1"/>
          </p:nvSpPr>
          <p:spPr bwMode="auto">
            <a:xfrm flipV="1">
              <a:off x="5074129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2" name="Oval 878"/>
            <p:cNvSpPr>
              <a:spLocks noChangeArrowheads="1"/>
            </p:cNvSpPr>
            <p:nvPr userDrawn="1"/>
          </p:nvSpPr>
          <p:spPr bwMode="auto">
            <a:xfrm flipV="1">
              <a:off x="5182187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29" name="Oval 905"/>
            <p:cNvSpPr>
              <a:spLocks noChangeArrowheads="1"/>
            </p:cNvSpPr>
            <p:nvPr userDrawn="1"/>
          </p:nvSpPr>
          <p:spPr bwMode="auto">
            <a:xfrm flipV="1">
              <a:off x="4319659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0" name="Oval 906"/>
            <p:cNvSpPr>
              <a:spLocks noChangeArrowheads="1"/>
            </p:cNvSpPr>
            <p:nvPr userDrawn="1"/>
          </p:nvSpPr>
          <p:spPr bwMode="auto">
            <a:xfrm flipV="1">
              <a:off x="4426753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1" name="Oval 907"/>
            <p:cNvSpPr>
              <a:spLocks noChangeArrowheads="1"/>
            </p:cNvSpPr>
            <p:nvPr userDrawn="1"/>
          </p:nvSpPr>
          <p:spPr bwMode="auto">
            <a:xfrm flipV="1">
              <a:off x="4533845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2" name="Oval 908"/>
            <p:cNvSpPr>
              <a:spLocks noChangeArrowheads="1"/>
            </p:cNvSpPr>
            <p:nvPr userDrawn="1"/>
          </p:nvSpPr>
          <p:spPr bwMode="auto">
            <a:xfrm flipV="1">
              <a:off x="4642867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3" name="Oval 909"/>
            <p:cNvSpPr>
              <a:spLocks noChangeArrowheads="1"/>
            </p:cNvSpPr>
            <p:nvPr userDrawn="1"/>
          </p:nvSpPr>
          <p:spPr bwMode="auto">
            <a:xfrm flipV="1">
              <a:off x="4750926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4" name="Oval 910"/>
            <p:cNvSpPr>
              <a:spLocks noChangeArrowheads="1"/>
            </p:cNvSpPr>
            <p:nvPr userDrawn="1"/>
          </p:nvSpPr>
          <p:spPr bwMode="auto">
            <a:xfrm flipV="1">
              <a:off x="485801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5" name="Oval 911"/>
            <p:cNvSpPr>
              <a:spLocks noChangeArrowheads="1"/>
            </p:cNvSpPr>
            <p:nvPr userDrawn="1"/>
          </p:nvSpPr>
          <p:spPr bwMode="auto">
            <a:xfrm flipV="1">
              <a:off x="4967042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6" name="Oval 912"/>
            <p:cNvSpPr>
              <a:spLocks noChangeArrowheads="1"/>
            </p:cNvSpPr>
            <p:nvPr userDrawn="1"/>
          </p:nvSpPr>
          <p:spPr bwMode="auto">
            <a:xfrm flipV="1">
              <a:off x="5074131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7" name="Oval 913"/>
            <p:cNvSpPr>
              <a:spLocks noChangeArrowheads="1"/>
            </p:cNvSpPr>
            <p:nvPr userDrawn="1"/>
          </p:nvSpPr>
          <p:spPr bwMode="auto">
            <a:xfrm flipV="1">
              <a:off x="518218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5" name="Oval 870"/>
            <p:cNvSpPr>
              <a:spLocks noChangeArrowheads="1"/>
            </p:cNvSpPr>
            <p:nvPr userDrawn="1"/>
          </p:nvSpPr>
          <p:spPr bwMode="auto">
            <a:xfrm flipV="1">
              <a:off x="431965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6" name="Oval 871"/>
            <p:cNvSpPr>
              <a:spLocks noChangeArrowheads="1"/>
            </p:cNvSpPr>
            <p:nvPr userDrawn="1"/>
          </p:nvSpPr>
          <p:spPr bwMode="auto">
            <a:xfrm flipV="1">
              <a:off x="4426751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7" name="Oval 872"/>
            <p:cNvSpPr>
              <a:spLocks noChangeArrowheads="1"/>
            </p:cNvSpPr>
            <p:nvPr userDrawn="1"/>
          </p:nvSpPr>
          <p:spPr bwMode="auto">
            <a:xfrm flipV="1">
              <a:off x="4533843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8" name="Oval 873"/>
            <p:cNvSpPr>
              <a:spLocks noChangeArrowheads="1"/>
            </p:cNvSpPr>
            <p:nvPr userDrawn="1"/>
          </p:nvSpPr>
          <p:spPr bwMode="auto">
            <a:xfrm flipV="1">
              <a:off x="4642865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9" name="Oval 874"/>
            <p:cNvSpPr>
              <a:spLocks noChangeArrowheads="1"/>
            </p:cNvSpPr>
            <p:nvPr userDrawn="1"/>
          </p:nvSpPr>
          <p:spPr bwMode="auto">
            <a:xfrm flipV="1">
              <a:off x="4750923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0" name="Oval 875"/>
            <p:cNvSpPr>
              <a:spLocks noChangeArrowheads="1"/>
            </p:cNvSpPr>
            <p:nvPr userDrawn="1"/>
          </p:nvSpPr>
          <p:spPr bwMode="auto">
            <a:xfrm flipV="1">
              <a:off x="4858015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1" name="Oval 876"/>
            <p:cNvSpPr>
              <a:spLocks noChangeArrowheads="1"/>
            </p:cNvSpPr>
            <p:nvPr userDrawn="1"/>
          </p:nvSpPr>
          <p:spPr bwMode="auto">
            <a:xfrm flipV="1">
              <a:off x="496703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2" name="Oval 877"/>
            <p:cNvSpPr>
              <a:spLocks noChangeArrowheads="1"/>
            </p:cNvSpPr>
            <p:nvPr userDrawn="1"/>
          </p:nvSpPr>
          <p:spPr bwMode="auto">
            <a:xfrm flipV="1">
              <a:off x="5074129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3" name="Oval 878"/>
            <p:cNvSpPr>
              <a:spLocks noChangeArrowheads="1"/>
            </p:cNvSpPr>
            <p:nvPr userDrawn="1"/>
          </p:nvSpPr>
          <p:spPr bwMode="auto">
            <a:xfrm flipV="1">
              <a:off x="5182187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0" name="Oval 905"/>
            <p:cNvSpPr>
              <a:spLocks noChangeArrowheads="1"/>
            </p:cNvSpPr>
            <p:nvPr userDrawn="1"/>
          </p:nvSpPr>
          <p:spPr bwMode="auto">
            <a:xfrm flipV="1">
              <a:off x="4319659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1" name="Oval 906"/>
            <p:cNvSpPr>
              <a:spLocks noChangeArrowheads="1"/>
            </p:cNvSpPr>
            <p:nvPr userDrawn="1"/>
          </p:nvSpPr>
          <p:spPr bwMode="auto">
            <a:xfrm flipV="1">
              <a:off x="4426753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2" name="Oval 907"/>
            <p:cNvSpPr>
              <a:spLocks noChangeArrowheads="1"/>
            </p:cNvSpPr>
            <p:nvPr userDrawn="1"/>
          </p:nvSpPr>
          <p:spPr bwMode="auto">
            <a:xfrm flipV="1">
              <a:off x="4533845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3" name="Oval 908"/>
            <p:cNvSpPr>
              <a:spLocks noChangeArrowheads="1"/>
            </p:cNvSpPr>
            <p:nvPr userDrawn="1"/>
          </p:nvSpPr>
          <p:spPr bwMode="auto">
            <a:xfrm flipV="1">
              <a:off x="4642867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4" name="Oval 909"/>
            <p:cNvSpPr>
              <a:spLocks noChangeArrowheads="1"/>
            </p:cNvSpPr>
            <p:nvPr userDrawn="1"/>
          </p:nvSpPr>
          <p:spPr bwMode="auto">
            <a:xfrm flipV="1">
              <a:off x="4750926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5" name="Oval 910"/>
            <p:cNvSpPr>
              <a:spLocks noChangeArrowheads="1"/>
            </p:cNvSpPr>
            <p:nvPr userDrawn="1"/>
          </p:nvSpPr>
          <p:spPr bwMode="auto">
            <a:xfrm flipV="1">
              <a:off x="485801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6" name="Oval 911"/>
            <p:cNvSpPr>
              <a:spLocks noChangeArrowheads="1"/>
            </p:cNvSpPr>
            <p:nvPr userDrawn="1"/>
          </p:nvSpPr>
          <p:spPr bwMode="auto">
            <a:xfrm flipV="1">
              <a:off x="4967042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7" name="Oval 912"/>
            <p:cNvSpPr>
              <a:spLocks noChangeArrowheads="1"/>
            </p:cNvSpPr>
            <p:nvPr userDrawn="1"/>
          </p:nvSpPr>
          <p:spPr bwMode="auto">
            <a:xfrm flipV="1">
              <a:off x="5074131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8" name="Oval 913"/>
            <p:cNvSpPr>
              <a:spLocks noChangeArrowheads="1"/>
            </p:cNvSpPr>
            <p:nvPr userDrawn="1"/>
          </p:nvSpPr>
          <p:spPr bwMode="auto">
            <a:xfrm flipV="1">
              <a:off x="518218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6" name="Oval 870"/>
            <p:cNvSpPr>
              <a:spLocks noChangeArrowheads="1"/>
            </p:cNvSpPr>
            <p:nvPr userDrawn="1"/>
          </p:nvSpPr>
          <p:spPr bwMode="auto">
            <a:xfrm flipV="1">
              <a:off x="431965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7" name="Oval 871"/>
            <p:cNvSpPr>
              <a:spLocks noChangeArrowheads="1"/>
            </p:cNvSpPr>
            <p:nvPr userDrawn="1"/>
          </p:nvSpPr>
          <p:spPr bwMode="auto">
            <a:xfrm flipV="1">
              <a:off x="4426751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8" name="Oval 872"/>
            <p:cNvSpPr>
              <a:spLocks noChangeArrowheads="1"/>
            </p:cNvSpPr>
            <p:nvPr userDrawn="1"/>
          </p:nvSpPr>
          <p:spPr bwMode="auto">
            <a:xfrm flipV="1">
              <a:off x="4533843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9" name="Oval 873"/>
            <p:cNvSpPr>
              <a:spLocks noChangeArrowheads="1"/>
            </p:cNvSpPr>
            <p:nvPr userDrawn="1"/>
          </p:nvSpPr>
          <p:spPr bwMode="auto">
            <a:xfrm flipV="1">
              <a:off x="4642865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0" name="Oval 874"/>
            <p:cNvSpPr>
              <a:spLocks noChangeArrowheads="1"/>
            </p:cNvSpPr>
            <p:nvPr userDrawn="1"/>
          </p:nvSpPr>
          <p:spPr bwMode="auto">
            <a:xfrm flipV="1">
              <a:off x="4750923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1" name="Oval 875"/>
            <p:cNvSpPr>
              <a:spLocks noChangeArrowheads="1"/>
            </p:cNvSpPr>
            <p:nvPr userDrawn="1"/>
          </p:nvSpPr>
          <p:spPr bwMode="auto">
            <a:xfrm flipV="1">
              <a:off x="4858015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2" name="Oval 876"/>
            <p:cNvSpPr>
              <a:spLocks noChangeArrowheads="1"/>
            </p:cNvSpPr>
            <p:nvPr userDrawn="1"/>
          </p:nvSpPr>
          <p:spPr bwMode="auto">
            <a:xfrm flipV="1">
              <a:off x="496703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3" name="Oval 877"/>
            <p:cNvSpPr>
              <a:spLocks noChangeArrowheads="1"/>
            </p:cNvSpPr>
            <p:nvPr userDrawn="1"/>
          </p:nvSpPr>
          <p:spPr bwMode="auto">
            <a:xfrm flipV="1">
              <a:off x="5074129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4" name="Oval 878"/>
            <p:cNvSpPr>
              <a:spLocks noChangeArrowheads="1"/>
            </p:cNvSpPr>
            <p:nvPr userDrawn="1"/>
          </p:nvSpPr>
          <p:spPr bwMode="auto">
            <a:xfrm flipV="1">
              <a:off x="5182187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1" name="Oval 905"/>
            <p:cNvSpPr>
              <a:spLocks noChangeArrowheads="1"/>
            </p:cNvSpPr>
            <p:nvPr userDrawn="1"/>
          </p:nvSpPr>
          <p:spPr bwMode="auto">
            <a:xfrm flipV="1">
              <a:off x="4319659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2" name="Oval 906"/>
            <p:cNvSpPr>
              <a:spLocks noChangeArrowheads="1"/>
            </p:cNvSpPr>
            <p:nvPr userDrawn="1"/>
          </p:nvSpPr>
          <p:spPr bwMode="auto">
            <a:xfrm flipV="1">
              <a:off x="4426753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3" name="Oval 907"/>
            <p:cNvSpPr>
              <a:spLocks noChangeArrowheads="1"/>
            </p:cNvSpPr>
            <p:nvPr userDrawn="1"/>
          </p:nvSpPr>
          <p:spPr bwMode="auto">
            <a:xfrm flipV="1">
              <a:off x="4533845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4" name="Oval 908"/>
            <p:cNvSpPr>
              <a:spLocks noChangeArrowheads="1"/>
            </p:cNvSpPr>
            <p:nvPr userDrawn="1"/>
          </p:nvSpPr>
          <p:spPr bwMode="auto">
            <a:xfrm flipV="1">
              <a:off x="4642867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5" name="Oval 909"/>
            <p:cNvSpPr>
              <a:spLocks noChangeArrowheads="1"/>
            </p:cNvSpPr>
            <p:nvPr userDrawn="1"/>
          </p:nvSpPr>
          <p:spPr bwMode="auto">
            <a:xfrm flipV="1">
              <a:off x="4750926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6" name="Oval 910"/>
            <p:cNvSpPr>
              <a:spLocks noChangeArrowheads="1"/>
            </p:cNvSpPr>
            <p:nvPr userDrawn="1"/>
          </p:nvSpPr>
          <p:spPr bwMode="auto">
            <a:xfrm flipV="1">
              <a:off x="485801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7" name="Oval 911"/>
            <p:cNvSpPr>
              <a:spLocks noChangeArrowheads="1"/>
            </p:cNvSpPr>
            <p:nvPr userDrawn="1"/>
          </p:nvSpPr>
          <p:spPr bwMode="auto">
            <a:xfrm flipV="1">
              <a:off x="4967042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8" name="Oval 912"/>
            <p:cNvSpPr>
              <a:spLocks noChangeArrowheads="1"/>
            </p:cNvSpPr>
            <p:nvPr userDrawn="1"/>
          </p:nvSpPr>
          <p:spPr bwMode="auto">
            <a:xfrm flipV="1">
              <a:off x="5074131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9" name="Oval 913"/>
            <p:cNvSpPr>
              <a:spLocks noChangeArrowheads="1"/>
            </p:cNvSpPr>
            <p:nvPr userDrawn="1"/>
          </p:nvSpPr>
          <p:spPr bwMode="auto">
            <a:xfrm flipV="1">
              <a:off x="518218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7" name="Oval 870"/>
            <p:cNvSpPr>
              <a:spLocks noChangeArrowheads="1"/>
            </p:cNvSpPr>
            <p:nvPr userDrawn="1"/>
          </p:nvSpPr>
          <p:spPr bwMode="auto">
            <a:xfrm flipV="1">
              <a:off x="431965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8" name="Oval 871"/>
            <p:cNvSpPr>
              <a:spLocks noChangeArrowheads="1"/>
            </p:cNvSpPr>
            <p:nvPr userDrawn="1"/>
          </p:nvSpPr>
          <p:spPr bwMode="auto">
            <a:xfrm flipV="1">
              <a:off x="4426751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9" name="Oval 872"/>
            <p:cNvSpPr>
              <a:spLocks noChangeArrowheads="1"/>
            </p:cNvSpPr>
            <p:nvPr userDrawn="1"/>
          </p:nvSpPr>
          <p:spPr bwMode="auto">
            <a:xfrm flipV="1">
              <a:off x="4533843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0" name="Oval 873"/>
            <p:cNvSpPr>
              <a:spLocks noChangeArrowheads="1"/>
            </p:cNvSpPr>
            <p:nvPr userDrawn="1"/>
          </p:nvSpPr>
          <p:spPr bwMode="auto">
            <a:xfrm flipV="1">
              <a:off x="4642865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1" name="Oval 874"/>
            <p:cNvSpPr>
              <a:spLocks noChangeArrowheads="1"/>
            </p:cNvSpPr>
            <p:nvPr userDrawn="1"/>
          </p:nvSpPr>
          <p:spPr bwMode="auto">
            <a:xfrm flipV="1">
              <a:off x="4750923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2" name="Oval 875"/>
            <p:cNvSpPr>
              <a:spLocks noChangeArrowheads="1"/>
            </p:cNvSpPr>
            <p:nvPr userDrawn="1"/>
          </p:nvSpPr>
          <p:spPr bwMode="auto">
            <a:xfrm flipV="1">
              <a:off x="4858015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3" name="Oval 876"/>
            <p:cNvSpPr>
              <a:spLocks noChangeArrowheads="1"/>
            </p:cNvSpPr>
            <p:nvPr userDrawn="1"/>
          </p:nvSpPr>
          <p:spPr bwMode="auto">
            <a:xfrm flipV="1">
              <a:off x="496703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4" name="Oval 877"/>
            <p:cNvSpPr>
              <a:spLocks noChangeArrowheads="1"/>
            </p:cNvSpPr>
            <p:nvPr userDrawn="1"/>
          </p:nvSpPr>
          <p:spPr bwMode="auto">
            <a:xfrm flipV="1">
              <a:off x="5074129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5" name="Oval 878"/>
            <p:cNvSpPr>
              <a:spLocks noChangeArrowheads="1"/>
            </p:cNvSpPr>
            <p:nvPr userDrawn="1"/>
          </p:nvSpPr>
          <p:spPr bwMode="auto">
            <a:xfrm flipV="1">
              <a:off x="5182187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2" name="Oval 905"/>
            <p:cNvSpPr>
              <a:spLocks noChangeArrowheads="1"/>
            </p:cNvSpPr>
            <p:nvPr userDrawn="1"/>
          </p:nvSpPr>
          <p:spPr bwMode="auto">
            <a:xfrm flipV="1">
              <a:off x="4319659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3" name="Oval 906"/>
            <p:cNvSpPr>
              <a:spLocks noChangeArrowheads="1"/>
            </p:cNvSpPr>
            <p:nvPr userDrawn="1"/>
          </p:nvSpPr>
          <p:spPr bwMode="auto">
            <a:xfrm flipV="1">
              <a:off x="4426753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4" name="Oval 907"/>
            <p:cNvSpPr>
              <a:spLocks noChangeArrowheads="1"/>
            </p:cNvSpPr>
            <p:nvPr userDrawn="1"/>
          </p:nvSpPr>
          <p:spPr bwMode="auto">
            <a:xfrm flipV="1">
              <a:off x="4533845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5" name="Oval 908"/>
            <p:cNvSpPr>
              <a:spLocks noChangeArrowheads="1"/>
            </p:cNvSpPr>
            <p:nvPr userDrawn="1"/>
          </p:nvSpPr>
          <p:spPr bwMode="auto">
            <a:xfrm flipV="1">
              <a:off x="4642867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6" name="Oval 909"/>
            <p:cNvSpPr>
              <a:spLocks noChangeArrowheads="1"/>
            </p:cNvSpPr>
            <p:nvPr userDrawn="1"/>
          </p:nvSpPr>
          <p:spPr bwMode="auto">
            <a:xfrm flipV="1">
              <a:off x="4750926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7" name="Oval 910"/>
            <p:cNvSpPr>
              <a:spLocks noChangeArrowheads="1"/>
            </p:cNvSpPr>
            <p:nvPr userDrawn="1"/>
          </p:nvSpPr>
          <p:spPr bwMode="auto">
            <a:xfrm flipV="1">
              <a:off x="485801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8" name="Oval 911"/>
            <p:cNvSpPr>
              <a:spLocks noChangeArrowheads="1"/>
            </p:cNvSpPr>
            <p:nvPr userDrawn="1"/>
          </p:nvSpPr>
          <p:spPr bwMode="auto">
            <a:xfrm flipV="1">
              <a:off x="4967042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9" name="Oval 912"/>
            <p:cNvSpPr>
              <a:spLocks noChangeArrowheads="1"/>
            </p:cNvSpPr>
            <p:nvPr userDrawn="1"/>
          </p:nvSpPr>
          <p:spPr bwMode="auto">
            <a:xfrm flipV="1">
              <a:off x="5074131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50" name="Oval 913"/>
            <p:cNvSpPr>
              <a:spLocks noChangeArrowheads="1"/>
            </p:cNvSpPr>
            <p:nvPr userDrawn="1"/>
          </p:nvSpPr>
          <p:spPr bwMode="auto">
            <a:xfrm flipV="1">
              <a:off x="518218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8" name="Oval 870"/>
            <p:cNvSpPr>
              <a:spLocks noChangeArrowheads="1"/>
            </p:cNvSpPr>
            <p:nvPr userDrawn="1"/>
          </p:nvSpPr>
          <p:spPr bwMode="auto">
            <a:xfrm flipV="1">
              <a:off x="431965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9" name="Oval 871"/>
            <p:cNvSpPr>
              <a:spLocks noChangeArrowheads="1"/>
            </p:cNvSpPr>
            <p:nvPr userDrawn="1"/>
          </p:nvSpPr>
          <p:spPr bwMode="auto">
            <a:xfrm flipV="1">
              <a:off x="4426751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0" name="Oval 872"/>
            <p:cNvSpPr>
              <a:spLocks noChangeArrowheads="1"/>
            </p:cNvSpPr>
            <p:nvPr userDrawn="1"/>
          </p:nvSpPr>
          <p:spPr bwMode="auto">
            <a:xfrm flipV="1">
              <a:off x="4533843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1" name="Oval 873"/>
            <p:cNvSpPr>
              <a:spLocks noChangeArrowheads="1"/>
            </p:cNvSpPr>
            <p:nvPr userDrawn="1"/>
          </p:nvSpPr>
          <p:spPr bwMode="auto">
            <a:xfrm flipV="1">
              <a:off x="4642865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2" name="Oval 874"/>
            <p:cNvSpPr>
              <a:spLocks noChangeArrowheads="1"/>
            </p:cNvSpPr>
            <p:nvPr userDrawn="1"/>
          </p:nvSpPr>
          <p:spPr bwMode="auto">
            <a:xfrm flipV="1">
              <a:off x="4750923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3" name="Oval 875"/>
            <p:cNvSpPr>
              <a:spLocks noChangeArrowheads="1"/>
            </p:cNvSpPr>
            <p:nvPr userDrawn="1"/>
          </p:nvSpPr>
          <p:spPr bwMode="auto">
            <a:xfrm flipV="1">
              <a:off x="4858015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4" name="Oval 876"/>
            <p:cNvSpPr>
              <a:spLocks noChangeArrowheads="1"/>
            </p:cNvSpPr>
            <p:nvPr userDrawn="1"/>
          </p:nvSpPr>
          <p:spPr bwMode="auto">
            <a:xfrm flipV="1">
              <a:off x="496703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5" name="Oval 877"/>
            <p:cNvSpPr>
              <a:spLocks noChangeArrowheads="1"/>
            </p:cNvSpPr>
            <p:nvPr userDrawn="1"/>
          </p:nvSpPr>
          <p:spPr bwMode="auto">
            <a:xfrm flipV="1">
              <a:off x="5074129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6" name="Oval 878"/>
            <p:cNvSpPr>
              <a:spLocks noChangeArrowheads="1"/>
            </p:cNvSpPr>
            <p:nvPr userDrawn="1"/>
          </p:nvSpPr>
          <p:spPr bwMode="auto">
            <a:xfrm flipV="1">
              <a:off x="5182187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3" name="Oval 905"/>
            <p:cNvSpPr>
              <a:spLocks noChangeArrowheads="1"/>
            </p:cNvSpPr>
            <p:nvPr userDrawn="1"/>
          </p:nvSpPr>
          <p:spPr bwMode="auto">
            <a:xfrm flipV="1">
              <a:off x="4319659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4" name="Oval 906"/>
            <p:cNvSpPr>
              <a:spLocks noChangeArrowheads="1"/>
            </p:cNvSpPr>
            <p:nvPr userDrawn="1"/>
          </p:nvSpPr>
          <p:spPr bwMode="auto">
            <a:xfrm flipV="1">
              <a:off x="4426753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5" name="Oval 907"/>
            <p:cNvSpPr>
              <a:spLocks noChangeArrowheads="1"/>
            </p:cNvSpPr>
            <p:nvPr userDrawn="1"/>
          </p:nvSpPr>
          <p:spPr bwMode="auto">
            <a:xfrm flipV="1">
              <a:off x="4533845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6" name="Oval 908"/>
            <p:cNvSpPr>
              <a:spLocks noChangeArrowheads="1"/>
            </p:cNvSpPr>
            <p:nvPr userDrawn="1"/>
          </p:nvSpPr>
          <p:spPr bwMode="auto">
            <a:xfrm flipV="1">
              <a:off x="4642867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7" name="Oval 909"/>
            <p:cNvSpPr>
              <a:spLocks noChangeArrowheads="1"/>
            </p:cNvSpPr>
            <p:nvPr userDrawn="1"/>
          </p:nvSpPr>
          <p:spPr bwMode="auto">
            <a:xfrm flipV="1">
              <a:off x="4750926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8" name="Oval 910"/>
            <p:cNvSpPr>
              <a:spLocks noChangeArrowheads="1"/>
            </p:cNvSpPr>
            <p:nvPr userDrawn="1"/>
          </p:nvSpPr>
          <p:spPr bwMode="auto">
            <a:xfrm flipV="1">
              <a:off x="485801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9" name="Oval 911"/>
            <p:cNvSpPr>
              <a:spLocks noChangeArrowheads="1"/>
            </p:cNvSpPr>
            <p:nvPr userDrawn="1"/>
          </p:nvSpPr>
          <p:spPr bwMode="auto">
            <a:xfrm flipV="1">
              <a:off x="4967042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0" name="Oval 912"/>
            <p:cNvSpPr>
              <a:spLocks noChangeArrowheads="1"/>
            </p:cNvSpPr>
            <p:nvPr userDrawn="1"/>
          </p:nvSpPr>
          <p:spPr bwMode="auto">
            <a:xfrm flipV="1">
              <a:off x="5074131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1" name="Oval 913"/>
            <p:cNvSpPr>
              <a:spLocks noChangeArrowheads="1"/>
            </p:cNvSpPr>
            <p:nvPr userDrawn="1"/>
          </p:nvSpPr>
          <p:spPr bwMode="auto">
            <a:xfrm flipV="1">
              <a:off x="518218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49" name="Oval 870"/>
            <p:cNvSpPr>
              <a:spLocks noChangeArrowheads="1"/>
            </p:cNvSpPr>
            <p:nvPr userDrawn="1"/>
          </p:nvSpPr>
          <p:spPr bwMode="auto">
            <a:xfrm flipV="1">
              <a:off x="431965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0" name="Oval 871"/>
            <p:cNvSpPr>
              <a:spLocks noChangeArrowheads="1"/>
            </p:cNvSpPr>
            <p:nvPr userDrawn="1"/>
          </p:nvSpPr>
          <p:spPr bwMode="auto">
            <a:xfrm flipV="1">
              <a:off x="4426751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1" name="Oval 872"/>
            <p:cNvSpPr>
              <a:spLocks noChangeArrowheads="1"/>
            </p:cNvSpPr>
            <p:nvPr userDrawn="1"/>
          </p:nvSpPr>
          <p:spPr bwMode="auto">
            <a:xfrm flipV="1">
              <a:off x="4533843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2" name="Oval 873"/>
            <p:cNvSpPr>
              <a:spLocks noChangeArrowheads="1"/>
            </p:cNvSpPr>
            <p:nvPr userDrawn="1"/>
          </p:nvSpPr>
          <p:spPr bwMode="auto">
            <a:xfrm flipV="1">
              <a:off x="4642865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3" name="Oval 874"/>
            <p:cNvSpPr>
              <a:spLocks noChangeArrowheads="1"/>
            </p:cNvSpPr>
            <p:nvPr userDrawn="1"/>
          </p:nvSpPr>
          <p:spPr bwMode="auto">
            <a:xfrm flipV="1">
              <a:off x="4750923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4" name="Oval 875"/>
            <p:cNvSpPr>
              <a:spLocks noChangeArrowheads="1"/>
            </p:cNvSpPr>
            <p:nvPr userDrawn="1"/>
          </p:nvSpPr>
          <p:spPr bwMode="auto">
            <a:xfrm flipV="1">
              <a:off x="4858015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5" name="Oval 876"/>
            <p:cNvSpPr>
              <a:spLocks noChangeArrowheads="1"/>
            </p:cNvSpPr>
            <p:nvPr userDrawn="1"/>
          </p:nvSpPr>
          <p:spPr bwMode="auto">
            <a:xfrm flipV="1">
              <a:off x="496703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6" name="Oval 877"/>
            <p:cNvSpPr>
              <a:spLocks noChangeArrowheads="1"/>
            </p:cNvSpPr>
            <p:nvPr userDrawn="1"/>
          </p:nvSpPr>
          <p:spPr bwMode="auto">
            <a:xfrm flipV="1">
              <a:off x="5074129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7" name="Oval 878"/>
            <p:cNvSpPr>
              <a:spLocks noChangeArrowheads="1"/>
            </p:cNvSpPr>
            <p:nvPr userDrawn="1"/>
          </p:nvSpPr>
          <p:spPr bwMode="auto">
            <a:xfrm flipV="1">
              <a:off x="5182187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4" name="Oval 905"/>
            <p:cNvSpPr>
              <a:spLocks noChangeArrowheads="1"/>
            </p:cNvSpPr>
            <p:nvPr userDrawn="1"/>
          </p:nvSpPr>
          <p:spPr bwMode="auto">
            <a:xfrm flipV="1">
              <a:off x="4319659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5" name="Oval 906"/>
            <p:cNvSpPr>
              <a:spLocks noChangeArrowheads="1"/>
            </p:cNvSpPr>
            <p:nvPr userDrawn="1"/>
          </p:nvSpPr>
          <p:spPr bwMode="auto">
            <a:xfrm flipV="1">
              <a:off x="4426753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6" name="Oval 907"/>
            <p:cNvSpPr>
              <a:spLocks noChangeArrowheads="1"/>
            </p:cNvSpPr>
            <p:nvPr userDrawn="1"/>
          </p:nvSpPr>
          <p:spPr bwMode="auto">
            <a:xfrm flipV="1">
              <a:off x="4533845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7" name="Oval 908"/>
            <p:cNvSpPr>
              <a:spLocks noChangeArrowheads="1"/>
            </p:cNvSpPr>
            <p:nvPr userDrawn="1"/>
          </p:nvSpPr>
          <p:spPr bwMode="auto">
            <a:xfrm flipV="1">
              <a:off x="4642867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8" name="Oval 909"/>
            <p:cNvSpPr>
              <a:spLocks noChangeArrowheads="1"/>
            </p:cNvSpPr>
            <p:nvPr userDrawn="1"/>
          </p:nvSpPr>
          <p:spPr bwMode="auto">
            <a:xfrm flipV="1">
              <a:off x="4750926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9" name="Oval 910"/>
            <p:cNvSpPr>
              <a:spLocks noChangeArrowheads="1"/>
            </p:cNvSpPr>
            <p:nvPr userDrawn="1"/>
          </p:nvSpPr>
          <p:spPr bwMode="auto">
            <a:xfrm flipV="1">
              <a:off x="485801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0" name="Oval 911"/>
            <p:cNvSpPr>
              <a:spLocks noChangeArrowheads="1"/>
            </p:cNvSpPr>
            <p:nvPr userDrawn="1"/>
          </p:nvSpPr>
          <p:spPr bwMode="auto">
            <a:xfrm flipV="1">
              <a:off x="4967042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1" name="Oval 912"/>
            <p:cNvSpPr>
              <a:spLocks noChangeArrowheads="1"/>
            </p:cNvSpPr>
            <p:nvPr userDrawn="1"/>
          </p:nvSpPr>
          <p:spPr bwMode="auto">
            <a:xfrm flipV="1">
              <a:off x="5074131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2" name="Oval 913"/>
            <p:cNvSpPr>
              <a:spLocks noChangeArrowheads="1"/>
            </p:cNvSpPr>
            <p:nvPr userDrawn="1"/>
          </p:nvSpPr>
          <p:spPr bwMode="auto">
            <a:xfrm flipV="1">
              <a:off x="518218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0" name="Oval 870"/>
            <p:cNvSpPr>
              <a:spLocks noChangeArrowheads="1"/>
            </p:cNvSpPr>
            <p:nvPr userDrawn="1"/>
          </p:nvSpPr>
          <p:spPr bwMode="auto">
            <a:xfrm flipV="1">
              <a:off x="431965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1" name="Oval 871"/>
            <p:cNvSpPr>
              <a:spLocks noChangeArrowheads="1"/>
            </p:cNvSpPr>
            <p:nvPr userDrawn="1"/>
          </p:nvSpPr>
          <p:spPr bwMode="auto">
            <a:xfrm flipV="1">
              <a:off x="4426751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2" name="Oval 872"/>
            <p:cNvSpPr>
              <a:spLocks noChangeArrowheads="1"/>
            </p:cNvSpPr>
            <p:nvPr userDrawn="1"/>
          </p:nvSpPr>
          <p:spPr bwMode="auto">
            <a:xfrm flipV="1">
              <a:off x="4533843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3" name="Oval 873"/>
            <p:cNvSpPr>
              <a:spLocks noChangeArrowheads="1"/>
            </p:cNvSpPr>
            <p:nvPr userDrawn="1"/>
          </p:nvSpPr>
          <p:spPr bwMode="auto">
            <a:xfrm flipV="1">
              <a:off x="4642865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4" name="Oval 874"/>
            <p:cNvSpPr>
              <a:spLocks noChangeArrowheads="1"/>
            </p:cNvSpPr>
            <p:nvPr userDrawn="1"/>
          </p:nvSpPr>
          <p:spPr bwMode="auto">
            <a:xfrm flipV="1">
              <a:off x="4750923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5" name="Oval 875"/>
            <p:cNvSpPr>
              <a:spLocks noChangeArrowheads="1"/>
            </p:cNvSpPr>
            <p:nvPr userDrawn="1"/>
          </p:nvSpPr>
          <p:spPr bwMode="auto">
            <a:xfrm flipV="1">
              <a:off x="4858015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6" name="Oval 876"/>
            <p:cNvSpPr>
              <a:spLocks noChangeArrowheads="1"/>
            </p:cNvSpPr>
            <p:nvPr userDrawn="1"/>
          </p:nvSpPr>
          <p:spPr bwMode="auto">
            <a:xfrm flipV="1">
              <a:off x="496703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7" name="Oval 877"/>
            <p:cNvSpPr>
              <a:spLocks noChangeArrowheads="1"/>
            </p:cNvSpPr>
            <p:nvPr userDrawn="1"/>
          </p:nvSpPr>
          <p:spPr bwMode="auto">
            <a:xfrm flipV="1">
              <a:off x="5074129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8" name="Oval 878"/>
            <p:cNvSpPr>
              <a:spLocks noChangeArrowheads="1"/>
            </p:cNvSpPr>
            <p:nvPr userDrawn="1"/>
          </p:nvSpPr>
          <p:spPr bwMode="auto">
            <a:xfrm flipV="1">
              <a:off x="5182187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5" name="Oval 905"/>
            <p:cNvSpPr>
              <a:spLocks noChangeArrowheads="1"/>
            </p:cNvSpPr>
            <p:nvPr userDrawn="1"/>
          </p:nvSpPr>
          <p:spPr bwMode="auto">
            <a:xfrm flipV="1">
              <a:off x="4319659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6" name="Oval 906"/>
            <p:cNvSpPr>
              <a:spLocks noChangeArrowheads="1"/>
            </p:cNvSpPr>
            <p:nvPr userDrawn="1"/>
          </p:nvSpPr>
          <p:spPr bwMode="auto">
            <a:xfrm flipV="1">
              <a:off x="4426753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7" name="Oval 907"/>
            <p:cNvSpPr>
              <a:spLocks noChangeArrowheads="1"/>
            </p:cNvSpPr>
            <p:nvPr userDrawn="1"/>
          </p:nvSpPr>
          <p:spPr bwMode="auto">
            <a:xfrm flipV="1">
              <a:off x="4533845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8" name="Oval 908"/>
            <p:cNvSpPr>
              <a:spLocks noChangeArrowheads="1"/>
            </p:cNvSpPr>
            <p:nvPr userDrawn="1"/>
          </p:nvSpPr>
          <p:spPr bwMode="auto">
            <a:xfrm flipV="1">
              <a:off x="4642867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9" name="Oval 909"/>
            <p:cNvSpPr>
              <a:spLocks noChangeArrowheads="1"/>
            </p:cNvSpPr>
            <p:nvPr userDrawn="1"/>
          </p:nvSpPr>
          <p:spPr bwMode="auto">
            <a:xfrm flipV="1">
              <a:off x="4750926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0" name="Oval 910"/>
            <p:cNvSpPr>
              <a:spLocks noChangeArrowheads="1"/>
            </p:cNvSpPr>
            <p:nvPr userDrawn="1"/>
          </p:nvSpPr>
          <p:spPr bwMode="auto">
            <a:xfrm flipV="1">
              <a:off x="485801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1" name="Oval 911"/>
            <p:cNvSpPr>
              <a:spLocks noChangeArrowheads="1"/>
            </p:cNvSpPr>
            <p:nvPr userDrawn="1"/>
          </p:nvSpPr>
          <p:spPr bwMode="auto">
            <a:xfrm flipV="1">
              <a:off x="4967042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2" name="Oval 912"/>
            <p:cNvSpPr>
              <a:spLocks noChangeArrowheads="1"/>
            </p:cNvSpPr>
            <p:nvPr userDrawn="1"/>
          </p:nvSpPr>
          <p:spPr bwMode="auto">
            <a:xfrm flipV="1">
              <a:off x="5074131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3" name="Oval 913"/>
            <p:cNvSpPr>
              <a:spLocks noChangeArrowheads="1"/>
            </p:cNvSpPr>
            <p:nvPr userDrawn="1"/>
          </p:nvSpPr>
          <p:spPr bwMode="auto">
            <a:xfrm flipV="1">
              <a:off x="518218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1" name="Oval 870"/>
            <p:cNvSpPr>
              <a:spLocks noChangeArrowheads="1"/>
            </p:cNvSpPr>
            <p:nvPr userDrawn="1"/>
          </p:nvSpPr>
          <p:spPr bwMode="auto">
            <a:xfrm flipV="1">
              <a:off x="431965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2" name="Oval 871"/>
            <p:cNvSpPr>
              <a:spLocks noChangeArrowheads="1"/>
            </p:cNvSpPr>
            <p:nvPr userDrawn="1"/>
          </p:nvSpPr>
          <p:spPr bwMode="auto">
            <a:xfrm flipV="1">
              <a:off x="4426751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3" name="Oval 872"/>
            <p:cNvSpPr>
              <a:spLocks noChangeArrowheads="1"/>
            </p:cNvSpPr>
            <p:nvPr userDrawn="1"/>
          </p:nvSpPr>
          <p:spPr bwMode="auto">
            <a:xfrm flipV="1">
              <a:off x="4533843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4" name="Oval 873"/>
            <p:cNvSpPr>
              <a:spLocks noChangeArrowheads="1"/>
            </p:cNvSpPr>
            <p:nvPr userDrawn="1"/>
          </p:nvSpPr>
          <p:spPr bwMode="auto">
            <a:xfrm flipV="1">
              <a:off x="4642865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5" name="Oval 874"/>
            <p:cNvSpPr>
              <a:spLocks noChangeArrowheads="1"/>
            </p:cNvSpPr>
            <p:nvPr userDrawn="1"/>
          </p:nvSpPr>
          <p:spPr bwMode="auto">
            <a:xfrm flipV="1">
              <a:off x="4750923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6" name="Oval 875"/>
            <p:cNvSpPr>
              <a:spLocks noChangeArrowheads="1"/>
            </p:cNvSpPr>
            <p:nvPr userDrawn="1"/>
          </p:nvSpPr>
          <p:spPr bwMode="auto">
            <a:xfrm flipV="1">
              <a:off x="4858015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7" name="Oval 876"/>
            <p:cNvSpPr>
              <a:spLocks noChangeArrowheads="1"/>
            </p:cNvSpPr>
            <p:nvPr userDrawn="1"/>
          </p:nvSpPr>
          <p:spPr bwMode="auto">
            <a:xfrm flipV="1">
              <a:off x="496703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8" name="Oval 877"/>
            <p:cNvSpPr>
              <a:spLocks noChangeArrowheads="1"/>
            </p:cNvSpPr>
            <p:nvPr userDrawn="1"/>
          </p:nvSpPr>
          <p:spPr bwMode="auto">
            <a:xfrm flipV="1">
              <a:off x="5074129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9" name="Oval 878"/>
            <p:cNvSpPr>
              <a:spLocks noChangeArrowheads="1"/>
            </p:cNvSpPr>
            <p:nvPr userDrawn="1"/>
          </p:nvSpPr>
          <p:spPr bwMode="auto">
            <a:xfrm flipV="1">
              <a:off x="5182187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6" name="Oval 905"/>
            <p:cNvSpPr>
              <a:spLocks noChangeArrowheads="1"/>
            </p:cNvSpPr>
            <p:nvPr userDrawn="1"/>
          </p:nvSpPr>
          <p:spPr bwMode="auto">
            <a:xfrm flipV="1">
              <a:off x="4319659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7" name="Oval 906"/>
            <p:cNvSpPr>
              <a:spLocks noChangeArrowheads="1"/>
            </p:cNvSpPr>
            <p:nvPr userDrawn="1"/>
          </p:nvSpPr>
          <p:spPr bwMode="auto">
            <a:xfrm flipV="1">
              <a:off x="4426753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8" name="Oval 907"/>
            <p:cNvSpPr>
              <a:spLocks noChangeArrowheads="1"/>
            </p:cNvSpPr>
            <p:nvPr userDrawn="1"/>
          </p:nvSpPr>
          <p:spPr bwMode="auto">
            <a:xfrm flipV="1">
              <a:off x="4533845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9" name="Oval 908"/>
            <p:cNvSpPr>
              <a:spLocks noChangeArrowheads="1"/>
            </p:cNvSpPr>
            <p:nvPr userDrawn="1"/>
          </p:nvSpPr>
          <p:spPr bwMode="auto">
            <a:xfrm flipV="1">
              <a:off x="4642867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0" name="Oval 909"/>
            <p:cNvSpPr>
              <a:spLocks noChangeArrowheads="1"/>
            </p:cNvSpPr>
            <p:nvPr userDrawn="1"/>
          </p:nvSpPr>
          <p:spPr bwMode="auto">
            <a:xfrm flipV="1">
              <a:off x="4750926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1" name="Oval 910"/>
            <p:cNvSpPr>
              <a:spLocks noChangeArrowheads="1"/>
            </p:cNvSpPr>
            <p:nvPr userDrawn="1"/>
          </p:nvSpPr>
          <p:spPr bwMode="auto">
            <a:xfrm flipV="1">
              <a:off x="485801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2" name="Oval 911"/>
            <p:cNvSpPr>
              <a:spLocks noChangeArrowheads="1"/>
            </p:cNvSpPr>
            <p:nvPr userDrawn="1"/>
          </p:nvSpPr>
          <p:spPr bwMode="auto">
            <a:xfrm flipV="1">
              <a:off x="4967042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3" name="Oval 912"/>
            <p:cNvSpPr>
              <a:spLocks noChangeArrowheads="1"/>
            </p:cNvSpPr>
            <p:nvPr userDrawn="1"/>
          </p:nvSpPr>
          <p:spPr bwMode="auto">
            <a:xfrm flipV="1">
              <a:off x="5074131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4" name="Oval 913"/>
            <p:cNvSpPr>
              <a:spLocks noChangeArrowheads="1"/>
            </p:cNvSpPr>
            <p:nvPr userDrawn="1"/>
          </p:nvSpPr>
          <p:spPr bwMode="auto">
            <a:xfrm flipV="1">
              <a:off x="518218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2" name="Oval 870"/>
            <p:cNvSpPr>
              <a:spLocks noChangeArrowheads="1"/>
            </p:cNvSpPr>
            <p:nvPr userDrawn="1"/>
          </p:nvSpPr>
          <p:spPr bwMode="auto">
            <a:xfrm flipV="1">
              <a:off x="431965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3" name="Oval 871"/>
            <p:cNvSpPr>
              <a:spLocks noChangeArrowheads="1"/>
            </p:cNvSpPr>
            <p:nvPr userDrawn="1"/>
          </p:nvSpPr>
          <p:spPr bwMode="auto">
            <a:xfrm flipV="1">
              <a:off x="4426751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4" name="Oval 872"/>
            <p:cNvSpPr>
              <a:spLocks noChangeArrowheads="1"/>
            </p:cNvSpPr>
            <p:nvPr userDrawn="1"/>
          </p:nvSpPr>
          <p:spPr bwMode="auto">
            <a:xfrm flipV="1">
              <a:off x="4533843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5" name="Oval 873"/>
            <p:cNvSpPr>
              <a:spLocks noChangeArrowheads="1"/>
            </p:cNvSpPr>
            <p:nvPr userDrawn="1"/>
          </p:nvSpPr>
          <p:spPr bwMode="auto">
            <a:xfrm flipV="1">
              <a:off x="4642865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6" name="Oval 874"/>
            <p:cNvSpPr>
              <a:spLocks noChangeArrowheads="1"/>
            </p:cNvSpPr>
            <p:nvPr userDrawn="1"/>
          </p:nvSpPr>
          <p:spPr bwMode="auto">
            <a:xfrm flipV="1">
              <a:off x="4750923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7" name="Oval 875"/>
            <p:cNvSpPr>
              <a:spLocks noChangeArrowheads="1"/>
            </p:cNvSpPr>
            <p:nvPr userDrawn="1"/>
          </p:nvSpPr>
          <p:spPr bwMode="auto">
            <a:xfrm flipV="1">
              <a:off x="4858015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8" name="Oval 876"/>
            <p:cNvSpPr>
              <a:spLocks noChangeArrowheads="1"/>
            </p:cNvSpPr>
            <p:nvPr userDrawn="1"/>
          </p:nvSpPr>
          <p:spPr bwMode="auto">
            <a:xfrm flipV="1">
              <a:off x="496703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9" name="Oval 877"/>
            <p:cNvSpPr>
              <a:spLocks noChangeArrowheads="1"/>
            </p:cNvSpPr>
            <p:nvPr userDrawn="1"/>
          </p:nvSpPr>
          <p:spPr bwMode="auto">
            <a:xfrm flipV="1">
              <a:off x="5074129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70" name="Oval 878"/>
            <p:cNvSpPr>
              <a:spLocks noChangeArrowheads="1"/>
            </p:cNvSpPr>
            <p:nvPr userDrawn="1"/>
          </p:nvSpPr>
          <p:spPr bwMode="auto">
            <a:xfrm flipV="1">
              <a:off x="5182187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7" name="Oval 905"/>
            <p:cNvSpPr>
              <a:spLocks noChangeArrowheads="1"/>
            </p:cNvSpPr>
            <p:nvPr userDrawn="1"/>
          </p:nvSpPr>
          <p:spPr bwMode="auto">
            <a:xfrm flipV="1">
              <a:off x="4319659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8" name="Oval 906"/>
            <p:cNvSpPr>
              <a:spLocks noChangeArrowheads="1"/>
            </p:cNvSpPr>
            <p:nvPr userDrawn="1"/>
          </p:nvSpPr>
          <p:spPr bwMode="auto">
            <a:xfrm flipV="1">
              <a:off x="4426753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9" name="Oval 907"/>
            <p:cNvSpPr>
              <a:spLocks noChangeArrowheads="1"/>
            </p:cNvSpPr>
            <p:nvPr userDrawn="1"/>
          </p:nvSpPr>
          <p:spPr bwMode="auto">
            <a:xfrm flipV="1">
              <a:off x="4533845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0" name="Oval 908"/>
            <p:cNvSpPr>
              <a:spLocks noChangeArrowheads="1"/>
            </p:cNvSpPr>
            <p:nvPr userDrawn="1"/>
          </p:nvSpPr>
          <p:spPr bwMode="auto">
            <a:xfrm flipV="1">
              <a:off x="4642867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1" name="Oval 909"/>
            <p:cNvSpPr>
              <a:spLocks noChangeArrowheads="1"/>
            </p:cNvSpPr>
            <p:nvPr userDrawn="1"/>
          </p:nvSpPr>
          <p:spPr bwMode="auto">
            <a:xfrm flipV="1">
              <a:off x="4750926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2" name="Oval 910"/>
            <p:cNvSpPr>
              <a:spLocks noChangeArrowheads="1"/>
            </p:cNvSpPr>
            <p:nvPr userDrawn="1"/>
          </p:nvSpPr>
          <p:spPr bwMode="auto">
            <a:xfrm flipV="1">
              <a:off x="485801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3" name="Oval 911"/>
            <p:cNvSpPr>
              <a:spLocks noChangeArrowheads="1"/>
            </p:cNvSpPr>
            <p:nvPr userDrawn="1"/>
          </p:nvSpPr>
          <p:spPr bwMode="auto">
            <a:xfrm flipV="1">
              <a:off x="4967042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4" name="Oval 912"/>
            <p:cNvSpPr>
              <a:spLocks noChangeArrowheads="1"/>
            </p:cNvSpPr>
            <p:nvPr userDrawn="1"/>
          </p:nvSpPr>
          <p:spPr bwMode="auto">
            <a:xfrm flipV="1">
              <a:off x="5074131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5" name="Oval 913"/>
            <p:cNvSpPr>
              <a:spLocks noChangeArrowheads="1"/>
            </p:cNvSpPr>
            <p:nvPr userDrawn="1"/>
          </p:nvSpPr>
          <p:spPr bwMode="auto">
            <a:xfrm flipV="1">
              <a:off x="518218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3" name="Oval 870"/>
            <p:cNvSpPr>
              <a:spLocks noChangeArrowheads="1"/>
            </p:cNvSpPr>
            <p:nvPr userDrawn="1"/>
          </p:nvSpPr>
          <p:spPr bwMode="auto">
            <a:xfrm flipV="1">
              <a:off x="431965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4" name="Oval 871"/>
            <p:cNvSpPr>
              <a:spLocks noChangeArrowheads="1"/>
            </p:cNvSpPr>
            <p:nvPr userDrawn="1"/>
          </p:nvSpPr>
          <p:spPr bwMode="auto">
            <a:xfrm flipV="1">
              <a:off x="4426751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5" name="Oval 872"/>
            <p:cNvSpPr>
              <a:spLocks noChangeArrowheads="1"/>
            </p:cNvSpPr>
            <p:nvPr userDrawn="1"/>
          </p:nvSpPr>
          <p:spPr bwMode="auto">
            <a:xfrm flipV="1">
              <a:off x="4533843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6" name="Oval 873"/>
            <p:cNvSpPr>
              <a:spLocks noChangeArrowheads="1"/>
            </p:cNvSpPr>
            <p:nvPr userDrawn="1"/>
          </p:nvSpPr>
          <p:spPr bwMode="auto">
            <a:xfrm flipV="1">
              <a:off x="4642865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7" name="Oval 874"/>
            <p:cNvSpPr>
              <a:spLocks noChangeArrowheads="1"/>
            </p:cNvSpPr>
            <p:nvPr userDrawn="1"/>
          </p:nvSpPr>
          <p:spPr bwMode="auto">
            <a:xfrm flipV="1">
              <a:off x="4750923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8" name="Oval 875"/>
            <p:cNvSpPr>
              <a:spLocks noChangeArrowheads="1"/>
            </p:cNvSpPr>
            <p:nvPr userDrawn="1"/>
          </p:nvSpPr>
          <p:spPr bwMode="auto">
            <a:xfrm flipV="1">
              <a:off x="4858015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9" name="Oval 876"/>
            <p:cNvSpPr>
              <a:spLocks noChangeArrowheads="1"/>
            </p:cNvSpPr>
            <p:nvPr userDrawn="1"/>
          </p:nvSpPr>
          <p:spPr bwMode="auto">
            <a:xfrm flipV="1">
              <a:off x="496703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0" name="Oval 877"/>
            <p:cNvSpPr>
              <a:spLocks noChangeArrowheads="1"/>
            </p:cNvSpPr>
            <p:nvPr userDrawn="1"/>
          </p:nvSpPr>
          <p:spPr bwMode="auto">
            <a:xfrm flipV="1">
              <a:off x="5074129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1" name="Oval 878"/>
            <p:cNvSpPr>
              <a:spLocks noChangeArrowheads="1"/>
            </p:cNvSpPr>
            <p:nvPr userDrawn="1"/>
          </p:nvSpPr>
          <p:spPr bwMode="auto">
            <a:xfrm flipV="1">
              <a:off x="5182187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8" name="Oval 905"/>
            <p:cNvSpPr>
              <a:spLocks noChangeArrowheads="1"/>
            </p:cNvSpPr>
            <p:nvPr userDrawn="1"/>
          </p:nvSpPr>
          <p:spPr bwMode="auto">
            <a:xfrm flipV="1">
              <a:off x="4319659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9" name="Oval 906"/>
            <p:cNvSpPr>
              <a:spLocks noChangeArrowheads="1"/>
            </p:cNvSpPr>
            <p:nvPr userDrawn="1"/>
          </p:nvSpPr>
          <p:spPr bwMode="auto">
            <a:xfrm flipV="1">
              <a:off x="4426753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0" name="Oval 907"/>
            <p:cNvSpPr>
              <a:spLocks noChangeArrowheads="1"/>
            </p:cNvSpPr>
            <p:nvPr userDrawn="1"/>
          </p:nvSpPr>
          <p:spPr bwMode="auto">
            <a:xfrm flipV="1">
              <a:off x="4533845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1" name="Oval 908"/>
            <p:cNvSpPr>
              <a:spLocks noChangeArrowheads="1"/>
            </p:cNvSpPr>
            <p:nvPr userDrawn="1"/>
          </p:nvSpPr>
          <p:spPr bwMode="auto">
            <a:xfrm flipV="1">
              <a:off x="4642867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2" name="Oval 909"/>
            <p:cNvSpPr>
              <a:spLocks noChangeArrowheads="1"/>
            </p:cNvSpPr>
            <p:nvPr userDrawn="1"/>
          </p:nvSpPr>
          <p:spPr bwMode="auto">
            <a:xfrm flipV="1">
              <a:off x="4750926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3" name="Oval 910"/>
            <p:cNvSpPr>
              <a:spLocks noChangeArrowheads="1"/>
            </p:cNvSpPr>
            <p:nvPr userDrawn="1"/>
          </p:nvSpPr>
          <p:spPr bwMode="auto">
            <a:xfrm flipV="1">
              <a:off x="485801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4" name="Oval 911"/>
            <p:cNvSpPr>
              <a:spLocks noChangeArrowheads="1"/>
            </p:cNvSpPr>
            <p:nvPr userDrawn="1"/>
          </p:nvSpPr>
          <p:spPr bwMode="auto">
            <a:xfrm flipV="1">
              <a:off x="4967042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5" name="Oval 912"/>
            <p:cNvSpPr>
              <a:spLocks noChangeArrowheads="1"/>
            </p:cNvSpPr>
            <p:nvPr userDrawn="1"/>
          </p:nvSpPr>
          <p:spPr bwMode="auto">
            <a:xfrm flipV="1">
              <a:off x="5074131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6" name="Oval 913"/>
            <p:cNvSpPr>
              <a:spLocks noChangeArrowheads="1"/>
            </p:cNvSpPr>
            <p:nvPr userDrawn="1"/>
          </p:nvSpPr>
          <p:spPr bwMode="auto">
            <a:xfrm flipV="1">
              <a:off x="518218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4" name="Oval 870"/>
            <p:cNvSpPr>
              <a:spLocks noChangeArrowheads="1"/>
            </p:cNvSpPr>
            <p:nvPr userDrawn="1"/>
          </p:nvSpPr>
          <p:spPr bwMode="auto">
            <a:xfrm flipV="1">
              <a:off x="431965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5" name="Oval 871"/>
            <p:cNvSpPr>
              <a:spLocks noChangeArrowheads="1"/>
            </p:cNvSpPr>
            <p:nvPr userDrawn="1"/>
          </p:nvSpPr>
          <p:spPr bwMode="auto">
            <a:xfrm flipV="1">
              <a:off x="4426751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6" name="Oval 872"/>
            <p:cNvSpPr>
              <a:spLocks noChangeArrowheads="1"/>
            </p:cNvSpPr>
            <p:nvPr userDrawn="1"/>
          </p:nvSpPr>
          <p:spPr bwMode="auto">
            <a:xfrm flipV="1">
              <a:off x="4533843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7" name="Oval 873"/>
            <p:cNvSpPr>
              <a:spLocks noChangeArrowheads="1"/>
            </p:cNvSpPr>
            <p:nvPr userDrawn="1"/>
          </p:nvSpPr>
          <p:spPr bwMode="auto">
            <a:xfrm flipV="1">
              <a:off x="4642865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8" name="Oval 874"/>
            <p:cNvSpPr>
              <a:spLocks noChangeArrowheads="1"/>
            </p:cNvSpPr>
            <p:nvPr userDrawn="1"/>
          </p:nvSpPr>
          <p:spPr bwMode="auto">
            <a:xfrm flipV="1">
              <a:off x="4750923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9" name="Oval 875"/>
            <p:cNvSpPr>
              <a:spLocks noChangeArrowheads="1"/>
            </p:cNvSpPr>
            <p:nvPr userDrawn="1"/>
          </p:nvSpPr>
          <p:spPr bwMode="auto">
            <a:xfrm flipV="1">
              <a:off x="4858015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0" name="Oval 876"/>
            <p:cNvSpPr>
              <a:spLocks noChangeArrowheads="1"/>
            </p:cNvSpPr>
            <p:nvPr userDrawn="1"/>
          </p:nvSpPr>
          <p:spPr bwMode="auto">
            <a:xfrm flipV="1">
              <a:off x="496703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1" name="Oval 877"/>
            <p:cNvSpPr>
              <a:spLocks noChangeArrowheads="1"/>
            </p:cNvSpPr>
            <p:nvPr userDrawn="1"/>
          </p:nvSpPr>
          <p:spPr bwMode="auto">
            <a:xfrm flipV="1">
              <a:off x="5074129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2" name="Oval 878"/>
            <p:cNvSpPr>
              <a:spLocks noChangeArrowheads="1"/>
            </p:cNvSpPr>
            <p:nvPr userDrawn="1"/>
          </p:nvSpPr>
          <p:spPr bwMode="auto">
            <a:xfrm flipV="1">
              <a:off x="5182187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39" name="Oval 905"/>
            <p:cNvSpPr>
              <a:spLocks noChangeArrowheads="1"/>
            </p:cNvSpPr>
            <p:nvPr userDrawn="1"/>
          </p:nvSpPr>
          <p:spPr bwMode="auto">
            <a:xfrm flipV="1">
              <a:off x="4319659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0" name="Oval 906"/>
            <p:cNvSpPr>
              <a:spLocks noChangeArrowheads="1"/>
            </p:cNvSpPr>
            <p:nvPr userDrawn="1"/>
          </p:nvSpPr>
          <p:spPr bwMode="auto">
            <a:xfrm flipV="1">
              <a:off x="4426753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1" name="Oval 907"/>
            <p:cNvSpPr>
              <a:spLocks noChangeArrowheads="1"/>
            </p:cNvSpPr>
            <p:nvPr userDrawn="1"/>
          </p:nvSpPr>
          <p:spPr bwMode="auto">
            <a:xfrm flipV="1">
              <a:off x="4533845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2" name="Oval 908"/>
            <p:cNvSpPr>
              <a:spLocks noChangeArrowheads="1"/>
            </p:cNvSpPr>
            <p:nvPr userDrawn="1"/>
          </p:nvSpPr>
          <p:spPr bwMode="auto">
            <a:xfrm flipV="1">
              <a:off x="4642867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3" name="Oval 909"/>
            <p:cNvSpPr>
              <a:spLocks noChangeArrowheads="1"/>
            </p:cNvSpPr>
            <p:nvPr userDrawn="1"/>
          </p:nvSpPr>
          <p:spPr bwMode="auto">
            <a:xfrm flipV="1">
              <a:off x="4750926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4" name="Oval 910"/>
            <p:cNvSpPr>
              <a:spLocks noChangeArrowheads="1"/>
            </p:cNvSpPr>
            <p:nvPr userDrawn="1"/>
          </p:nvSpPr>
          <p:spPr bwMode="auto">
            <a:xfrm flipV="1">
              <a:off x="485801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5" name="Oval 911"/>
            <p:cNvSpPr>
              <a:spLocks noChangeArrowheads="1"/>
            </p:cNvSpPr>
            <p:nvPr userDrawn="1"/>
          </p:nvSpPr>
          <p:spPr bwMode="auto">
            <a:xfrm flipV="1">
              <a:off x="4967042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6" name="Oval 912"/>
            <p:cNvSpPr>
              <a:spLocks noChangeArrowheads="1"/>
            </p:cNvSpPr>
            <p:nvPr userDrawn="1"/>
          </p:nvSpPr>
          <p:spPr bwMode="auto">
            <a:xfrm flipV="1">
              <a:off x="5074131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7" name="Oval 913"/>
            <p:cNvSpPr>
              <a:spLocks noChangeArrowheads="1"/>
            </p:cNvSpPr>
            <p:nvPr userDrawn="1"/>
          </p:nvSpPr>
          <p:spPr bwMode="auto">
            <a:xfrm flipV="1">
              <a:off x="518218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5" name="Oval 870"/>
            <p:cNvSpPr>
              <a:spLocks noChangeArrowheads="1"/>
            </p:cNvSpPr>
            <p:nvPr userDrawn="1"/>
          </p:nvSpPr>
          <p:spPr bwMode="auto">
            <a:xfrm flipV="1">
              <a:off x="431965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6" name="Oval 871"/>
            <p:cNvSpPr>
              <a:spLocks noChangeArrowheads="1"/>
            </p:cNvSpPr>
            <p:nvPr userDrawn="1"/>
          </p:nvSpPr>
          <p:spPr bwMode="auto">
            <a:xfrm flipV="1">
              <a:off x="4426751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7" name="Oval 872"/>
            <p:cNvSpPr>
              <a:spLocks noChangeArrowheads="1"/>
            </p:cNvSpPr>
            <p:nvPr userDrawn="1"/>
          </p:nvSpPr>
          <p:spPr bwMode="auto">
            <a:xfrm flipV="1">
              <a:off x="4533843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8" name="Oval 873"/>
            <p:cNvSpPr>
              <a:spLocks noChangeArrowheads="1"/>
            </p:cNvSpPr>
            <p:nvPr userDrawn="1"/>
          </p:nvSpPr>
          <p:spPr bwMode="auto">
            <a:xfrm flipV="1">
              <a:off x="4642865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9" name="Oval 874"/>
            <p:cNvSpPr>
              <a:spLocks noChangeArrowheads="1"/>
            </p:cNvSpPr>
            <p:nvPr userDrawn="1"/>
          </p:nvSpPr>
          <p:spPr bwMode="auto">
            <a:xfrm flipV="1">
              <a:off x="4750923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0" name="Oval 875"/>
            <p:cNvSpPr>
              <a:spLocks noChangeArrowheads="1"/>
            </p:cNvSpPr>
            <p:nvPr userDrawn="1"/>
          </p:nvSpPr>
          <p:spPr bwMode="auto">
            <a:xfrm flipV="1">
              <a:off x="4858015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1" name="Oval 876"/>
            <p:cNvSpPr>
              <a:spLocks noChangeArrowheads="1"/>
            </p:cNvSpPr>
            <p:nvPr userDrawn="1"/>
          </p:nvSpPr>
          <p:spPr bwMode="auto">
            <a:xfrm flipV="1">
              <a:off x="496703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2" name="Oval 877"/>
            <p:cNvSpPr>
              <a:spLocks noChangeArrowheads="1"/>
            </p:cNvSpPr>
            <p:nvPr userDrawn="1"/>
          </p:nvSpPr>
          <p:spPr bwMode="auto">
            <a:xfrm flipV="1">
              <a:off x="5074129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3" name="Oval 878"/>
            <p:cNvSpPr>
              <a:spLocks noChangeArrowheads="1"/>
            </p:cNvSpPr>
            <p:nvPr userDrawn="1"/>
          </p:nvSpPr>
          <p:spPr bwMode="auto">
            <a:xfrm flipV="1">
              <a:off x="5182187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0" name="Oval 905"/>
            <p:cNvSpPr>
              <a:spLocks noChangeArrowheads="1"/>
            </p:cNvSpPr>
            <p:nvPr userDrawn="1"/>
          </p:nvSpPr>
          <p:spPr bwMode="auto">
            <a:xfrm flipV="1">
              <a:off x="4319659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1" name="Oval 906"/>
            <p:cNvSpPr>
              <a:spLocks noChangeArrowheads="1"/>
            </p:cNvSpPr>
            <p:nvPr userDrawn="1"/>
          </p:nvSpPr>
          <p:spPr bwMode="auto">
            <a:xfrm flipV="1">
              <a:off x="4426753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2" name="Oval 907"/>
            <p:cNvSpPr>
              <a:spLocks noChangeArrowheads="1"/>
            </p:cNvSpPr>
            <p:nvPr userDrawn="1"/>
          </p:nvSpPr>
          <p:spPr bwMode="auto">
            <a:xfrm flipV="1">
              <a:off x="4533845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3" name="Oval 908"/>
            <p:cNvSpPr>
              <a:spLocks noChangeArrowheads="1"/>
            </p:cNvSpPr>
            <p:nvPr userDrawn="1"/>
          </p:nvSpPr>
          <p:spPr bwMode="auto">
            <a:xfrm flipV="1">
              <a:off x="4642867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4" name="Oval 909"/>
            <p:cNvSpPr>
              <a:spLocks noChangeArrowheads="1"/>
            </p:cNvSpPr>
            <p:nvPr userDrawn="1"/>
          </p:nvSpPr>
          <p:spPr bwMode="auto">
            <a:xfrm flipV="1">
              <a:off x="4750926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5" name="Oval 910"/>
            <p:cNvSpPr>
              <a:spLocks noChangeArrowheads="1"/>
            </p:cNvSpPr>
            <p:nvPr userDrawn="1"/>
          </p:nvSpPr>
          <p:spPr bwMode="auto">
            <a:xfrm flipV="1">
              <a:off x="485801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6" name="Oval 911"/>
            <p:cNvSpPr>
              <a:spLocks noChangeArrowheads="1"/>
            </p:cNvSpPr>
            <p:nvPr userDrawn="1"/>
          </p:nvSpPr>
          <p:spPr bwMode="auto">
            <a:xfrm flipV="1">
              <a:off x="4967042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7" name="Oval 912"/>
            <p:cNvSpPr>
              <a:spLocks noChangeArrowheads="1"/>
            </p:cNvSpPr>
            <p:nvPr userDrawn="1"/>
          </p:nvSpPr>
          <p:spPr bwMode="auto">
            <a:xfrm flipV="1">
              <a:off x="5074131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8" name="Oval 913"/>
            <p:cNvSpPr>
              <a:spLocks noChangeArrowheads="1"/>
            </p:cNvSpPr>
            <p:nvPr userDrawn="1"/>
          </p:nvSpPr>
          <p:spPr bwMode="auto">
            <a:xfrm flipV="1">
              <a:off x="518218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6" name="Oval 870"/>
            <p:cNvSpPr>
              <a:spLocks noChangeArrowheads="1"/>
            </p:cNvSpPr>
            <p:nvPr userDrawn="1"/>
          </p:nvSpPr>
          <p:spPr bwMode="auto">
            <a:xfrm flipV="1">
              <a:off x="431965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7" name="Oval 871"/>
            <p:cNvSpPr>
              <a:spLocks noChangeArrowheads="1"/>
            </p:cNvSpPr>
            <p:nvPr userDrawn="1"/>
          </p:nvSpPr>
          <p:spPr bwMode="auto">
            <a:xfrm flipV="1">
              <a:off x="4426751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8" name="Oval 872"/>
            <p:cNvSpPr>
              <a:spLocks noChangeArrowheads="1"/>
            </p:cNvSpPr>
            <p:nvPr userDrawn="1"/>
          </p:nvSpPr>
          <p:spPr bwMode="auto">
            <a:xfrm flipV="1">
              <a:off x="4533843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9" name="Oval 873"/>
            <p:cNvSpPr>
              <a:spLocks noChangeArrowheads="1"/>
            </p:cNvSpPr>
            <p:nvPr userDrawn="1"/>
          </p:nvSpPr>
          <p:spPr bwMode="auto">
            <a:xfrm flipV="1">
              <a:off x="4642865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0" name="Oval 874"/>
            <p:cNvSpPr>
              <a:spLocks noChangeArrowheads="1"/>
            </p:cNvSpPr>
            <p:nvPr userDrawn="1"/>
          </p:nvSpPr>
          <p:spPr bwMode="auto">
            <a:xfrm flipV="1">
              <a:off x="4750923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1" name="Oval 875"/>
            <p:cNvSpPr>
              <a:spLocks noChangeArrowheads="1"/>
            </p:cNvSpPr>
            <p:nvPr userDrawn="1"/>
          </p:nvSpPr>
          <p:spPr bwMode="auto">
            <a:xfrm flipV="1">
              <a:off x="4858015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2" name="Oval 876"/>
            <p:cNvSpPr>
              <a:spLocks noChangeArrowheads="1"/>
            </p:cNvSpPr>
            <p:nvPr userDrawn="1"/>
          </p:nvSpPr>
          <p:spPr bwMode="auto">
            <a:xfrm flipV="1">
              <a:off x="496703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3" name="Oval 877"/>
            <p:cNvSpPr>
              <a:spLocks noChangeArrowheads="1"/>
            </p:cNvSpPr>
            <p:nvPr userDrawn="1"/>
          </p:nvSpPr>
          <p:spPr bwMode="auto">
            <a:xfrm flipV="1">
              <a:off x="5074129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4" name="Oval 878"/>
            <p:cNvSpPr>
              <a:spLocks noChangeArrowheads="1"/>
            </p:cNvSpPr>
            <p:nvPr userDrawn="1"/>
          </p:nvSpPr>
          <p:spPr bwMode="auto">
            <a:xfrm flipV="1">
              <a:off x="5182187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1" name="Oval 905"/>
            <p:cNvSpPr>
              <a:spLocks noChangeArrowheads="1"/>
            </p:cNvSpPr>
            <p:nvPr userDrawn="1"/>
          </p:nvSpPr>
          <p:spPr bwMode="auto">
            <a:xfrm flipV="1">
              <a:off x="4319659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2" name="Oval 906"/>
            <p:cNvSpPr>
              <a:spLocks noChangeArrowheads="1"/>
            </p:cNvSpPr>
            <p:nvPr userDrawn="1"/>
          </p:nvSpPr>
          <p:spPr bwMode="auto">
            <a:xfrm flipV="1">
              <a:off x="4426753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3" name="Oval 907"/>
            <p:cNvSpPr>
              <a:spLocks noChangeArrowheads="1"/>
            </p:cNvSpPr>
            <p:nvPr userDrawn="1"/>
          </p:nvSpPr>
          <p:spPr bwMode="auto">
            <a:xfrm flipV="1">
              <a:off x="4533845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4" name="Oval 908"/>
            <p:cNvSpPr>
              <a:spLocks noChangeArrowheads="1"/>
            </p:cNvSpPr>
            <p:nvPr userDrawn="1"/>
          </p:nvSpPr>
          <p:spPr bwMode="auto">
            <a:xfrm flipV="1">
              <a:off x="4642867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5" name="Oval 909"/>
            <p:cNvSpPr>
              <a:spLocks noChangeArrowheads="1"/>
            </p:cNvSpPr>
            <p:nvPr userDrawn="1"/>
          </p:nvSpPr>
          <p:spPr bwMode="auto">
            <a:xfrm flipV="1">
              <a:off x="4750926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6" name="Oval 910"/>
            <p:cNvSpPr>
              <a:spLocks noChangeArrowheads="1"/>
            </p:cNvSpPr>
            <p:nvPr userDrawn="1"/>
          </p:nvSpPr>
          <p:spPr bwMode="auto">
            <a:xfrm flipV="1">
              <a:off x="485801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7" name="Oval 911"/>
            <p:cNvSpPr>
              <a:spLocks noChangeArrowheads="1"/>
            </p:cNvSpPr>
            <p:nvPr userDrawn="1"/>
          </p:nvSpPr>
          <p:spPr bwMode="auto">
            <a:xfrm flipV="1">
              <a:off x="4967042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8" name="Oval 912"/>
            <p:cNvSpPr>
              <a:spLocks noChangeArrowheads="1"/>
            </p:cNvSpPr>
            <p:nvPr userDrawn="1"/>
          </p:nvSpPr>
          <p:spPr bwMode="auto">
            <a:xfrm flipV="1">
              <a:off x="5074131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9" name="Oval 913"/>
            <p:cNvSpPr>
              <a:spLocks noChangeArrowheads="1"/>
            </p:cNvSpPr>
            <p:nvPr userDrawn="1"/>
          </p:nvSpPr>
          <p:spPr bwMode="auto">
            <a:xfrm flipV="1">
              <a:off x="518218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7" name="Oval 870"/>
            <p:cNvSpPr>
              <a:spLocks noChangeArrowheads="1"/>
            </p:cNvSpPr>
            <p:nvPr userDrawn="1"/>
          </p:nvSpPr>
          <p:spPr bwMode="auto">
            <a:xfrm flipV="1">
              <a:off x="431965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8" name="Oval 871"/>
            <p:cNvSpPr>
              <a:spLocks noChangeArrowheads="1"/>
            </p:cNvSpPr>
            <p:nvPr userDrawn="1"/>
          </p:nvSpPr>
          <p:spPr bwMode="auto">
            <a:xfrm flipV="1">
              <a:off x="4426751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9" name="Oval 872"/>
            <p:cNvSpPr>
              <a:spLocks noChangeArrowheads="1"/>
            </p:cNvSpPr>
            <p:nvPr userDrawn="1"/>
          </p:nvSpPr>
          <p:spPr bwMode="auto">
            <a:xfrm flipV="1">
              <a:off x="4533843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0" name="Oval 873"/>
            <p:cNvSpPr>
              <a:spLocks noChangeArrowheads="1"/>
            </p:cNvSpPr>
            <p:nvPr userDrawn="1"/>
          </p:nvSpPr>
          <p:spPr bwMode="auto">
            <a:xfrm flipV="1">
              <a:off x="4642865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1" name="Oval 874"/>
            <p:cNvSpPr>
              <a:spLocks noChangeArrowheads="1"/>
            </p:cNvSpPr>
            <p:nvPr userDrawn="1"/>
          </p:nvSpPr>
          <p:spPr bwMode="auto">
            <a:xfrm flipV="1">
              <a:off x="4750923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2" name="Oval 875"/>
            <p:cNvSpPr>
              <a:spLocks noChangeArrowheads="1"/>
            </p:cNvSpPr>
            <p:nvPr userDrawn="1"/>
          </p:nvSpPr>
          <p:spPr bwMode="auto">
            <a:xfrm flipV="1">
              <a:off x="4858015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3" name="Oval 876"/>
            <p:cNvSpPr>
              <a:spLocks noChangeArrowheads="1"/>
            </p:cNvSpPr>
            <p:nvPr userDrawn="1"/>
          </p:nvSpPr>
          <p:spPr bwMode="auto">
            <a:xfrm flipV="1">
              <a:off x="496703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4" name="Oval 877"/>
            <p:cNvSpPr>
              <a:spLocks noChangeArrowheads="1"/>
            </p:cNvSpPr>
            <p:nvPr userDrawn="1"/>
          </p:nvSpPr>
          <p:spPr bwMode="auto">
            <a:xfrm flipV="1">
              <a:off x="5074129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5" name="Oval 878"/>
            <p:cNvSpPr>
              <a:spLocks noChangeArrowheads="1"/>
            </p:cNvSpPr>
            <p:nvPr userDrawn="1"/>
          </p:nvSpPr>
          <p:spPr bwMode="auto">
            <a:xfrm flipV="1">
              <a:off x="5182187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2" name="Oval 905"/>
            <p:cNvSpPr>
              <a:spLocks noChangeArrowheads="1"/>
            </p:cNvSpPr>
            <p:nvPr userDrawn="1"/>
          </p:nvSpPr>
          <p:spPr bwMode="auto">
            <a:xfrm flipV="1">
              <a:off x="4319659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3" name="Oval 906"/>
            <p:cNvSpPr>
              <a:spLocks noChangeArrowheads="1"/>
            </p:cNvSpPr>
            <p:nvPr userDrawn="1"/>
          </p:nvSpPr>
          <p:spPr bwMode="auto">
            <a:xfrm flipV="1">
              <a:off x="4426753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4" name="Oval 907"/>
            <p:cNvSpPr>
              <a:spLocks noChangeArrowheads="1"/>
            </p:cNvSpPr>
            <p:nvPr userDrawn="1"/>
          </p:nvSpPr>
          <p:spPr bwMode="auto">
            <a:xfrm flipV="1">
              <a:off x="4533845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5" name="Oval 908"/>
            <p:cNvSpPr>
              <a:spLocks noChangeArrowheads="1"/>
            </p:cNvSpPr>
            <p:nvPr userDrawn="1"/>
          </p:nvSpPr>
          <p:spPr bwMode="auto">
            <a:xfrm flipV="1">
              <a:off x="4642867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6" name="Oval 909"/>
            <p:cNvSpPr>
              <a:spLocks noChangeArrowheads="1"/>
            </p:cNvSpPr>
            <p:nvPr userDrawn="1"/>
          </p:nvSpPr>
          <p:spPr bwMode="auto">
            <a:xfrm flipV="1">
              <a:off x="4750926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7" name="Oval 910"/>
            <p:cNvSpPr>
              <a:spLocks noChangeArrowheads="1"/>
            </p:cNvSpPr>
            <p:nvPr userDrawn="1"/>
          </p:nvSpPr>
          <p:spPr bwMode="auto">
            <a:xfrm flipV="1">
              <a:off x="485801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8" name="Oval 911"/>
            <p:cNvSpPr>
              <a:spLocks noChangeArrowheads="1"/>
            </p:cNvSpPr>
            <p:nvPr userDrawn="1"/>
          </p:nvSpPr>
          <p:spPr bwMode="auto">
            <a:xfrm flipV="1">
              <a:off x="4967042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9" name="Oval 912"/>
            <p:cNvSpPr>
              <a:spLocks noChangeArrowheads="1"/>
            </p:cNvSpPr>
            <p:nvPr userDrawn="1"/>
          </p:nvSpPr>
          <p:spPr bwMode="auto">
            <a:xfrm flipV="1">
              <a:off x="5074131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60" name="Oval 913"/>
            <p:cNvSpPr>
              <a:spLocks noChangeArrowheads="1"/>
            </p:cNvSpPr>
            <p:nvPr userDrawn="1"/>
          </p:nvSpPr>
          <p:spPr bwMode="auto">
            <a:xfrm flipV="1">
              <a:off x="518218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8" name="Oval 870"/>
            <p:cNvSpPr>
              <a:spLocks noChangeArrowheads="1"/>
            </p:cNvSpPr>
            <p:nvPr userDrawn="1"/>
          </p:nvSpPr>
          <p:spPr bwMode="auto">
            <a:xfrm flipV="1">
              <a:off x="431965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9" name="Oval 871"/>
            <p:cNvSpPr>
              <a:spLocks noChangeArrowheads="1"/>
            </p:cNvSpPr>
            <p:nvPr userDrawn="1"/>
          </p:nvSpPr>
          <p:spPr bwMode="auto">
            <a:xfrm flipV="1">
              <a:off x="4426751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0" name="Oval 872"/>
            <p:cNvSpPr>
              <a:spLocks noChangeArrowheads="1"/>
            </p:cNvSpPr>
            <p:nvPr userDrawn="1"/>
          </p:nvSpPr>
          <p:spPr bwMode="auto">
            <a:xfrm flipV="1">
              <a:off x="4533843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1" name="Oval 873"/>
            <p:cNvSpPr>
              <a:spLocks noChangeArrowheads="1"/>
            </p:cNvSpPr>
            <p:nvPr userDrawn="1"/>
          </p:nvSpPr>
          <p:spPr bwMode="auto">
            <a:xfrm flipV="1">
              <a:off x="4642865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2" name="Oval 874"/>
            <p:cNvSpPr>
              <a:spLocks noChangeArrowheads="1"/>
            </p:cNvSpPr>
            <p:nvPr userDrawn="1"/>
          </p:nvSpPr>
          <p:spPr bwMode="auto">
            <a:xfrm flipV="1">
              <a:off x="4750923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3" name="Oval 875"/>
            <p:cNvSpPr>
              <a:spLocks noChangeArrowheads="1"/>
            </p:cNvSpPr>
            <p:nvPr userDrawn="1"/>
          </p:nvSpPr>
          <p:spPr bwMode="auto">
            <a:xfrm flipV="1">
              <a:off x="4858015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4" name="Oval 876"/>
            <p:cNvSpPr>
              <a:spLocks noChangeArrowheads="1"/>
            </p:cNvSpPr>
            <p:nvPr userDrawn="1"/>
          </p:nvSpPr>
          <p:spPr bwMode="auto">
            <a:xfrm flipV="1">
              <a:off x="496703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5" name="Oval 877"/>
            <p:cNvSpPr>
              <a:spLocks noChangeArrowheads="1"/>
            </p:cNvSpPr>
            <p:nvPr userDrawn="1"/>
          </p:nvSpPr>
          <p:spPr bwMode="auto">
            <a:xfrm flipV="1">
              <a:off x="5074129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6" name="Oval 878"/>
            <p:cNvSpPr>
              <a:spLocks noChangeArrowheads="1"/>
            </p:cNvSpPr>
            <p:nvPr userDrawn="1"/>
          </p:nvSpPr>
          <p:spPr bwMode="auto">
            <a:xfrm flipV="1">
              <a:off x="5182187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3" name="Oval 905"/>
            <p:cNvSpPr>
              <a:spLocks noChangeArrowheads="1"/>
            </p:cNvSpPr>
            <p:nvPr userDrawn="1"/>
          </p:nvSpPr>
          <p:spPr bwMode="auto">
            <a:xfrm flipV="1">
              <a:off x="4319659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4" name="Oval 906"/>
            <p:cNvSpPr>
              <a:spLocks noChangeArrowheads="1"/>
            </p:cNvSpPr>
            <p:nvPr userDrawn="1"/>
          </p:nvSpPr>
          <p:spPr bwMode="auto">
            <a:xfrm flipV="1">
              <a:off x="4426753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5" name="Oval 907"/>
            <p:cNvSpPr>
              <a:spLocks noChangeArrowheads="1"/>
            </p:cNvSpPr>
            <p:nvPr userDrawn="1"/>
          </p:nvSpPr>
          <p:spPr bwMode="auto">
            <a:xfrm flipV="1">
              <a:off x="4533845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6" name="Oval 908"/>
            <p:cNvSpPr>
              <a:spLocks noChangeArrowheads="1"/>
            </p:cNvSpPr>
            <p:nvPr userDrawn="1"/>
          </p:nvSpPr>
          <p:spPr bwMode="auto">
            <a:xfrm flipV="1">
              <a:off x="4642867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7" name="Oval 909"/>
            <p:cNvSpPr>
              <a:spLocks noChangeArrowheads="1"/>
            </p:cNvSpPr>
            <p:nvPr userDrawn="1"/>
          </p:nvSpPr>
          <p:spPr bwMode="auto">
            <a:xfrm flipV="1">
              <a:off x="4750926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8" name="Oval 910"/>
            <p:cNvSpPr>
              <a:spLocks noChangeArrowheads="1"/>
            </p:cNvSpPr>
            <p:nvPr userDrawn="1"/>
          </p:nvSpPr>
          <p:spPr bwMode="auto">
            <a:xfrm flipV="1">
              <a:off x="485801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9" name="Oval 911"/>
            <p:cNvSpPr>
              <a:spLocks noChangeArrowheads="1"/>
            </p:cNvSpPr>
            <p:nvPr userDrawn="1"/>
          </p:nvSpPr>
          <p:spPr bwMode="auto">
            <a:xfrm flipV="1">
              <a:off x="4967042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0" name="Oval 912"/>
            <p:cNvSpPr>
              <a:spLocks noChangeArrowheads="1"/>
            </p:cNvSpPr>
            <p:nvPr userDrawn="1"/>
          </p:nvSpPr>
          <p:spPr bwMode="auto">
            <a:xfrm flipV="1">
              <a:off x="5074131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1" name="Oval 913"/>
            <p:cNvSpPr>
              <a:spLocks noChangeArrowheads="1"/>
            </p:cNvSpPr>
            <p:nvPr userDrawn="1"/>
          </p:nvSpPr>
          <p:spPr bwMode="auto">
            <a:xfrm flipV="1">
              <a:off x="518218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59" name="Oval 870"/>
            <p:cNvSpPr>
              <a:spLocks noChangeArrowheads="1"/>
            </p:cNvSpPr>
            <p:nvPr userDrawn="1"/>
          </p:nvSpPr>
          <p:spPr bwMode="auto">
            <a:xfrm flipV="1">
              <a:off x="431965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0" name="Oval 871"/>
            <p:cNvSpPr>
              <a:spLocks noChangeArrowheads="1"/>
            </p:cNvSpPr>
            <p:nvPr userDrawn="1"/>
          </p:nvSpPr>
          <p:spPr bwMode="auto">
            <a:xfrm flipV="1">
              <a:off x="4426751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1" name="Oval 872"/>
            <p:cNvSpPr>
              <a:spLocks noChangeArrowheads="1"/>
            </p:cNvSpPr>
            <p:nvPr userDrawn="1"/>
          </p:nvSpPr>
          <p:spPr bwMode="auto">
            <a:xfrm flipV="1">
              <a:off x="4533843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2" name="Oval 873"/>
            <p:cNvSpPr>
              <a:spLocks noChangeArrowheads="1"/>
            </p:cNvSpPr>
            <p:nvPr userDrawn="1"/>
          </p:nvSpPr>
          <p:spPr bwMode="auto">
            <a:xfrm flipV="1">
              <a:off x="4642865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3" name="Oval 874"/>
            <p:cNvSpPr>
              <a:spLocks noChangeArrowheads="1"/>
            </p:cNvSpPr>
            <p:nvPr userDrawn="1"/>
          </p:nvSpPr>
          <p:spPr bwMode="auto">
            <a:xfrm flipV="1">
              <a:off x="4750923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4" name="Oval 875"/>
            <p:cNvSpPr>
              <a:spLocks noChangeArrowheads="1"/>
            </p:cNvSpPr>
            <p:nvPr userDrawn="1"/>
          </p:nvSpPr>
          <p:spPr bwMode="auto">
            <a:xfrm flipV="1">
              <a:off x="4858015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5" name="Oval 876"/>
            <p:cNvSpPr>
              <a:spLocks noChangeArrowheads="1"/>
            </p:cNvSpPr>
            <p:nvPr userDrawn="1"/>
          </p:nvSpPr>
          <p:spPr bwMode="auto">
            <a:xfrm flipV="1">
              <a:off x="496703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6" name="Oval 877"/>
            <p:cNvSpPr>
              <a:spLocks noChangeArrowheads="1"/>
            </p:cNvSpPr>
            <p:nvPr userDrawn="1"/>
          </p:nvSpPr>
          <p:spPr bwMode="auto">
            <a:xfrm flipV="1">
              <a:off x="5074129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7" name="Oval 878"/>
            <p:cNvSpPr>
              <a:spLocks noChangeArrowheads="1"/>
            </p:cNvSpPr>
            <p:nvPr userDrawn="1"/>
          </p:nvSpPr>
          <p:spPr bwMode="auto">
            <a:xfrm flipV="1">
              <a:off x="5182187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4" name="Oval 905"/>
            <p:cNvSpPr>
              <a:spLocks noChangeArrowheads="1"/>
            </p:cNvSpPr>
            <p:nvPr userDrawn="1"/>
          </p:nvSpPr>
          <p:spPr bwMode="auto">
            <a:xfrm flipV="1">
              <a:off x="4319659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5" name="Oval 906"/>
            <p:cNvSpPr>
              <a:spLocks noChangeArrowheads="1"/>
            </p:cNvSpPr>
            <p:nvPr userDrawn="1"/>
          </p:nvSpPr>
          <p:spPr bwMode="auto">
            <a:xfrm flipV="1">
              <a:off x="4426753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6" name="Oval 907"/>
            <p:cNvSpPr>
              <a:spLocks noChangeArrowheads="1"/>
            </p:cNvSpPr>
            <p:nvPr userDrawn="1"/>
          </p:nvSpPr>
          <p:spPr bwMode="auto">
            <a:xfrm flipV="1">
              <a:off x="4533845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7" name="Oval 908"/>
            <p:cNvSpPr>
              <a:spLocks noChangeArrowheads="1"/>
            </p:cNvSpPr>
            <p:nvPr userDrawn="1"/>
          </p:nvSpPr>
          <p:spPr bwMode="auto">
            <a:xfrm flipV="1">
              <a:off x="4642867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8" name="Oval 909"/>
            <p:cNvSpPr>
              <a:spLocks noChangeArrowheads="1"/>
            </p:cNvSpPr>
            <p:nvPr userDrawn="1"/>
          </p:nvSpPr>
          <p:spPr bwMode="auto">
            <a:xfrm flipV="1">
              <a:off x="4750926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9" name="Oval 910"/>
            <p:cNvSpPr>
              <a:spLocks noChangeArrowheads="1"/>
            </p:cNvSpPr>
            <p:nvPr userDrawn="1"/>
          </p:nvSpPr>
          <p:spPr bwMode="auto">
            <a:xfrm flipV="1">
              <a:off x="485801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0" name="Oval 911"/>
            <p:cNvSpPr>
              <a:spLocks noChangeArrowheads="1"/>
            </p:cNvSpPr>
            <p:nvPr userDrawn="1"/>
          </p:nvSpPr>
          <p:spPr bwMode="auto">
            <a:xfrm flipV="1">
              <a:off x="4967042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1" name="Oval 912"/>
            <p:cNvSpPr>
              <a:spLocks noChangeArrowheads="1"/>
            </p:cNvSpPr>
            <p:nvPr userDrawn="1"/>
          </p:nvSpPr>
          <p:spPr bwMode="auto">
            <a:xfrm flipV="1">
              <a:off x="5074131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2" name="Oval 913"/>
            <p:cNvSpPr>
              <a:spLocks noChangeArrowheads="1"/>
            </p:cNvSpPr>
            <p:nvPr userDrawn="1"/>
          </p:nvSpPr>
          <p:spPr bwMode="auto">
            <a:xfrm flipV="1">
              <a:off x="518218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0" name="Oval 870"/>
            <p:cNvSpPr>
              <a:spLocks noChangeArrowheads="1"/>
            </p:cNvSpPr>
            <p:nvPr userDrawn="1"/>
          </p:nvSpPr>
          <p:spPr bwMode="auto">
            <a:xfrm flipV="1">
              <a:off x="431965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1" name="Oval 871"/>
            <p:cNvSpPr>
              <a:spLocks noChangeArrowheads="1"/>
            </p:cNvSpPr>
            <p:nvPr userDrawn="1"/>
          </p:nvSpPr>
          <p:spPr bwMode="auto">
            <a:xfrm flipV="1">
              <a:off x="4426751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2" name="Oval 872"/>
            <p:cNvSpPr>
              <a:spLocks noChangeArrowheads="1"/>
            </p:cNvSpPr>
            <p:nvPr userDrawn="1"/>
          </p:nvSpPr>
          <p:spPr bwMode="auto">
            <a:xfrm flipV="1">
              <a:off x="4533843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3" name="Oval 873"/>
            <p:cNvSpPr>
              <a:spLocks noChangeArrowheads="1"/>
            </p:cNvSpPr>
            <p:nvPr userDrawn="1"/>
          </p:nvSpPr>
          <p:spPr bwMode="auto">
            <a:xfrm flipV="1">
              <a:off x="4642865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4" name="Oval 874"/>
            <p:cNvSpPr>
              <a:spLocks noChangeArrowheads="1"/>
            </p:cNvSpPr>
            <p:nvPr userDrawn="1"/>
          </p:nvSpPr>
          <p:spPr bwMode="auto">
            <a:xfrm flipV="1">
              <a:off x="4750923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5" name="Oval 875"/>
            <p:cNvSpPr>
              <a:spLocks noChangeArrowheads="1"/>
            </p:cNvSpPr>
            <p:nvPr userDrawn="1"/>
          </p:nvSpPr>
          <p:spPr bwMode="auto">
            <a:xfrm flipV="1">
              <a:off x="4858015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6" name="Oval 876"/>
            <p:cNvSpPr>
              <a:spLocks noChangeArrowheads="1"/>
            </p:cNvSpPr>
            <p:nvPr userDrawn="1"/>
          </p:nvSpPr>
          <p:spPr bwMode="auto">
            <a:xfrm flipV="1">
              <a:off x="496703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7" name="Oval 877"/>
            <p:cNvSpPr>
              <a:spLocks noChangeArrowheads="1"/>
            </p:cNvSpPr>
            <p:nvPr userDrawn="1"/>
          </p:nvSpPr>
          <p:spPr bwMode="auto">
            <a:xfrm flipV="1">
              <a:off x="5074129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8" name="Oval 878"/>
            <p:cNvSpPr>
              <a:spLocks noChangeArrowheads="1"/>
            </p:cNvSpPr>
            <p:nvPr userDrawn="1"/>
          </p:nvSpPr>
          <p:spPr bwMode="auto">
            <a:xfrm flipV="1">
              <a:off x="5182187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5" name="Oval 905"/>
            <p:cNvSpPr>
              <a:spLocks noChangeArrowheads="1"/>
            </p:cNvSpPr>
            <p:nvPr userDrawn="1"/>
          </p:nvSpPr>
          <p:spPr bwMode="auto">
            <a:xfrm flipV="1">
              <a:off x="4319659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6" name="Oval 906"/>
            <p:cNvSpPr>
              <a:spLocks noChangeArrowheads="1"/>
            </p:cNvSpPr>
            <p:nvPr userDrawn="1"/>
          </p:nvSpPr>
          <p:spPr bwMode="auto">
            <a:xfrm flipV="1">
              <a:off x="4426753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7" name="Oval 907"/>
            <p:cNvSpPr>
              <a:spLocks noChangeArrowheads="1"/>
            </p:cNvSpPr>
            <p:nvPr userDrawn="1"/>
          </p:nvSpPr>
          <p:spPr bwMode="auto">
            <a:xfrm flipV="1">
              <a:off x="4533845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8" name="Oval 908"/>
            <p:cNvSpPr>
              <a:spLocks noChangeArrowheads="1"/>
            </p:cNvSpPr>
            <p:nvPr userDrawn="1"/>
          </p:nvSpPr>
          <p:spPr bwMode="auto">
            <a:xfrm flipV="1">
              <a:off x="4642867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9" name="Oval 909"/>
            <p:cNvSpPr>
              <a:spLocks noChangeArrowheads="1"/>
            </p:cNvSpPr>
            <p:nvPr userDrawn="1"/>
          </p:nvSpPr>
          <p:spPr bwMode="auto">
            <a:xfrm flipV="1">
              <a:off x="4750926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0" name="Oval 910"/>
            <p:cNvSpPr>
              <a:spLocks noChangeArrowheads="1"/>
            </p:cNvSpPr>
            <p:nvPr userDrawn="1"/>
          </p:nvSpPr>
          <p:spPr bwMode="auto">
            <a:xfrm flipV="1">
              <a:off x="485801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1" name="Oval 911"/>
            <p:cNvSpPr>
              <a:spLocks noChangeArrowheads="1"/>
            </p:cNvSpPr>
            <p:nvPr userDrawn="1"/>
          </p:nvSpPr>
          <p:spPr bwMode="auto">
            <a:xfrm flipV="1">
              <a:off x="4967042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2" name="Oval 912"/>
            <p:cNvSpPr>
              <a:spLocks noChangeArrowheads="1"/>
            </p:cNvSpPr>
            <p:nvPr userDrawn="1"/>
          </p:nvSpPr>
          <p:spPr bwMode="auto">
            <a:xfrm flipV="1">
              <a:off x="5074131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3" name="Oval 913"/>
            <p:cNvSpPr>
              <a:spLocks noChangeArrowheads="1"/>
            </p:cNvSpPr>
            <p:nvPr userDrawn="1"/>
          </p:nvSpPr>
          <p:spPr bwMode="auto">
            <a:xfrm flipV="1">
              <a:off x="518218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1" name="Oval 870"/>
            <p:cNvSpPr>
              <a:spLocks noChangeArrowheads="1"/>
            </p:cNvSpPr>
            <p:nvPr userDrawn="1"/>
          </p:nvSpPr>
          <p:spPr bwMode="auto">
            <a:xfrm flipV="1">
              <a:off x="431965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2" name="Oval 871"/>
            <p:cNvSpPr>
              <a:spLocks noChangeArrowheads="1"/>
            </p:cNvSpPr>
            <p:nvPr userDrawn="1"/>
          </p:nvSpPr>
          <p:spPr bwMode="auto">
            <a:xfrm flipV="1">
              <a:off x="4426751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3" name="Oval 872"/>
            <p:cNvSpPr>
              <a:spLocks noChangeArrowheads="1"/>
            </p:cNvSpPr>
            <p:nvPr userDrawn="1"/>
          </p:nvSpPr>
          <p:spPr bwMode="auto">
            <a:xfrm flipV="1">
              <a:off x="4533843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4" name="Oval 873"/>
            <p:cNvSpPr>
              <a:spLocks noChangeArrowheads="1"/>
            </p:cNvSpPr>
            <p:nvPr userDrawn="1"/>
          </p:nvSpPr>
          <p:spPr bwMode="auto">
            <a:xfrm flipV="1">
              <a:off x="4642865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5" name="Oval 874"/>
            <p:cNvSpPr>
              <a:spLocks noChangeArrowheads="1"/>
            </p:cNvSpPr>
            <p:nvPr userDrawn="1"/>
          </p:nvSpPr>
          <p:spPr bwMode="auto">
            <a:xfrm flipV="1">
              <a:off x="4750923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6" name="Oval 875"/>
            <p:cNvSpPr>
              <a:spLocks noChangeArrowheads="1"/>
            </p:cNvSpPr>
            <p:nvPr userDrawn="1"/>
          </p:nvSpPr>
          <p:spPr bwMode="auto">
            <a:xfrm flipV="1">
              <a:off x="4858015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7" name="Oval 876"/>
            <p:cNvSpPr>
              <a:spLocks noChangeArrowheads="1"/>
            </p:cNvSpPr>
            <p:nvPr userDrawn="1"/>
          </p:nvSpPr>
          <p:spPr bwMode="auto">
            <a:xfrm flipV="1">
              <a:off x="496703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8" name="Oval 877"/>
            <p:cNvSpPr>
              <a:spLocks noChangeArrowheads="1"/>
            </p:cNvSpPr>
            <p:nvPr userDrawn="1"/>
          </p:nvSpPr>
          <p:spPr bwMode="auto">
            <a:xfrm flipV="1">
              <a:off x="5074129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9" name="Oval 878"/>
            <p:cNvSpPr>
              <a:spLocks noChangeArrowheads="1"/>
            </p:cNvSpPr>
            <p:nvPr userDrawn="1"/>
          </p:nvSpPr>
          <p:spPr bwMode="auto">
            <a:xfrm flipV="1">
              <a:off x="5182187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6" name="Oval 905"/>
            <p:cNvSpPr>
              <a:spLocks noChangeArrowheads="1"/>
            </p:cNvSpPr>
            <p:nvPr userDrawn="1"/>
          </p:nvSpPr>
          <p:spPr bwMode="auto">
            <a:xfrm flipV="1">
              <a:off x="4319659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7" name="Oval 906"/>
            <p:cNvSpPr>
              <a:spLocks noChangeArrowheads="1"/>
            </p:cNvSpPr>
            <p:nvPr userDrawn="1"/>
          </p:nvSpPr>
          <p:spPr bwMode="auto">
            <a:xfrm flipV="1">
              <a:off x="4426753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8" name="Oval 907"/>
            <p:cNvSpPr>
              <a:spLocks noChangeArrowheads="1"/>
            </p:cNvSpPr>
            <p:nvPr userDrawn="1"/>
          </p:nvSpPr>
          <p:spPr bwMode="auto">
            <a:xfrm flipV="1">
              <a:off x="4533845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9" name="Oval 908"/>
            <p:cNvSpPr>
              <a:spLocks noChangeArrowheads="1"/>
            </p:cNvSpPr>
            <p:nvPr userDrawn="1"/>
          </p:nvSpPr>
          <p:spPr bwMode="auto">
            <a:xfrm flipV="1">
              <a:off x="4642867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0" name="Oval 909"/>
            <p:cNvSpPr>
              <a:spLocks noChangeArrowheads="1"/>
            </p:cNvSpPr>
            <p:nvPr userDrawn="1"/>
          </p:nvSpPr>
          <p:spPr bwMode="auto">
            <a:xfrm flipV="1">
              <a:off x="4750926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1" name="Oval 910"/>
            <p:cNvSpPr>
              <a:spLocks noChangeArrowheads="1"/>
            </p:cNvSpPr>
            <p:nvPr userDrawn="1"/>
          </p:nvSpPr>
          <p:spPr bwMode="auto">
            <a:xfrm flipV="1">
              <a:off x="485801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2" name="Oval 911"/>
            <p:cNvSpPr>
              <a:spLocks noChangeArrowheads="1"/>
            </p:cNvSpPr>
            <p:nvPr userDrawn="1"/>
          </p:nvSpPr>
          <p:spPr bwMode="auto">
            <a:xfrm flipV="1">
              <a:off x="4967042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3" name="Oval 912"/>
            <p:cNvSpPr>
              <a:spLocks noChangeArrowheads="1"/>
            </p:cNvSpPr>
            <p:nvPr userDrawn="1"/>
          </p:nvSpPr>
          <p:spPr bwMode="auto">
            <a:xfrm flipV="1">
              <a:off x="5074131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4" name="Oval 913"/>
            <p:cNvSpPr>
              <a:spLocks noChangeArrowheads="1"/>
            </p:cNvSpPr>
            <p:nvPr userDrawn="1"/>
          </p:nvSpPr>
          <p:spPr bwMode="auto">
            <a:xfrm flipV="1">
              <a:off x="518218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2" name="Oval 870"/>
            <p:cNvSpPr>
              <a:spLocks noChangeArrowheads="1"/>
            </p:cNvSpPr>
            <p:nvPr userDrawn="1"/>
          </p:nvSpPr>
          <p:spPr bwMode="auto">
            <a:xfrm flipV="1">
              <a:off x="431965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3" name="Oval 871"/>
            <p:cNvSpPr>
              <a:spLocks noChangeArrowheads="1"/>
            </p:cNvSpPr>
            <p:nvPr userDrawn="1"/>
          </p:nvSpPr>
          <p:spPr bwMode="auto">
            <a:xfrm flipV="1">
              <a:off x="4426751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4" name="Oval 872"/>
            <p:cNvSpPr>
              <a:spLocks noChangeArrowheads="1"/>
            </p:cNvSpPr>
            <p:nvPr userDrawn="1"/>
          </p:nvSpPr>
          <p:spPr bwMode="auto">
            <a:xfrm flipV="1">
              <a:off x="4533843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5" name="Oval 873"/>
            <p:cNvSpPr>
              <a:spLocks noChangeArrowheads="1"/>
            </p:cNvSpPr>
            <p:nvPr userDrawn="1"/>
          </p:nvSpPr>
          <p:spPr bwMode="auto">
            <a:xfrm flipV="1">
              <a:off x="4642865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6" name="Oval 874"/>
            <p:cNvSpPr>
              <a:spLocks noChangeArrowheads="1"/>
            </p:cNvSpPr>
            <p:nvPr userDrawn="1"/>
          </p:nvSpPr>
          <p:spPr bwMode="auto">
            <a:xfrm flipV="1">
              <a:off x="4750923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7" name="Oval 875"/>
            <p:cNvSpPr>
              <a:spLocks noChangeArrowheads="1"/>
            </p:cNvSpPr>
            <p:nvPr userDrawn="1"/>
          </p:nvSpPr>
          <p:spPr bwMode="auto">
            <a:xfrm flipV="1">
              <a:off x="4858015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8" name="Oval 876"/>
            <p:cNvSpPr>
              <a:spLocks noChangeArrowheads="1"/>
            </p:cNvSpPr>
            <p:nvPr userDrawn="1"/>
          </p:nvSpPr>
          <p:spPr bwMode="auto">
            <a:xfrm flipV="1">
              <a:off x="496703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9" name="Oval 877"/>
            <p:cNvSpPr>
              <a:spLocks noChangeArrowheads="1"/>
            </p:cNvSpPr>
            <p:nvPr userDrawn="1"/>
          </p:nvSpPr>
          <p:spPr bwMode="auto">
            <a:xfrm flipV="1">
              <a:off x="5074129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80" name="Oval 878"/>
            <p:cNvSpPr>
              <a:spLocks noChangeArrowheads="1"/>
            </p:cNvSpPr>
            <p:nvPr userDrawn="1"/>
          </p:nvSpPr>
          <p:spPr bwMode="auto">
            <a:xfrm flipV="1">
              <a:off x="5182187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7" name="Oval 905"/>
            <p:cNvSpPr>
              <a:spLocks noChangeArrowheads="1"/>
            </p:cNvSpPr>
            <p:nvPr userDrawn="1"/>
          </p:nvSpPr>
          <p:spPr bwMode="auto">
            <a:xfrm flipV="1">
              <a:off x="4319659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8" name="Oval 906"/>
            <p:cNvSpPr>
              <a:spLocks noChangeArrowheads="1"/>
            </p:cNvSpPr>
            <p:nvPr userDrawn="1"/>
          </p:nvSpPr>
          <p:spPr bwMode="auto">
            <a:xfrm flipV="1">
              <a:off x="4426753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9" name="Oval 907"/>
            <p:cNvSpPr>
              <a:spLocks noChangeArrowheads="1"/>
            </p:cNvSpPr>
            <p:nvPr userDrawn="1"/>
          </p:nvSpPr>
          <p:spPr bwMode="auto">
            <a:xfrm flipV="1">
              <a:off x="4533845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0" name="Oval 908"/>
            <p:cNvSpPr>
              <a:spLocks noChangeArrowheads="1"/>
            </p:cNvSpPr>
            <p:nvPr userDrawn="1"/>
          </p:nvSpPr>
          <p:spPr bwMode="auto">
            <a:xfrm flipV="1">
              <a:off x="4642867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1" name="Oval 909"/>
            <p:cNvSpPr>
              <a:spLocks noChangeArrowheads="1"/>
            </p:cNvSpPr>
            <p:nvPr userDrawn="1"/>
          </p:nvSpPr>
          <p:spPr bwMode="auto">
            <a:xfrm flipV="1">
              <a:off x="4750926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2" name="Oval 910"/>
            <p:cNvSpPr>
              <a:spLocks noChangeArrowheads="1"/>
            </p:cNvSpPr>
            <p:nvPr userDrawn="1"/>
          </p:nvSpPr>
          <p:spPr bwMode="auto">
            <a:xfrm flipV="1">
              <a:off x="485801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3" name="Oval 911"/>
            <p:cNvSpPr>
              <a:spLocks noChangeArrowheads="1"/>
            </p:cNvSpPr>
            <p:nvPr userDrawn="1"/>
          </p:nvSpPr>
          <p:spPr bwMode="auto">
            <a:xfrm flipV="1">
              <a:off x="4967042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4" name="Oval 912"/>
            <p:cNvSpPr>
              <a:spLocks noChangeArrowheads="1"/>
            </p:cNvSpPr>
            <p:nvPr userDrawn="1"/>
          </p:nvSpPr>
          <p:spPr bwMode="auto">
            <a:xfrm flipV="1">
              <a:off x="5074131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5" name="Oval 913"/>
            <p:cNvSpPr>
              <a:spLocks noChangeArrowheads="1"/>
            </p:cNvSpPr>
            <p:nvPr userDrawn="1"/>
          </p:nvSpPr>
          <p:spPr bwMode="auto">
            <a:xfrm flipV="1">
              <a:off x="518218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3" name="Oval 905"/>
            <p:cNvSpPr>
              <a:spLocks noChangeArrowheads="1"/>
            </p:cNvSpPr>
            <p:nvPr userDrawn="1"/>
          </p:nvSpPr>
          <p:spPr bwMode="auto">
            <a:xfrm flipV="1">
              <a:off x="4319658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4" name="Oval 906"/>
            <p:cNvSpPr>
              <a:spLocks noChangeArrowheads="1"/>
            </p:cNvSpPr>
            <p:nvPr userDrawn="1"/>
          </p:nvSpPr>
          <p:spPr bwMode="auto">
            <a:xfrm flipV="1">
              <a:off x="4426751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5" name="Oval 907"/>
            <p:cNvSpPr>
              <a:spLocks noChangeArrowheads="1"/>
            </p:cNvSpPr>
            <p:nvPr userDrawn="1"/>
          </p:nvSpPr>
          <p:spPr bwMode="auto">
            <a:xfrm flipV="1">
              <a:off x="4533843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6" name="Oval 908"/>
            <p:cNvSpPr>
              <a:spLocks noChangeArrowheads="1"/>
            </p:cNvSpPr>
            <p:nvPr userDrawn="1"/>
          </p:nvSpPr>
          <p:spPr bwMode="auto">
            <a:xfrm flipV="1">
              <a:off x="4642865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7" name="Oval 909"/>
            <p:cNvSpPr>
              <a:spLocks noChangeArrowheads="1"/>
            </p:cNvSpPr>
            <p:nvPr userDrawn="1"/>
          </p:nvSpPr>
          <p:spPr bwMode="auto">
            <a:xfrm flipV="1">
              <a:off x="4750923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8" name="Oval 910"/>
            <p:cNvSpPr>
              <a:spLocks noChangeArrowheads="1"/>
            </p:cNvSpPr>
            <p:nvPr userDrawn="1"/>
          </p:nvSpPr>
          <p:spPr bwMode="auto">
            <a:xfrm flipV="1">
              <a:off x="4858015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9" name="Oval 911"/>
            <p:cNvSpPr>
              <a:spLocks noChangeArrowheads="1"/>
            </p:cNvSpPr>
            <p:nvPr userDrawn="1"/>
          </p:nvSpPr>
          <p:spPr bwMode="auto">
            <a:xfrm flipV="1">
              <a:off x="4967037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0" name="Oval 912"/>
            <p:cNvSpPr>
              <a:spLocks noChangeArrowheads="1"/>
            </p:cNvSpPr>
            <p:nvPr userDrawn="1"/>
          </p:nvSpPr>
          <p:spPr bwMode="auto">
            <a:xfrm flipV="1">
              <a:off x="5074129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1" name="Oval 913"/>
            <p:cNvSpPr>
              <a:spLocks noChangeArrowheads="1"/>
            </p:cNvSpPr>
            <p:nvPr userDrawn="1"/>
          </p:nvSpPr>
          <p:spPr bwMode="auto">
            <a:xfrm flipV="1">
              <a:off x="5182186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sp>
        <p:nvSpPr>
          <p:cNvPr id="7" name="Freeform 5"/>
          <p:cNvSpPr>
            <a:spLocks/>
          </p:cNvSpPr>
          <p:nvPr userDrawn="1"/>
        </p:nvSpPr>
        <p:spPr bwMode="auto">
          <a:xfrm>
            <a:off x="3393064" y="938302"/>
            <a:ext cx="3128513" cy="2387043"/>
          </a:xfrm>
          <a:custGeom>
            <a:avLst/>
            <a:gdLst>
              <a:gd name="T0" fmla="*/ 218 w 404"/>
              <a:gd name="T1" fmla="*/ 0 h 411"/>
              <a:gd name="T2" fmla="*/ 7 w 404"/>
              <a:gd name="T3" fmla="*/ 169 h 411"/>
              <a:gd name="T4" fmla="*/ 0 w 404"/>
              <a:gd name="T5" fmla="*/ 328 h 411"/>
              <a:gd name="T6" fmla="*/ 244 w 404"/>
              <a:gd name="T7" fmla="*/ 411 h 411"/>
              <a:gd name="T8" fmla="*/ 404 w 404"/>
              <a:gd name="T9" fmla="*/ 234 h 411"/>
              <a:gd name="T10" fmla="*/ 218 w 404"/>
              <a:gd name="T11" fmla="*/ 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4" h="411">
                <a:moveTo>
                  <a:pt x="218" y="0"/>
                </a:moveTo>
                <a:lnTo>
                  <a:pt x="7" y="169"/>
                </a:lnTo>
                <a:lnTo>
                  <a:pt x="0" y="328"/>
                </a:lnTo>
                <a:lnTo>
                  <a:pt x="244" y="411"/>
                </a:lnTo>
                <a:lnTo>
                  <a:pt x="404" y="234"/>
                </a:lnTo>
                <a:lnTo>
                  <a:pt x="21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2188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11806" y="3166133"/>
            <a:ext cx="6019801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TITRE DE CHAPITRE SUR 1 OU 2 LIGNES</a:t>
            </a:r>
          </a:p>
        </p:txBody>
      </p:sp>
      <p:sp>
        <p:nvSpPr>
          <p:cNvPr id="2189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5487786" y="4406602"/>
            <a:ext cx="6043823" cy="283819"/>
          </a:xfrm>
        </p:spPr>
        <p:txBody>
          <a:bodyPr>
            <a:noAutofit/>
          </a:bodyPr>
          <a:lstStyle>
            <a:lvl1pPr marL="0" indent="0">
              <a:buNone/>
              <a:defRPr sz="16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Sous-titre sur 1 ou 2 lignes</a:t>
            </a:r>
          </a:p>
        </p:txBody>
      </p:sp>
      <p:sp>
        <p:nvSpPr>
          <p:cNvPr id="2191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3572253" y="1899835"/>
            <a:ext cx="2517083" cy="690414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3426" name="Espace réservé du pied de page 3425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  <p:sp>
        <p:nvSpPr>
          <p:cNvPr id="3427" name="Espace réservé du numéro de diapositive 342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11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10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5"/>
            <a:ext cx="11111932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02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26" y="1056445"/>
            <a:ext cx="5133519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4"/>
          </p:nvPr>
        </p:nvSpPr>
        <p:spPr>
          <a:xfrm>
            <a:off x="6049441" y="1655774"/>
            <a:ext cx="5441951" cy="325278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3"/>
            <a:ext cx="11111932" cy="152483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8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90" y="1056448"/>
            <a:ext cx="11087367" cy="491255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14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50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AB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6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64235" y="3301560"/>
            <a:ext cx="11111932" cy="28842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41194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5533043" y="1275585"/>
            <a:ext cx="4495800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Merci de votre attention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33043" y="2101434"/>
            <a:ext cx="4495800" cy="283819"/>
          </a:xfrm>
        </p:spPr>
        <p:txBody>
          <a:bodyPr>
            <a:noAutofit/>
          </a:bodyPr>
          <a:lstStyle>
            <a:lvl1pPr marL="0" indent="0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ign.fr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5" name="ZoneTexte 1064"/>
          <p:cNvSpPr txBox="1"/>
          <p:nvPr userDrawn="1"/>
        </p:nvSpPr>
        <p:spPr>
          <a:xfrm>
            <a:off x="10176761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451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2084893"/>
            <a:ext cx="9144000" cy="1185475"/>
          </a:xfrm>
          <a:prstGeom prst="rect">
            <a:avLst/>
          </a:prstGeom>
        </p:spPr>
        <p:txBody>
          <a:bodyPr anchor="ctr"/>
          <a:lstStyle>
            <a:lvl1pPr algn="ctr">
              <a:defRPr sz="4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17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19E0-880E-4295-B65F-49848F6A4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33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2300115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359779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du contenu 2"/>
          <p:cNvSpPr>
            <a:spLocks noGrp="1"/>
          </p:cNvSpPr>
          <p:nvPr>
            <p:ph idx="14"/>
          </p:nvPr>
        </p:nvSpPr>
        <p:spPr>
          <a:xfrm>
            <a:off x="6262665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062994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17/11/2025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998117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58936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25558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6175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460709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86" y="1517650"/>
            <a:ext cx="9730316" cy="4451351"/>
          </a:xfrm>
        </p:spPr>
        <p:txBody>
          <a:bodyPr rtlCol="0">
            <a:noAutofit/>
          </a:bodyPr>
          <a:lstStyle/>
          <a:p>
            <a:pPr lvl="0"/>
            <a:endParaRPr lang="fr-FR" noProof="0"/>
          </a:p>
        </p:txBody>
      </p:sp>
      <p:sp>
        <p:nvSpPr>
          <p:cNvPr id="4" name="Espace réservé de la date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5" name="Espace réservé du numéro de diapositiv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71FF7-2BB2-4C58-8A31-213E11C90CED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985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78BEB-CB5F-4DC3-8267-6B4093870A95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011700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1705444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3049269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940904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726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15964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414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2127533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396676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49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40993581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0000" y="480000"/>
            <a:ext cx="3600000" cy="3600000"/>
          </a:xfrm>
          <a:prstGeom prst="rect">
            <a:avLst/>
          </a:prstGeom>
        </p:spPr>
      </p:pic>
      <p:pic>
        <p:nvPicPr>
          <p:cNvPr id="6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819" y="635059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0491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  <p:pic>
        <p:nvPicPr>
          <p:cNvPr id="72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028" y="373144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952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5231025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17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6589634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9692439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24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32.xml"/><Relationship Id="rId9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40.xml"/><Relationship Id="rId9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10"/>
            <a:ext cx="12191092" cy="2610519"/>
          </a:xfrm>
          <a:prstGeom prst="rect">
            <a:avLst/>
          </a:prstGeom>
        </p:spPr>
      </p:pic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363013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8325" y="291750"/>
            <a:ext cx="11074697" cy="362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 sur 1 ou 2 lignes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2924" y="1056451"/>
            <a:ext cx="11100097" cy="5054947"/>
          </a:xfrm>
          <a:prstGeom prst="rect">
            <a:avLst/>
          </a:prstGeom>
        </p:spPr>
        <p:txBody>
          <a:bodyPr vert="horz" lIns="10800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646897" y="6210300"/>
            <a:ext cx="1082447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5255691" y="2787650"/>
            <a:ext cx="168063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71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0971379" y="6189442"/>
            <a:ext cx="7826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lnSpc>
                <a:spcPct val="87000"/>
              </a:lnSpc>
              <a:defRPr lang="fr-FR" sz="1050" b="1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9661559" y="6247705"/>
            <a:ext cx="1177756" cy="232006"/>
          </a:xfrm>
          <a:prstGeom prst="rect">
            <a:avLst/>
          </a:prstGeom>
        </p:spPr>
        <p:txBody>
          <a:bodyPr vert="horz" lIns="108000" tIns="45720" rIns="91440" bIns="45720" rtlCol="0" anchor="ctr">
            <a:noAutofit/>
          </a:bodyPr>
          <a:lstStyle>
            <a:lvl1pPr algn="r">
              <a:lnSpc>
                <a:spcPct val="87000"/>
              </a:lnSpc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85767" y="6247705"/>
            <a:ext cx="4526720" cy="2320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87000"/>
              </a:lnSpc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 géographique et forestière</a:t>
            </a:r>
          </a:p>
        </p:txBody>
      </p:sp>
      <p:sp>
        <p:nvSpPr>
          <p:cNvPr id="15" name="ZoneTexte 14"/>
          <p:cNvSpPr txBox="1"/>
          <p:nvPr userDrawn="1"/>
        </p:nvSpPr>
        <p:spPr>
          <a:xfrm>
            <a:off x="2410368" y="6254038"/>
            <a:ext cx="124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solidFill>
                  <a:srgbClr val="72797F"/>
                </a:solidFill>
                <a:cs typeface="Arial" panose="020B0604020202020204" pitchFamily="34" charset="0"/>
              </a:rPr>
              <a:t>SPP/19.xxx</a:t>
            </a:r>
          </a:p>
        </p:txBody>
      </p:sp>
    </p:spTree>
    <p:extLst>
      <p:ext uri="{BB962C8B-B14F-4D97-AF65-F5344CB8AC3E}">
        <p14:creationId xmlns:p14="http://schemas.microsoft.com/office/powerpoint/2010/main" val="72824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hf hdr="0"/>
  <p:txStyles>
    <p:titleStyle>
      <a:lvl1pPr algn="l" defTabSz="685800" rtl="0" eaLnBrk="1" latinLnBrk="0" hangingPunct="1">
        <a:lnSpc>
          <a:spcPct val="87000"/>
        </a:lnSpc>
        <a:spcBef>
          <a:spcPct val="0"/>
        </a:spcBef>
        <a:buNone/>
        <a:defRPr sz="2400" b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685800" rtl="0" eaLnBrk="1" latinLnBrk="0" hangingPunct="1">
        <a:lnSpc>
          <a:spcPct val="87000"/>
        </a:lnSpc>
        <a:spcBef>
          <a:spcPts val="600"/>
        </a:spcBef>
        <a:spcAft>
          <a:spcPts val="600"/>
        </a:spcAft>
        <a:buSzPct val="120000"/>
        <a:buFontTx/>
        <a:buBlip>
          <a:blip r:embed="rId12"/>
        </a:buBlip>
        <a:defRPr sz="2000" kern="1200" cap="none" baseline="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55600" indent="-177800" algn="l" defTabSz="6858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SzPct val="120000"/>
        <a:buFontTx/>
        <a:buBlip>
          <a:blip r:embed="rId12"/>
        </a:buBlip>
        <a:defRPr lang="fr-FR" sz="1800" b="0" kern="1200" dirty="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1338" indent="-185738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6"/>
        </a:buClr>
        <a:buSzPct val="115000"/>
        <a:buFontTx/>
        <a:buBlip>
          <a:blip r:embed="rId13"/>
        </a:buBlip>
        <a:defRPr sz="1600" b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30238" indent="-185738" algn="l" defTabSz="685800" rtl="0" eaLnBrk="1" latinLnBrk="0" hangingPunct="1">
        <a:lnSpc>
          <a:spcPct val="100000"/>
        </a:lnSpc>
        <a:spcBef>
          <a:spcPts val="300"/>
        </a:spcBef>
        <a:buClr>
          <a:srgbClr val="6D6F71"/>
        </a:buClr>
        <a:buSzPct val="110000"/>
        <a:buFont typeface="Arial" panose="020B0604020202020204" pitchFamily="34" charset="0"/>
        <a:buChar char="•"/>
        <a:defRPr sz="1400" b="0" i="0" kern="120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19138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Font typeface="Calibri" panose="020F0502020204030204" pitchFamily="34" charset="0"/>
        <a:buChar char="–"/>
        <a:defRPr sz="1200" b="0" i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2">
          <p15:clr>
            <a:srgbClr val="F26B43"/>
          </p15:clr>
        </p15:guide>
        <p15:guide id="2" pos="107">
          <p15:clr>
            <a:srgbClr val="F26B43"/>
          </p15:clr>
        </p15:guide>
        <p15:guide id="3" orient="horz" pos="4178">
          <p15:clr>
            <a:srgbClr val="F26B43"/>
          </p15:clr>
        </p15:guide>
        <p15:guide id="4" pos="5653">
          <p15:clr>
            <a:srgbClr val="F26B43"/>
          </p15:clr>
        </p15:guide>
        <p15:guide id="5" pos="165">
          <p15:clr>
            <a:srgbClr val="F26B43"/>
          </p15:clr>
        </p15:guide>
        <p15:guide id="6" pos="560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0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5400000">
            <a:off x="5463021" y="-4691616"/>
            <a:ext cx="111600" cy="11037889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fr-FR"/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grpSp>
        <p:nvGrpSpPr>
          <p:cNvPr id="12" name="Groupe 69"/>
          <p:cNvGrpSpPr>
            <a:grpSpLocks/>
          </p:cNvGrpSpPr>
          <p:nvPr/>
        </p:nvGrpSpPr>
        <p:grpSpPr bwMode="auto">
          <a:xfrm>
            <a:off x="11641980" y="67810"/>
            <a:ext cx="455613" cy="212725"/>
            <a:chOff x="-102471" y="6111390"/>
            <a:chExt cx="558709" cy="261711"/>
          </a:xfrm>
        </p:grpSpPr>
        <p:sp>
          <p:nvSpPr>
            <p:cNvPr id="13" name="Rectangle 69"/>
            <p:cNvSpPr>
              <a:spLocks noChangeArrowheads="1"/>
            </p:cNvSpPr>
            <p:nvPr userDrawn="1"/>
          </p:nvSpPr>
          <p:spPr bwMode="auto">
            <a:xfrm>
              <a:off x="-102471" y="6119232"/>
              <a:ext cx="48356" cy="245375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alt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4" name="Freeform 70"/>
            <p:cNvSpPr>
              <a:spLocks/>
            </p:cNvSpPr>
            <p:nvPr userDrawn="1"/>
          </p:nvSpPr>
          <p:spPr bwMode="auto">
            <a:xfrm>
              <a:off x="264121" y="6111390"/>
              <a:ext cx="192117" cy="261711"/>
            </a:xfrm>
            <a:custGeom>
              <a:avLst/>
              <a:gdLst>
                <a:gd name="T0" fmla="*/ 147290 w 390"/>
                <a:gd name="T1" fmla="*/ 7886 h 531"/>
                <a:gd name="T2" fmla="*/ 147290 w 390"/>
                <a:gd name="T3" fmla="*/ 154759 h 531"/>
                <a:gd name="T4" fmla="*/ 7389 w 390"/>
                <a:gd name="T5" fmla="*/ 0 h 531"/>
                <a:gd name="T6" fmla="*/ 0 w 390"/>
                <a:gd name="T7" fmla="*/ 0 h 531"/>
                <a:gd name="T8" fmla="*/ 0 w 390"/>
                <a:gd name="T9" fmla="*/ 253332 h 531"/>
                <a:gd name="T10" fmla="*/ 44827 w 390"/>
                <a:gd name="T11" fmla="*/ 253332 h 531"/>
                <a:gd name="T12" fmla="*/ 44827 w 390"/>
                <a:gd name="T13" fmla="*/ 108430 h 531"/>
                <a:gd name="T14" fmla="*/ 184235 w 390"/>
                <a:gd name="T15" fmla="*/ 261711 h 531"/>
                <a:gd name="T16" fmla="*/ 192117 w 390"/>
                <a:gd name="T17" fmla="*/ 261711 h 531"/>
                <a:gd name="T18" fmla="*/ 192117 w 390"/>
                <a:gd name="T19" fmla="*/ 7886 h 531"/>
                <a:gd name="T20" fmla="*/ 147290 w 390"/>
                <a:gd name="T21" fmla="*/ 7886 h 5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5" name="Freeform 71"/>
            <p:cNvSpPr>
              <a:spLocks/>
            </p:cNvSpPr>
            <p:nvPr userDrawn="1"/>
          </p:nvSpPr>
          <p:spPr bwMode="auto">
            <a:xfrm>
              <a:off x="-16541" y="6111390"/>
              <a:ext cx="224464" cy="261711"/>
            </a:xfrm>
            <a:custGeom>
              <a:avLst/>
              <a:gdLst>
                <a:gd name="T0" fmla="*/ 179670 w 456"/>
                <a:gd name="T1" fmla="*/ 182360 h 531"/>
                <a:gd name="T2" fmla="*/ 177208 w 456"/>
                <a:gd name="T3" fmla="*/ 182360 h 531"/>
                <a:gd name="T4" fmla="*/ 177208 w 456"/>
                <a:gd name="T5" fmla="*/ 207989 h 531"/>
                <a:gd name="T6" fmla="*/ 133891 w 456"/>
                <a:gd name="T7" fmla="*/ 216367 h 531"/>
                <a:gd name="T8" fmla="*/ 47748 w 456"/>
                <a:gd name="T9" fmla="*/ 126666 h 531"/>
                <a:gd name="T10" fmla="*/ 130937 w 456"/>
                <a:gd name="T11" fmla="*/ 43372 h 531"/>
                <a:gd name="T12" fmla="*/ 202313 w 456"/>
                <a:gd name="T13" fmla="*/ 75408 h 531"/>
                <a:gd name="T14" fmla="*/ 206251 w 456"/>
                <a:gd name="T15" fmla="*/ 79844 h 531"/>
                <a:gd name="T16" fmla="*/ 209697 w 456"/>
                <a:gd name="T17" fmla="*/ 24150 h 531"/>
                <a:gd name="T18" fmla="*/ 208712 w 456"/>
                <a:gd name="T19" fmla="*/ 23165 h 531"/>
                <a:gd name="T20" fmla="*/ 188038 w 456"/>
                <a:gd name="T21" fmla="*/ 11829 h 531"/>
                <a:gd name="T22" fmla="*/ 131922 w 456"/>
                <a:gd name="T23" fmla="*/ 0 h 531"/>
                <a:gd name="T24" fmla="*/ 36918 w 456"/>
                <a:gd name="T25" fmla="*/ 36472 h 531"/>
                <a:gd name="T26" fmla="*/ 0 w 456"/>
                <a:gd name="T27" fmla="*/ 130116 h 531"/>
                <a:gd name="T28" fmla="*/ 128968 w 456"/>
                <a:gd name="T29" fmla="*/ 261711 h 531"/>
                <a:gd name="T30" fmla="*/ 187053 w 456"/>
                <a:gd name="T31" fmla="*/ 252347 h 531"/>
                <a:gd name="T32" fmla="*/ 222987 w 456"/>
                <a:gd name="T33" fmla="*/ 237561 h 531"/>
                <a:gd name="T34" fmla="*/ 224464 w 456"/>
                <a:gd name="T35" fmla="*/ 237068 h 531"/>
                <a:gd name="T36" fmla="*/ 224464 w 456"/>
                <a:gd name="T37" fmla="*/ 174967 h 531"/>
                <a:gd name="T38" fmla="*/ 221511 w 456"/>
                <a:gd name="T39" fmla="*/ 175953 h 531"/>
                <a:gd name="T40" fmla="*/ 179670 w 456"/>
                <a:gd name="T41" fmla="*/ 182360 h 5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6" name="Freeform 72"/>
            <p:cNvSpPr>
              <a:spLocks/>
            </p:cNvSpPr>
            <p:nvPr userDrawn="1"/>
          </p:nvSpPr>
          <p:spPr bwMode="auto">
            <a:xfrm>
              <a:off x="68736" y="6207122"/>
              <a:ext cx="153237" cy="78742"/>
            </a:xfrm>
            <a:custGeom>
              <a:avLst/>
              <a:gdLst>
                <a:gd name="T0" fmla="*/ 85241 w 311"/>
                <a:gd name="T1" fmla="*/ 7874 h 160"/>
                <a:gd name="T2" fmla="*/ 84748 w 311"/>
                <a:gd name="T3" fmla="*/ 7874 h 160"/>
                <a:gd name="T4" fmla="*/ 0 w 311"/>
                <a:gd name="T5" fmla="*/ 19686 h 160"/>
                <a:gd name="T6" fmla="*/ 68489 w 311"/>
                <a:gd name="T7" fmla="*/ 70868 h 160"/>
                <a:gd name="T8" fmla="*/ 68489 w 311"/>
                <a:gd name="T9" fmla="*/ 70868 h 160"/>
                <a:gd name="T10" fmla="*/ 153237 w 311"/>
                <a:gd name="T11" fmla="*/ 59057 h 160"/>
                <a:gd name="T12" fmla="*/ 85241 w 311"/>
                <a:gd name="T13" fmla="*/ 7874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</p:grpSp>
      <p:pic>
        <p:nvPicPr>
          <p:cNvPr id="17" name="Picture 2" descr="Accueil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3678" y="26610"/>
            <a:ext cx="510777" cy="350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94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5453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1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1" r:id="rId9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61" r:id="rId8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73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nig.gouv.fr/gt-dessertes-pour-les-transports-de-bois-a18535.html#H_Reunions" TargetMode="External"/><Relationship Id="rId7" Type="http://schemas.openxmlformats.org/officeDocument/2006/relationships/image" Target="../media/image31.png"/><Relationship Id="rId2" Type="http://schemas.openxmlformats.org/officeDocument/2006/relationships/hyperlink" Target="https://github.com/cnigfr/schema-dessertes-transport-de-bois" TargetMode="Externa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36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1.png"/><Relationship Id="rId11" Type="http://schemas.openxmlformats.org/officeDocument/2006/relationships/image" Target="../media/image35.png"/><Relationship Id="rId5" Type="http://schemas.openxmlformats.org/officeDocument/2006/relationships/image" Target="../media/image20.png"/><Relationship Id="rId10" Type="http://schemas.openxmlformats.org/officeDocument/2006/relationships/image" Target="../media/image34.svg"/><Relationship Id="rId4" Type="http://schemas.openxmlformats.org/officeDocument/2006/relationships/image" Target="../media/image19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1908054"/>
            <a:ext cx="8402113" cy="7694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1219170"/>
            <a:r>
              <a:rPr lang="fr-FR" sz="4400" b="1" dirty="0">
                <a:latin typeface="+mj-lt"/>
                <a:ea typeface="Calibri"/>
                <a:cs typeface="Calibri"/>
              </a:rPr>
              <a:t>Conclusion et poursuite</a:t>
            </a:r>
            <a:endParaRPr lang="fr-FR" sz="4400" b="1" dirty="0">
              <a:latin typeface="+mj-lt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EF9BD45-FFD1-40A7-8767-C5D2B2AD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77" y="2442440"/>
            <a:ext cx="2708097" cy="2708097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6FA1ABA-080B-43C5-BDDA-CBDD8337A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006" y="4159742"/>
            <a:ext cx="1287742" cy="128774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CD6693-DCCC-45F2-B5C8-6BD8F5C1D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74308" y="3862797"/>
            <a:ext cx="1287741" cy="1287741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3C8FF-CEBE-4CA1-8574-6615CE2700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317" y="3485029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074C31-4503-4B00-BE1B-3B30B390F3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924" y="3642027"/>
            <a:ext cx="780550" cy="780550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560C7-35E0-4A7D-8BF0-F525DA71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BBEACC-D2CF-438C-8801-87024D27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12" name="Espace réservé du pied de page 10">
            <a:extLst>
              <a:ext uri="{FF2B5EF4-FFF2-40B4-BE49-F238E27FC236}">
                <a16:creationId xmlns:a16="http://schemas.microsoft.com/office/drawing/2014/main" id="{4947E409-3EE1-45FD-A74C-0179F1B4CEF1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32848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80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1DCB85A-A34F-4AAE-85E5-400DFC79239D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Travaux</a:t>
            </a: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3ECD8A-FFB7-44F8-A6A6-4811D6D8E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  <a:ln>
            <a:noFill/>
          </a:ln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D4693912-DE78-425A-BDA9-670EF18A4A34}"/>
              </a:ext>
            </a:extLst>
          </p:cNvPr>
          <p:cNvSpPr>
            <a:spLocks noGrp="1"/>
          </p:cNvSpPr>
          <p:nvPr/>
        </p:nvSpPr>
        <p:spPr>
          <a:xfrm>
            <a:off x="542452" y="1716103"/>
            <a:ext cx="11289293" cy="521173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2000" b="0" dirty="0">
              <a:solidFill>
                <a:schemeClr val="tx1"/>
              </a:solidFill>
              <a:latin typeface="+mn-lt"/>
              <a:ea typeface="Calibri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2000" dirty="0">
                <a:solidFill>
                  <a:schemeClr val="tx1"/>
                </a:solidFill>
                <a:latin typeface="+mn-lt"/>
                <a:ea typeface="Calibri"/>
                <a:cs typeface="Arial"/>
              </a:rPr>
              <a:t>Linéaires</a:t>
            </a:r>
            <a:r>
              <a:rPr lang="fr-FR" sz="2000" b="0" dirty="0">
                <a:solidFill>
                  <a:schemeClr val="tx1"/>
                </a:solidFill>
                <a:latin typeface="+mn-lt"/>
                <a:ea typeface="Calibri"/>
                <a:cs typeface="Arial"/>
              </a:rPr>
              <a:t> - Tronçons</a:t>
            </a:r>
            <a:endParaRPr lang="en-US" sz="2000" b="0" dirty="0">
              <a:solidFill>
                <a:schemeClr val="tx1"/>
              </a:solidFill>
              <a:latin typeface="+mn-lt"/>
              <a:ea typeface="Calibri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1800" dirty="0">
                <a:solidFill>
                  <a:schemeClr val="tx1"/>
                </a:solidFill>
                <a:latin typeface="+mn-lt"/>
                <a:ea typeface="Calibri" panose="020F0502020204030204"/>
                <a:cs typeface="Arial"/>
              </a:rPr>
              <a:t>Ponctuels</a:t>
            </a:r>
            <a:endParaRPr lang="en-US" sz="1800" dirty="0">
              <a:solidFill>
                <a:schemeClr val="tx1"/>
              </a:solidFill>
              <a:latin typeface="+mn-lt"/>
              <a:ea typeface="Calibri"/>
              <a:cs typeface="Arial"/>
            </a:endParaRPr>
          </a:p>
          <a:p>
            <a:pPr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fr-FR" sz="1800" b="0" dirty="0">
                <a:solidFill>
                  <a:schemeClr val="tx1"/>
                </a:solidFill>
                <a:latin typeface="+mn-lt"/>
                <a:ea typeface="Calibri" panose="020F0502020204030204"/>
                <a:cs typeface="Arial"/>
              </a:rPr>
              <a:t>Equipement – 13 attributs</a:t>
            </a:r>
          </a:p>
          <a:p>
            <a:pPr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fr-FR" sz="1800" b="0" dirty="0">
                <a:solidFill>
                  <a:schemeClr val="tx1"/>
                </a:solidFill>
                <a:latin typeface="+mn-lt"/>
                <a:ea typeface="Calibri" panose="020F0502020204030204"/>
                <a:cs typeface="Arial"/>
              </a:rPr>
              <a:t>Contrainte - 21 attributs</a:t>
            </a:r>
          </a:p>
          <a:p>
            <a:pPr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fr-FR" sz="1800" b="0" dirty="0">
                <a:solidFill>
                  <a:schemeClr val="tx1"/>
                </a:solidFill>
                <a:latin typeface="+mn-lt"/>
                <a:ea typeface="Calibri" panose="020F0502020204030204"/>
                <a:cs typeface="Arial"/>
              </a:rPr>
              <a:t>Points d’eau</a:t>
            </a:r>
          </a:p>
          <a:p>
            <a:pPr>
              <a:spcBef>
                <a:spcPts val="0"/>
              </a:spcBef>
              <a:spcAft>
                <a:spcPts val="500"/>
              </a:spcAft>
              <a:buFontTx/>
              <a:buChar char="-"/>
            </a:pPr>
            <a:endParaRPr lang="fr-FR" sz="18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>
              <a:buFont typeface="Webdings" panose="05030102010509060703" pitchFamily="18" charset="2"/>
              <a:buAutoNum type="arabicPeriod"/>
            </a:pPr>
            <a:endParaRPr lang="fr-FR" sz="20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 marL="985520" lvl="2" indent="-175895"/>
            <a:endParaRPr lang="fr-FR" sz="16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>
              <a:buFont typeface="Webdings" panose="05030102010509060703" pitchFamily="18" charset="2"/>
              <a:buAutoNum type="arabicPeriod"/>
            </a:pPr>
            <a:endParaRPr lang="fr-FR" b="0" dirty="0">
              <a:solidFill>
                <a:srgbClr val="000000"/>
              </a:solidFill>
              <a:latin typeface="Calibri" panose="020F0502020204030204"/>
              <a:ea typeface="Calibri"/>
              <a:cs typeface="Arial"/>
            </a:endParaRPr>
          </a:p>
          <a:p>
            <a:pPr marL="985520" lvl="2" indent="-175895"/>
            <a:endParaRPr lang="fr-FR" b="0" dirty="0">
              <a:solidFill>
                <a:srgbClr val="000000"/>
              </a:solidFill>
              <a:latin typeface="Calibri" panose="020F0502020204030204"/>
              <a:ea typeface="Calibri"/>
              <a:cs typeface="Arial"/>
            </a:endParaRPr>
          </a:p>
          <a:p>
            <a:pPr>
              <a:buAutoNum type="arabicPeriod"/>
            </a:pPr>
            <a:endParaRPr lang="fr-FR" sz="2000" b="0" dirty="0">
              <a:solidFill>
                <a:srgbClr val="000000"/>
              </a:solidFill>
              <a:latin typeface="Calibri" panose="020F0502020204030204"/>
              <a:ea typeface="Calibri"/>
              <a:cs typeface="Arial"/>
            </a:endParaRPr>
          </a:p>
          <a:p>
            <a:pPr marL="0" indent="0">
              <a:buNone/>
            </a:pPr>
            <a:endParaRPr lang="en-US" sz="1600" b="0" i="1" dirty="0">
              <a:effectLst/>
              <a:ea typeface="Calibri" panose="020F0502020204030204"/>
              <a:cs typeface="Calibri"/>
            </a:endParaRPr>
          </a:p>
          <a:p>
            <a:pPr lvl="1"/>
            <a:endParaRPr lang="fr-FR" sz="1800" b="0" dirty="0">
              <a:solidFill>
                <a:srgbClr val="000000"/>
              </a:solidFill>
              <a:effectLst/>
              <a:latin typeface="Calibri" panose="020F0502020204030204"/>
              <a:ea typeface="Calibri" panose="020F0502020204030204" pitchFamily="34" charset="0"/>
            </a:endParaRPr>
          </a:p>
          <a:p>
            <a:pPr lvl="1"/>
            <a:endParaRPr lang="fr-FR" sz="1800" b="0" dirty="0">
              <a:latin typeface="Calibri" panose="020F0502020204030204"/>
              <a:ea typeface="Calibri" panose="020F0502020204030204" pitchFamily="34" charset="0"/>
            </a:endParaRPr>
          </a:p>
          <a:p>
            <a:pPr marL="742950" lvl="1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14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sz="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1400" b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AutoNum type="arabicPeriod"/>
            </a:pPr>
            <a:endParaRPr lang="fr-FR" sz="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buAutoNum type="arabicPeriod"/>
            </a:pPr>
            <a:endParaRPr lang="fr-FR" sz="1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fr-FR" sz="1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4" name="Image 13" descr="Une image contenant cercle, Graphiqu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5DC35448-FF98-4E9E-9032-184965A3E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421560" y="4033970"/>
            <a:ext cx="292644" cy="288000"/>
          </a:xfrm>
          <a:prstGeom prst="rect">
            <a:avLst/>
          </a:prstGeom>
          <a:ln>
            <a:noFill/>
          </a:ln>
        </p:spPr>
      </p:pic>
      <p:pic>
        <p:nvPicPr>
          <p:cNvPr id="15" name="Image 14" descr="Une image contenant Panneau de signalisation, signe&#10;&#10;Le contenu généré par l’IA peut être incorrect.">
            <a:extLst>
              <a:ext uri="{FF2B5EF4-FFF2-40B4-BE49-F238E27FC236}">
                <a16:creationId xmlns:a16="http://schemas.microsoft.com/office/drawing/2014/main" id="{0A172991-BD5D-445B-81A4-96FA86BF6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712" y="4137718"/>
            <a:ext cx="423504" cy="368504"/>
          </a:xfrm>
          <a:prstGeom prst="rect">
            <a:avLst/>
          </a:prstGeom>
          <a:ln>
            <a:noFill/>
          </a:ln>
        </p:spPr>
      </p:pic>
      <p:pic>
        <p:nvPicPr>
          <p:cNvPr id="16" name="Image 15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F4EE4226-E454-417B-A039-2C46E716D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538" y="3907276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17" name="Image 16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065C9689-BE50-4EB3-A453-7AA4F862EA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830" y="3541867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18" name="Image 17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5AE37A93-5673-46D1-AF14-B85A69DF3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7838" y="2192039"/>
            <a:ext cx="253387" cy="253387"/>
          </a:xfrm>
          <a:prstGeom prst="rect">
            <a:avLst/>
          </a:prstGeom>
          <a:ln>
            <a:noFill/>
          </a:ln>
        </p:spPr>
      </p:pic>
      <p:sp>
        <p:nvSpPr>
          <p:cNvPr id="19" name="Accolade fermante 18">
            <a:extLst>
              <a:ext uri="{FF2B5EF4-FFF2-40B4-BE49-F238E27FC236}">
                <a16:creationId xmlns:a16="http://schemas.microsoft.com/office/drawing/2014/main" id="{C7D1E2F9-17E4-47A1-9974-AB5DD5E0DEE0}"/>
              </a:ext>
            </a:extLst>
          </p:cNvPr>
          <p:cNvSpPr/>
          <p:nvPr/>
        </p:nvSpPr>
        <p:spPr>
          <a:xfrm>
            <a:off x="3353031" y="2039770"/>
            <a:ext cx="1631524" cy="2677886"/>
          </a:xfrm>
          <a:prstGeom prst="rightBrace">
            <a:avLst>
              <a:gd name="adj1" fmla="val 39185"/>
              <a:gd name="adj2" fmla="val 48606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ylindre 19">
            <a:extLst>
              <a:ext uri="{FF2B5EF4-FFF2-40B4-BE49-F238E27FC236}">
                <a16:creationId xmlns:a16="http://schemas.microsoft.com/office/drawing/2014/main" id="{4DB81C69-0869-48D9-826C-3D0913E4D51D}"/>
              </a:ext>
            </a:extLst>
          </p:cNvPr>
          <p:cNvSpPr/>
          <p:nvPr/>
        </p:nvSpPr>
        <p:spPr>
          <a:xfrm>
            <a:off x="9697954" y="2327275"/>
            <a:ext cx="1757531" cy="1946233"/>
          </a:xfrm>
          <a:prstGeom prst="can">
            <a:avLst>
              <a:gd name="adj" fmla="val 14966"/>
            </a:avLst>
          </a:prstGeom>
          <a:solidFill>
            <a:srgbClr val="C4C4FD"/>
          </a:solidFill>
          <a:ln w="19050">
            <a:solidFill>
              <a:srgbClr val="C3C3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Modélisation test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BE5AC3E5-0AC0-4B19-B2C5-4308D4632F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039" y="2759916"/>
            <a:ext cx="1147360" cy="1147360"/>
          </a:xfrm>
          <a:prstGeom prst="rect">
            <a:avLst/>
          </a:prstGeom>
        </p:spPr>
      </p:pic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0D7ED326-8F3F-4915-A194-92911223BBCD}"/>
              </a:ext>
            </a:extLst>
          </p:cNvPr>
          <p:cNvCxnSpPr>
            <a:cxnSpLocks/>
          </p:cNvCxnSpPr>
          <p:nvPr/>
        </p:nvCxnSpPr>
        <p:spPr>
          <a:xfrm>
            <a:off x="6463608" y="3333596"/>
            <a:ext cx="550506" cy="0"/>
          </a:xfrm>
          <a:prstGeom prst="straightConnector1">
            <a:avLst/>
          </a:prstGeom>
          <a:ln w="28575">
            <a:solidFill>
              <a:srgbClr val="A7A7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F06C3C34-C964-494A-B248-7B98BF005620}"/>
              </a:ext>
            </a:extLst>
          </p:cNvPr>
          <p:cNvCxnSpPr>
            <a:cxnSpLocks/>
          </p:cNvCxnSpPr>
          <p:nvPr/>
        </p:nvCxnSpPr>
        <p:spPr>
          <a:xfrm>
            <a:off x="8957992" y="3335092"/>
            <a:ext cx="550506" cy="0"/>
          </a:xfrm>
          <a:prstGeom prst="straightConnector1">
            <a:avLst/>
          </a:prstGeom>
          <a:ln w="28575">
            <a:solidFill>
              <a:srgbClr val="A7A7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 30">
            <a:extLst>
              <a:ext uri="{FF2B5EF4-FFF2-40B4-BE49-F238E27FC236}">
                <a16:creationId xmlns:a16="http://schemas.microsoft.com/office/drawing/2014/main" id="{780C3FEF-A73E-45F1-82DD-3CF755663B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117" y="1977876"/>
            <a:ext cx="1099022" cy="1099022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5DD701EA-1EFF-4402-A989-2234B0D3AA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117" y="3603091"/>
            <a:ext cx="1099022" cy="1099022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00B97A6A-9012-497F-9C34-CA0FF4A9C9D6}"/>
              </a:ext>
            </a:extLst>
          </p:cNvPr>
          <p:cNvSpPr txBox="1"/>
          <p:nvPr/>
        </p:nvSpPr>
        <p:spPr>
          <a:xfrm>
            <a:off x="7371329" y="1662324"/>
            <a:ext cx="1480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Linéaires v2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5AB0AA6-0CC4-4A4D-ABED-D2B4F823D1C6}"/>
              </a:ext>
            </a:extLst>
          </p:cNvPr>
          <p:cNvSpPr txBox="1"/>
          <p:nvPr/>
        </p:nvSpPr>
        <p:spPr>
          <a:xfrm>
            <a:off x="7318462" y="4622478"/>
            <a:ext cx="158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Ponctuels v2</a:t>
            </a:r>
          </a:p>
        </p:txBody>
      </p:sp>
    </p:spTree>
    <p:extLst>
      <p:ext uri="{BB962C8B-B14F-4D97-AF65-F5344CB8AC3E}">
        <p14:creationId xmlns:p14="http://schemas.microsoft.com/office/powerpoint/2010/main" val="151421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Poursuite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4F1E9-E0B0-4D42-8B7D-D8AAF906B58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67556" y="1080735"/>
            <a:ext cx="11339614" cy="4422252"/>
          </a:xfrm>
        </p:spPr>
        <p:txBody>
          <a:bodyPr/>
          <a:lstStyle/>
          <a:p>
            <a:pPr marL="0" indent="0" algn="just">
              <a:buNone/>
              <a:defRPr/>
            </a:pPr>
            <a:endParaRPr lang="fr-FR" b="0" dirty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pPr marL="685800" lvl="1" indent="-342900" algn="just">
              <a:defRPr/>
            </a:pPr>
            <a:r>
              <a:rPr lang="fr-FR" b="0" dirty="0">
                <a:solidFill>
                  <a:schemeClr val="tx1"/>
                </a:solidFill>
                <a:latin typeface="+mn-lt"/>
                <a:ea typeface="Calibri"/>
                <a:cs typeface="Calibri"/>
              </a:rPr>
              <a:t>Echanges par mail sur les </a:t>
            </a:r>
            <a:r>
              <a:rPr lang="fr-FR" dirty="0">
                <a:solidFill>
                  <a:schemeClr val="tx1"/>
                </a:solidFill>
                <a:latin typeface="+mn-lt"/>
                <a:ea typeface="Calibri"/>
                <a:cs typeface="Calibri"/>
              </a:rPr>
              <a:t>tables ponctuels et linéaires V2</a:t>
            </a:r>
          </a:p>
          <a:p>
            <a:pPr marL="685800" lvl="1" indent="-342900" algn="just">
              <a:defRPr/>
            </a:pPr>
            <a:endParaRPr lang="fr-FR" dirty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pPr marL="685800" lvl="1" indent="-342900" algn="just">
              <a:defRPr/>
            </a:pPr>
            <a:endParaRPr lang="fr-FR" dirty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pPr marL="685800" lvl="1" indent="-342900" algn="just">
              <a:defRPr/>
            </a:pPr>
            <a:r>
              <a:rPr lang="fr-FR" sz="2000" dirty="0">
                <a:solidFill>
                  <a:schemeClr val="tx1"/>
                </a:solidFill>
                <a:latin typeface="+mn-lt"/>
                <a:ea typeface="Calibri"/>
                <a:cs typeface="Calibri"/>
              </a:rPr>
              <a:t>CR + ppt de la journée</a:t>
            </a:r>
          </a:p>
          <a:p>
            <a:pPr lvl="2" indent="-342900" algn="just">
              <a:buClr>
                <a:srgbClr val="554538"/>
              </a:buClr>
              <a:buFont typeface="Calibri" panose="05030102010509060703" pitchFamily="18" charset="2"/>
              <a:buChar char="-"/>
              <a:defRPr/>
            </a:pPr>
            <a:r>
              <a:rPr lang="fr-FR" b="0" dirty="0">
                <a:solidFill>
                  <a:schemeClr val="tx1"/>
                </a:solidFill>
                <a:latin typeface="+mn-lt"/>
                <a:ea typeface="Calibri"/>
                <a:cs typeface="Calibri"/>
              </a:rPr>
              <a:t>Envoyé à la liste de diffusion par mail</a:t>
            </a:r>
          </a:p>
          <a:p>
            <a:pPr lvl="2" indent="-342900" algn="just">
              <a:buClr>
                <a:srgbClr val="554538"/>
              </a:buClr>
              <a:buFont typeface="Calibri" panose="05030102010509060703" pitchFamily="18" charset="2"/>
              <a:buChar char="-"/>
              <a:defRPr/>
            </a:pPr>
            <a:r>
              <a:rPr lang="fr-FR" b="0" dirty="0">
                <a:solidFill>
                  <a:schemeClr val="tx1"/>
                </a:solidFill>
                <a:latin typeface="+mn-lt"/>
                <a:ea typeface="Calibri"/>
                <a:cs typeface="Calibri"/>
              </a:rPr>
              <a:t>Disponible dans l'espace Suivi du </a:t>
            </a:r>
            <a:r>
              <a:rPr lang="fr-FR" b="0" dirty="0">
                <a:solidFill>
                  <a:schemeClr val="accent5"/>
                </a:solidFill>
                <a:latin typeface="+mn-lt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/</a:t>
            </a:r>
            <a:r>
              <a:rPr lang="fr-FR" b="0" dirty="0">
                <a:solidFill>
                  <a:schemeClr val="accent5"/>
                </a:solidFill>
                <a:latin typeface="+mn-lt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du GT</a:t>
            </a:r>
          </a:p>
          <a:p>
            <a:pPr marL="342900" lvl="1" indent="0" algn="just">
              <a:buNone/>
              <a:defRPr/>
            </a:pPr>
            <a:endParaRPr lang="fr-FR" dirty="0">
              <a:solidFill>
                <a:schemeClr val="tx1"/>
              </a:solidFill>
              <a:latin typeface="+mn-lt"/>
            </a:endParaRPr>
          </a:p>
          <a:p>
            <a:pPr marL="342900" lvl="1" indent="0" algn="just">
              <a:buNone/>
              <a:defRPr/>
            </a:pPr>
            <a:endParaRPr lang="fr-FR" b="0" dirty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pPr marL="685800" lvl="1" indent="-342900" algn="just">
              <a:defRPr/>
            </a:pPr>
            <a:r>
              <a:rPr lang="fr-FR" b="0" dirty="0">
                <a:solidFill>
                  <a:schemeClr val="tx1"/>
                </a:solidFill>
                <a:latin typeface="+mn-lt"/>
                <a:ea typeface="Calibri"/>
                <a:cs typeface="Calibri"/>
              </a:rPr>
              <a:t>Démarrage du </a:t>
            </a:r>
            <a:r>
              <a:rPr lang="fr-FR" dirty="0">
                <a:solidFill>
                  <a:schemeClr val="tx1"/>
                </a:solidFill>
                <a:latin typeface="+mn-lt"/>
                <a:ea typeface="Calibri"/>
                <a:cs typeface="Calibri"/>
              </a:rPr>
              <a:t>sous-groupe</a:t>
            </a:r>
            <a:r>
              <a:rPr lang="fr-FR" b="0" dirty="0">
                <a:solidFill>
                  <a:schemeClr val="tx1"/>
                </a:solidFill>
                <a:latin typeface="+mn-lt"/>
                <a:ea typeface="Calibri"/>
                <a:cs typeface="Calibri"/>
              </a:rPr>
              <a:t> Ponctuels Points d’eau</a:t>
            </a:r>
          </a:p>
          <a:p>
            <a:pPr marL="992722" lvl="2" indent="-342900" algn="just">
              <a:defRPr/>
            </a:pPr>
            <a:r>
              <a:rPr lang="fr-FR" b="0" dirty="0">
                <a:solidFill>
                  <a:schemeClr val="tx1"/>
                </a:solidFill>
                <a:latin typeface="+mn-lt"/>
                <a:ea typeface="Calibri"/>
                <a:cs typeface="Calibri"/>
              </a:rPr>
              <a:t>Distanciel 27/11 10h-12h30</a:t>
            </a:r>
          </a:p>
          <a:p>
            <a:pPr lvl="1" indent="-342900" algn="just">
              <a:buFont typeface="Calibri" panose="020B0604020202020204" pitchFamily="34" charset="0"/>
              <a:buChar char="-"/>
              <a:defRPr/>
            </a:pPr>
            <a:endParaRPr lang="fr-FR" sz="2000" b="0" dirty="0">
              <a:solidFill>
                <a:srgbClr val="000000"/>
              </a:solidFill>
              <a:latin typeface="+mn-lt"/>
              <a:ea typeface="Calibri"/>
              <a:cs typeface="Calibri"/>
            </a:endParaRPr>
          </a:p>
          <a:p>
            <a:pPr marL="342900" lvl="1" indent="0" algn="just">
              <a:buClr>
                <a:srgbClr val="554538"/>
              </a:buClr>
              <a:buNone/>
              <a:defRPr/>
            </a:pPr>
            <a:endParaRPr lang="fr-FR" sz="2000" b="0" dirty="0">
              <a:solidFill>
                <a:srgbClr val="000000"/>
              </a:solidFill>
              <a:latin typeface="+mn-lt"/>
              <a:ea typeface="Calibri"/>
              <a:cs typeface="Calibri"/>
            </a:endParaRPr>
          </a:p>
          <a:p>
            <a:pPr marL="985520" lvl="2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lang="fr-FR" sz="2000" dirty="0">
              <a:solidFill>
                <a:srgbClr val="000000"/>
              </a:solidFill>
              <a:latin typeface="+mn-lt"/>
              <a:ea typeface="Calibri"/>
              <a:cs typeface="Calibri"/>
            </a:endParaRPr>
          </a:p>
          <a:p>
            <a:pPr marL="985520" lvl="2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lang="fr-FR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Espace réservé du pied de page 10">
            <a:extLst>
              <a:ext uri="{FF2B5EF4-FFF2-40B4-BE49-F238E27FC236}">
                <a16:creationId xmlns:a16="http://schemas.microsoft.com/office/drawing/2014/main" id="{47B6F8C0-58CA-451C-9C07-17B5811C8CE2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37" name="Espace réservé de la date 1">
            <a:extLst>
              <a:ext uri="{FF2B5EF4-FFF2-40B4-BE49-F238E27FC236}">
                <a16:creationId xmlns:a16="http://schemas.microsoft.com/office/drawing/2014/main" id="{6EC22DE7-352B-4832-A909-B025C6207A40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17/11/2025</a:t>
            </a:r>
          </a:p>
        </p:txBody>
      </p:sp>
      <p:sp>
        <p:nvSpPr>
          <p:cNvPr id="38" name="Espace réservé du numéro de diapositive 16">
            <a:extLst>
              <a:ext uri="{FF2B5EF4-FFF2-40B4-BE49-F238E27FC236}">
                <a16:creationId xmlns:a16="http://schemas.microsoft.com/office/drawing/2014/main" id="{1C05F4BB-4BFD-4DBB-9AEF-C5031034515D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3</a:t>
            </a:fld>
            <a:endParaRPr lang="fr-FR" sz="1000" b="1" dirty="0"/>
          </a:p>
        </p:txBody>
      </p:sp>
      <p:pic>
        <p:nvPicPr>
          <p:cNvPr id="10" name="Image 9" descr="Une image contenant Graphique, capture d’écran, graphism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3CF68A24-8C0B-4814-AB69-19460BF47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58" y="1515516"/>
            <a:ext cx="622319" cy="615231"/>
          </a:xfrm>
          <a:prstGeom prst="rect">
            <a:avLst/>
          </a:prstGeom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6AB6C7F-B51B-4AD9-B3F7-CB2BEA783F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01" y="5034868"/>
            <a:ext cx="615232" cy="61523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22ACE97-7B67-4E75-A6D5-0C9E067E01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72" y="3242393"/>
            <a:ext cx="699491" cy="69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4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491" y="4810034"/>
            <a:ext cx="1303465" cy="1435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A5E344A0-C8A3-4716-B6F9-CDC8F953B05B}"/>
              </a:ext>
            </a:extLst>
          </p:cNvPr>
          <p:cNvSpPr txBox="1">
            <a:spLocks/>
          </p:cNvSpPr>
          <p:nvPr/>
        </p:nvSpPr>
        <p:spPr bwMode="gray">
          <a:xfrm>
            <a:off x="2976844" y="184964"/>
            <a:ext cx="6033038" cy="11260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latin typeface="+mn-lt"/>
                <a:ea typeface="Calibri"/>
                <a:cs typeface="Calibri"/>
              </a:rPr>
              <a:t>Merci de votre participation !</a:t>
            </a:r>
            <a:endParaRPr lang="fr-FR" dirty="0">
              <a:latin typeface="+mn-lt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ACA6581A-3455-4ADF-82F7-3005DD004C56}"/>
              </a:ext>
            </a:extLst>
          </p:cNvPr>
          <p:cNvGrpSpPr/>
          <p:nvPr/>
        </p:nvGrpSpPr>
        <p:grpSpPr>
          <a:xfrm>
            <a:off x="4551813" y="1610076"/>
            <a:ext cx="2883100" cy="2600989"/>
            <a:chOff x="7896924" y="2442440"/>
            <a:chExt cx="3365125" cy="3005044"/>
          </a:xfrm>
        </p:grpSpPr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95EAFEA0-E9D6-4D85-BBCE-8202E5591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4977" y="244244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62B769E9-8DB4-4D74-A975-893EAF79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1006" y="4159742"/>
              <a:ext cx="1287742" cy="128774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7A4577D0-6C75-4E61-8CA6-B57335179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974308" y="386279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6DC51D59-2880-4F20-A461-FED5AC1DB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3317" y="348502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781CB8E4-6C40-49A4-8AEA-4EAC80761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6924" y="3642027"/>
              <a:ext cx="780550" cy="78055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3" name="Image 12">
            <a:extLst>
              <a:ext uri="{FF2B5EF4-FFF2-40B4-BE49-F238E27FC236}">
                <a16:creationId xmlns:a16="http://schemas.microsoft.com/office/drawing/2014/main" id="{77C503AF-B9D8-4297-B025-7EF8DBC2FD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361" y="4770258"/>
            <a:ext cx="1984216" cy="1514618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E6DB4573-EB0A-485C-B448-8229D85B26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64936" y="4514346"/>
            <a:ext cx="2825865" cy="202644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2D9F6E22-A6F9-465C-89B6-5B73C78B6E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386" y="5106632"/>
            <a:ext cx="1763079" cy="84187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3BAD3B40-0EA1-4687-B3ED-2BD2B529DD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009" y="5176327"/>
            <a:ext cx="1391050" cy="70248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45EF56D-4E05-4C45-B014-E974B5AE95A7}"/>
              </a:ext>
            </a:extLst>
          </p:cNvPr>
          <p:cNvSpPr/>
          <p:nvPr/>
        </p:nvSpPr>
        <p:spPr>
          <a:xfrm>
            <a:off x="-149280" y="-212132"/>
            <a:ext cx="3517641" cy="13270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space réservé du pied de page 10">
            <a:extLst>
              <a:ext uri="{FF2B5EF4-FFF2-40B4-BE49-F238E27FC236}">
                <a16:creationId xmlns:a16="http://schemas.microsoft.com/office/drawing/2014/main" id="{A134E4E6-5022-4D63-8373-FF19560AC71C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34" name="Espace réservé du numéro de diapositive 16">
            <a:extLst>
              <a:ext uri="{FF2B5EF4-FFF2-40B4-BE49-F238E27FC236}">
                <a16:creationId xmlns:a16="http://schemas.microsoft.com/office/drawing/2014/main" id="{4B61C671-DD44-4E22-BB6A-154FAD7E1EE2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4</a:t>
            </a:fld>
            <a:endParaRPr lang="fr-FR" sz="1000" b="1" dirty="0"/>
          </a:p>
        </p:txBody>
      </p:sp>
      <p:sp>
        <p:nvSpPr>
          <p:cNvPr id="39" name="Espace réservé de la date 1">
            <a:extLst>
              <a:ext uri="{FF2B5EF4-FFF2-40B4-BE49-F238E27FC236}">
                <a16:creationId xmlns:a16="http://schemas.microsoft.com/office/drawing/2014/main" id="{610CF5AA-81B3-48EC-98B6-D1D0BB772D74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17/11/2025</a:t>
            </a:r>
          </a:p>
        </p:txBody>
      </p:sp>
    </p:spTree>
    <p:extLst>
      <p:ext uri="{BB962C8B-B14F-4D97-AF65-F5344CB8AC3E}">
        <p14:creationId xmlns:p14="http://schemas.microsoft.com/office/powerpoint/2010/main" val="254383534"/>
      </p:ext>
    </p:extLst>
  </p:cSld>
  <p:clrMapOvr>
    <a:masterClrMapping/>
  </p:clrMapOvr>
</p:sld>
</file>

<file path=ppt/theme/theme1.xml><?xml version="1.0" encoding="utf-8"?>
<a:theme xmlns:a="http://schemas.openxmlformats.org/drawingml/2006/main" name="1-Titre-Tex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294C8431-1043-40E1-8AF0-DAA4A8978261}"/>
    </a:ext>
  </a:extLst>
</a:theme>
</file>

<file path=ppt/theme/theme2.xml><?xml version="1.0" encoding="utf-8"?>
<a:theme xmlns:a="http://schemas.openxmlformats.org/drawingml/2006/main" name="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3.xml><?xml version="1.0" encoding="utf-8"?>
<a:theme xmlns:a="http://schemas.openxmlformats.org/drawingml/2006/main" name="1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4.xml><?xml version="1.0" encoding="utf-8"?>
<a:theme xmlns:a="http://schemas.openxmlformats.org/drawingml/2006/main" name="SPP-19.078-1.0 - pres VERT">
  <a:themeElements>
    <a:clrScheme name="Personnalisé 2">
      <a:dk1>
        <a:srgbClr val="231F20"/>
      </a:dk1>
      <a:lt1>
        <a:sysClr val="window" lastClr="FFFFFF"/>
      </a:lt1>
      <a:dk2>
        <a:srgbClr val="0AB99B"/>
      </a:dk2>
      <a:lt2>
        <a:srgbClr val="00BEF0"/>
      </a:lt2>
      <a:accent1>
        <a:srgbClr val="96C31E"/>
      </a:accent1>
      <a:accent2>
        <a:srgbClr val="009146"/>
      </a:accent2>
      <a:accent3>
        <a:srgbClr val="FA9B1E"/>
      </a:accent3>
      <a:accent4>
        <a:srgbClr val="C83728"/>
      </a:accent4>
      <a:accent5>
        <a:srgbClr val="D71478"/>
      </a:accent5>
      <a:accent6>
        <a:srgbClr val="5A287D"/>
      </a:accent6>
      <a:hlink>
        <a:srgbClr val="0000FF"/>
      </a:hlink>
      <a:folHlink>
        <a:srgbClr val="7030A0"/>
      </a:folHlink>
    </a:clrScheme>
    <a:fontScheme name="AUSTRALIE - 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T_AUSTRALIE_MASQUE_IGN_V06.pptx" id="{D5DE042C-D723-44E0-AFEA-3E6B437F267A}" vid="{9A020044-FC93-4823-A3EC-FC852C8DBF5B}"/>
    </a:ext>
  </a:extLst>
</a:theme>
</file>

<file path=ppt/theme/theme5.xml><?xml version="1.0" encoding="utf-8"?>
<a:theme xmlns:a="http://schemas.openxmlformats.org/drawingml/2006/main" name="2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6.xml><?xml version="1.0" encoding="utf-8"?>
<a:theme xmlns:a="http://schemas.openxmlformats.org/drawingml/2006/main" name="5_2-Texte-Im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9C20BCE1-7628-425E-9B34-E384463175B8}"/>
    </a:ext>
  </a:extLst>
</a:theme>
</file>

<file path=ppt/theme/theme7.xml><?xml version="1.0" encoding="utf-8"?>
<a:theme xmlns:a="http://schemas.openxmlformats.org/drawingml/2006/main" name="3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8.xml><?xml version="1.0" encoding="utf-8"?>
<a:theme xmlns:a="http://schemas.openxmlformats.org/drawingml/2006/main" name="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86f84b-88b9-4459-bbe1-3ce207c7425f" xsi:nil="true"/>
    <lcf76f155ced4ddcb4097134ff3c332f xmlns="4d568f87-b25f-475a-a26b-5a1bcde8677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A600EF525E845A794782CB692D6B7" ma:contentTypeVersion="10" ma:contentTypeDescription="Crée un document." ma:contentTypeScope="" ma:versionID="a6cacba7539b31282072365483ecd0ef">
  <xsd:schema xmlns:xsd="http://www.w3.org/2001/XMLSchema" xmlns:xs="http://www.w3.org/2001/XMLSchema" xmlns:p="http://schemas.microsoft.com/office/2006/metadata/properties" xmlns:ns2="4d568f87-b25f-475a-a26b-5a1bcde8677b" xmlns:ns3="a486f84b-88b9-4459-bbe1-3ce207c7425f" targetNamespace="http://schemas.microsoft.com/office/2006/metadata/properties" ma:root="true" ma:fieldsID="6a7891a40410045817253e4d7c5934b7" ns2:_="" ns3:_="">
    <xsd:import namespace="4d568f87-b25f-475a-a26b-5a1bcde8677b"/>
    <xsd:import namespace="a486f84b-88b9-4459-bbe1-3ce207c74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68f87-b25f-475a-a26b-5a1bcde86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763f9de7-cc90-4eb3-be2e-7de001983e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6f84b-88b9-4459-bbe1-3ce207c742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ee0ccfe-4488-482a-93ce-8802051c9c2f}" ma:internalName="TaxCatchAll" ma:showField="CatchAllData" ma:web="a486f84b-88b9-4459-bbe1-3ce207c74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DD4696-884E-4199-AB2F-0FA1DFAA521D}">
  <ds:schemaRefs>
    <ds:schemaRef ds:uri="http://purl.org/dc/terms/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4d568f87-b25f-475a-a26b-5a1bcde8677b"/>
    <ds:schemaRef ds:uri="http://schemas.microsoft.com/office/infopath/2007/PartnerControls"/>
    <ds:schemaRef ds:uri="a486f84b-88b9-4459-bbe1-3ce207c7425f"/>
  </ds:schemaRefs>
</ds:datastoreItem>
</file>

<file path=customXml/itemProps2.xml><?xml version="1.0" encoding="utf-8"?>
<ds:datastoreItem xmlns:ds="http://schemas.openxmlformats.org/officeDocument/2006/customXml" ds:itemID="{C104629D-C0F6-435E-94D4-26BD9AB4D16F}"/>
</file>

<file path=customXml/itemProps3.xml><?xml version="1.0" encoding="utf-8"?>
<ds:datastoreItem xmlns:ds="http://schemas.openxmlformats.org/officeDocument/2006/customXml" ds:itemID="{C9ADF05A-8AEA-48DF-87BB-9DFB8396FD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Masque FCBA-2017</Template>
  <TotalTime>1432</TotalTime>
  <Words>110</Words>
  <Application>Microsoft Office PowerPoint</Application>
  <PresentationFormat>Grand écran</PresentationFormat>
  <Paragraphs>54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10</vt:i4>
      </vt:variant>
      <vt:variant>
        <vt:lpstr>Titres des diapositives</vt:lpstr>
      </vt:variant>
      <vt:variant>
        <vt:i4>4</vt:i4>
      </vt:variant>
    </vt:vector>
  </HeadingPairs>
  <TitlesOfParts>
    <vt:vector size="20" baseType="lpstr">
      <vt:lpstr>Arial</vt:lpstr>
      <vt:lpstr>Calibri</vt:lpstr>
      <vt:lpstr>Courier New</vt:lpstr>
      <vt:lpstr>Marianne</vt:lpstr>
      <vt:lpstr>Times New Roman</vt:lpstr>
      <vt:lpstr>Webdings</vt:lpstr>
      <vt:lpstr>1-Titre-Texte</vt:lpstr>
      <vt:lpstr>Conclusion</vt:lpstr>
      <vt:lpstr>1_Conclusion</vt:lpstr>
      <vt:lpstr>SPP-19.078-1.0 - pres VERT</vt:lpstr>
      <vt:lpstr>2_Conclusion</vt:lpstr>
      <vt:lpstr>5_2-Texte-Image</vt:lpstr>
      <vt:lpstr>3_Conclusion</vt:lpstr>
      <vt:lpstr>ppt_operateurs_marianne</vt:lpstr>
      <vt:lpstr>1_ppt_operateurs_marianne</vt:lpstr>
      <vt:lpstr>2_ppt_operateurs_marianne</vt:lpstr>
      <vt:lpstr>Présentation PowerPoint</vt:lpstr>
      <vt:lpstr>Présentation PowerPoint</vt:lpstr>
      <vt:lpstr>Poursuite</vt:lpstr>
      <vt:lpstr>Présentation PowerPoint</vt:lpstr>
    </vt:vector>
  </TitlesOfParts>
  <Company>FCBA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PLANNING FOR SKID TRAIL IMPLEMENTATION  AND LONG TERM TRAFFICABILITY</dc:title>
  <dc:creator>GINET Christophe</dc:creator>
  <cp:lastModifiedBy>Marion Lacroix</cp:lastModifiedBy>
  <cp:revision>390</cp:revision>
  <cp:lastPrinted>2023-06-26T09:08:24Z</cp:lastPrinted>
  <dcterms:created xsi:type="dcterms:W3CDTF">2017-08-17T05:12:22Z</dcterms:created>
  <dcterms:modified xsi:type="dcterms:W3CDTF">2025-11-14T17:28:13Z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0x01010054AA600EF525E845A794782CB692D6B7</vt:lpwstr>
  </property>
  <property fmtid="{D5CDD505-2E9C-101B-9397-08002B2CF9AE}" pid="3" name="MediaServiceImageTags">
    <vt:lpwstr/>
  </property>
</Properties>
</file>