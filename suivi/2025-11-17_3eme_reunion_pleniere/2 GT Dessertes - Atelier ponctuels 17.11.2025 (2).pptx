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6"/>
  </p:notesMasterIdLst>
  <p:handoutMasterIdLst>
    <p:handoutMasterId r:id="rId27"/>
  </p:handoutMasterIdLst>
  <p:sldIdLst>
    <p:sldId id="732" r:id="rId5"/>
    <p:sldId id="504" r:id="rId6"/>
    <p:sldId id="772" r:id="rId7"/>
    <p:sldId id="774" r:id="rId8"/>
    <p:sldId id="486" r:id="rId9"/>
    <p:sldId id="776" r:id="rId10"/>
    <p:sldId id="789" r:id="rId11"/>
    <p:sldId id="777" r:id="rId12"/>
    <p:sldId id="775" r:id="rId13"/>
    <p:sldId id="773" r:id="rId14"/>
    <p:sldId id="778" r:id="rId15"/>
    <p:sldId id="779" r:id="rId16"/>
    <p:sldId id="780" r:id="rId17"/>
    <p:sldId id="790" r:id="rId18"/>
    <p:sldId id="781" r:id="rId19"/>
    <p:sldId id="783" r:id="rId20"/>
    <p:sldId id="784" r:id="rId21"/>
    <p:sldId id="786" r:id="rId22"/>
    <p:sldId id="785" r:id="rId23"/>
    <p:sldId id="787" r:id="rId24"/>
    <p:sldId id="788" r:id="rId25"/>
  </p:sldIdLst>
  <p:sldSz cx="9144000" cy="5143500" type="screen16x9"/>
  <p:notesSz cx="6797675" cy="9929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ÉRATEURS" id="{0B896E98-F45E-4768-8620-EDDF394BE181}">
          <p14:sldIdLst>
            <p14:sldId id="732"/>
            <p14:sldId id="504"/>
            <p14:sldId id="772"/>
            <p14:sldId id="774"/>
            <p14:sldId id="486"/>
            <p14:sldId id="776"/>
            <p14:sldId id="789"/>
            <p14:sldId id="777"/>
            <p14:sldId id="775"/>
            <p14:sldId id="773"/>
            <p14:sldId id="778"/>
            <p14:sldId id="779"/>
            <p14:sldId id="780"/>
            <p14:sldId id="790"/>
            <p14:sldId id="781"/>
            <p14:sldId id="783"/>
            <p14:sldId id="784"/>
            <p14:sldId id="786"/>
            <p14:sldId id="785"/>
            <p14:sldId id="787"/>
            <p14:sldId id="788"/>
          </p14:sldIdLst>
        </p14:section>
        <p14:section name="MÉTHODOLOGIE" id="{EB03BDE6-D677-4574-A7BF-9721F91BDEB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301D"/>
    <a:srgbClr val="A3C297"/>
    <a:srgbClr val="CCFF99"/>
    <a:srgbClr val="99FF99"/>
    <a:srgbClr val="CCECFF"/>
    <a:srgbClr val="FF0000"/>
    <a:srgbClr val="000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2279" autoAdjust="0"/>
  </p:normalViewPr>
  <p:slideViewPr>
    <p:cSldViewPr snapToGrid="0">
      <p:cViewPr varScale="1">
        <p:scale>
          <a:sx n="133" d="100"/>
          <a:sy n="133" d="100"/>
        </p:scale>
        <p:origin x="1188" y="-72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A383AD2D-9757-4C0E-9BDE-B043C143921A}"/>
    <pc:docChg chg="undo custSel addSld delSld modSld sldOrd modSection">
      <pc:chgData name="Marion Lacroix" userId="9df64882-6113-4c49-9d2b-3e68714ee988" providerId="ADAL" clId="{A383AD2D-9757-4C0E-9BDE-B043C143921A}" dt="2025-11-13T17:51:44.771" v="2231" actId="20577"/>
      <pc:docMkLst>
        <pc:docMk/>
      </pc:docMkLst>
      <pc:sldChg chg="delSp modSp mod">
        <pc:chgData name="Marion Lacroix" userId="9df64882-6113-4c49-9d2b-3e68714ee988" providerId="ADAL" clId="{A383AD2D-9757-4C0E-9BDE-B043C143921A}" dt="2025-11-13T17:50:53.246" v="2203" actId="20577"/>
        <pc:sldMkLst>
          <pc:docMk/>
          <pc:sldMk cId="3660228195" sldId="486"/>
        </pc:sldMkLst>
        <pc:spChg chg="del">
          <ac:chgData name="Marion Lacroix" userId="9df64882-6113-4c49-9d2b-3e68714ee988" providerId="ADAL" clId="{A383AD2D-9757-4C0E-9BDE-B043C143921A}" dt="2025-11-13T17:08:57.010" v="1062" actId="478"/>
          <ac:spMkLst>
            <pc:docMk/>
            <pc:sldMk cId="3660228195" sldId="486"/>
            <ac:spMk id="2" creationId="{72F0AB2D-19EF-4994-8152-F6FB9D19D57E}"/>
          </ac:spMkLst>
        </pc:spChg>
        <pc:spChg chg="mod">
          <ac:chgData name="Marion Lacroix" userId="9df64882-6113-4c49-9d2b-3e68714ee988" providerId="ADAL" clId="{A383AD2D-9757-4C0E-9BDE-B043C143921A}" dt="2025-11-13T17:50:53.246" v="2203" actId="20577"/>
          <ac:spMkLst>
            <pc:docMk/>
            <pc:sldMk cId="3660228195" sldId="486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51.619" v="1464" actId="20577"/>
          <ac:graphicFrameMkLst>
            <pc:docMk/>
            <pc:sldMk cId="3660228195" sldId="486"/>
            <ac:graphicFrameMk id="12" creationId="{3D63D877-7D36-489B-8304-391D9D919723}"/>
          </ac:graphicFrameMkLst>
        </pc:graphicFrameChg>
      </pc:sldChg>
      <pc:sldChg chg="modSp mod">
        <pc:chgData name="Marion Lacroix" userId="9df64882-6113-4c49-9d2b-3e68714ee988" providerId="ADAL" clId="{A383AD2D-9757-4C0E-9BDE-B043C143921A}" dt="2025-11-13T09:31:57.903" v="6" actId="2711"/>
        <pc:sldMkLst>
          <pc:docMk/>
          <pc:sldMk cId="2897004409" sldId="732"/>
        </pc:sldMkLst>
        <pc:spChg chg="mod">
          <ac:chgData name="Marion Lacroix" userId="9df64882-6113-4c49-9d2b-3e68714ee988" providerId="ADAL" clId="{A383AD2D-9757-4C0E-9BDE-B043C143921A}" dt="2025-11-13T09:30:51.771" v="1" actId="2711"/>
          <ac:spMkLst>
            <pc:docMk/>
            <pc:sldMk cId="2897004409" sldId="732"/>
            <ac:spMk id="6" creationId="{00000000-0000-0000-0000-000000000000}"/>
          </ac:spMkLst>
        </pc:spChg>
        <pc:spChg chg="mod">
          <ac:chgData name="Marion Lacroix" userId="9df64882-6113-4c49-9d2b-3e68714ee988" providerId="ADAL" clId="{A383AD2D-9757-4C0E-9BDE-B043C143921A}" dt="2025-11-13T09:31:57.903" v="6" actId="2711"/>
          <ac:spMkLst>
            <pc:docMk/>
            <pc:sldMk cId="2897004409" sldId="732"/>
            <ac:spMk id="11" creationId="{B82313C9-D5BF-4E03-9936-9A509F430E5A}"/>
          </ac:spMkLst>
        </pc:spChg>
        <pc:picChg chg="mod">
          <ac:chgData name="Marion Lacroix" userId="9df64882-6113-4c49-9d2b-3e68714ee988" providerId="ADAL" clId="{A383AD2D-9757-4C0E-9BDE-B043C143921A}" dt="2025-11-13T09:31:08.799" v="2" actId="1076"/>
          <ac:picMkLst>
            <pc:docMk/>
            <pc:sldMk cId="2897004409" sldId="732"/>
            <ac:picMk id="12" creationId="{CB131529-0D4F-4171-9917-E2B6F9BD3EDE}"/>
          </ac:picMkLst>
        </pc:picChg>
        <pc:picChg chg="mod">
          <ac:chgData name="Marion Lacroix" userId="9df64882-6113-4c49-9d2b-3e68714ee988" providerId="ADAL" clId="{A383AD2D-9757-4C0E-9BDE-B043C143921A}" dt="2025-11-13T09:31:08.799" v="2" actId="1076"/>
          <ac:picMkLst>
            <pc:docMk/>
            <pc:sldMk cId="2897004409" sldId="732"/>
            <ac:picMk id="13" creationId="{BD3A6AC6-9EC3-4B4C-8BCC-0CDF0B526C8F}"/>
          </ac:picMkLst>
        </pc:picChg>
        <pc:picChg chg="mod">
          <ac:chgData name="Marion Lacroix" userId="9df64882-6113-4c49-9d2b-3e68714ee988" providerId="ADAL" clId="{A383AD2D-9757-4C0E-9BDE-B043C143921A}" dt="2025-11-13T09:31:08.799" v="2" actId="1076"/>
          <ac:picMkLst>
            <pc:docMk/>
            <pc:sldMk cId="2897004409" sldId="732"/>
            <ac:picMk id="14" creationId="{E9AF8D38-FAC6-4321-ACD7-16F536668A76}"/>
          </ac:picMkLst>
        </pc:picChg>
        <pc:picChg chg="mod">
          <ac:chgData name="Marion Lacroix" userId="9df64882-6113-4c49-9d2b-3e68714ee988" providerId="ADAL" clId="{A383AD2D-9757-4C0E-9BDE-B043C143921A}" dt="2025-11-13T09:31:08.799" v="2" actId="1076"/>
          <ac:picMkLst>
            <pc:docMk/>
            <pc:sldMk cId="2897004409" sldId="732"/>
            <ac:picMk id="15" creationId="{6C5BBA72-1878-453A-B073-EF55F2AA4B75}"/>
          </ac:picMkLst>
        </pc:picChg>
        <pc:picChg chg="mod">
          <ac:chgData name="Marion Lacroix" userId="9df64882-6113-4c49-9d2b-3e68714ee988" providerId="ADAL" clId="{A383AD2D-9757-4C0E-9BDE-B043C143921A}" dt="2025-11-13T09:31:08.799" v="2" actId="1076"/>
          <ac:picMkLst>
            <pc:docMk/>
            <pc:sldMk cId="2897004409" sldId="732"/>
            <ac:picMk id="18" creationId="{85455156-CA8E-44FF-88AF-0243B8E80CEB}"/>
          </ac:picMkLst>
        </pc:picChg>
      </pc:sldChg>
      <pc:sldChg chg="addSp delSp modSp mod">
        <pc:chgData name="Marion Lacroix" userId="9df64882-6113-4c49-9d2b-3e68714ee988" providerId="ADAL" clId="{A383AD2D-9757-4C0E-9BDE-B043C143921A}" dt="2025-11-13T17:50:26.961" v="2194" actId="14100"/>
        <pc:sldMkLst>
          <pc:docMk/>
          <pc:sldMk cId="3027977198" sldId="772"/>
        </pc:sldMkLst>
        <pc:spChg chg="del">
          <ac:chgData name="Marion Lacroix" userId="9df64882-6113-4c49-9d2b-3e68714ee988" providerId="ADAL" clId="{A383AD2D-9757-4C0E-9BDE-B043C143921A}" dt="2025-11-13T16:25:03.487" v="7" actId="478"/>
          <ac:spMkLst>
            <pc:docMk/>
            <pc:sldMk cId="3027977198" sldId="772"/>
            <ac:spMk id="2" creationId="{A5899825-9D11-40BE-B81E-F0B2981B02B5}"/>
          </ac:spMkLst>
        </pc:spChg>
        <pc:spChg chg="mod">
          <ac:chgData name="Marion Lacroix" userId="9df64882-6113-4c49-9d2b-3e68714ee988" providerId="ADAL" clId="{A383AD2D-9757-4C0E-9BDE-B043C143921A}" dt="2025-11-13T17:49:40.080" v="2185" actId="20577"/>
          <ac:spMkLst>
            <pc:docMk/>
            <pc:sldMk cId="3027977198" sldId="772"/>
            <ac:spMk id="9" creationId="{649CAF71-85BB-E46B-C9EF-3972E4D631E0}"/>
          </ac:spMkLst>
        </pc:spChg>
        <pc:spChg chg="del">
          <ac:chgData name="Marion Lacroix" userId="9df64882-6113-4c49-9d2b-3e68714ee988" providerId="ADAL" clId="{A383AD2D-9757-4C0E-9BDE-B043C143921A}" dt="2025-11-13T17:48:21.928" v="2070" actId="478"/>
          <ac:spMkLst>
            <pc:docMk/>
            <pc:sldMk cId="3027977198" sldId="772"/>
            <ac:spMk id="11" creationId="{A5CC490A-6F87-46E6-B268-47C974E51358}"/>
          </ac:spMkLst>
        </pc:spChg>
        <pc:spChg chg="mod">
          <ac:chgData name="Marion Lacroix" userId="9df64882-6113-4c49-9d2b-3e68714ee988" providerId="ADAL" clId="{A383AD2D-9757-4C0E-9BDE-B043C143921A}" dt="2025-11-13T17:50:26.961" v="2194" actId="14100"/>
          <ac:spMkLst>
            <pc:docMk/>
            <pc:sldMk cId="3027977198" sldId="772"/>
            <ac:spMk id="12" creationId="{B7623094-EC22-4786-8B05-650A27926844}"/>
          </ac:spMkLst>
        </pc:spChg>
        <pc:spChg chg="add del mod">
          <ac:chgData name="Marion Lacroix" userId="9df64882-6113-4c49-9d2b-3e68714ee988" providerId="ADAL" clId="{A383AD2D-9757-4C0E-9BDE-B043C143921A}" dt="2025-11-13T17:48:03.051" v="2054" actId="478"/>
          <ac:spMkLst>
            <pc:docMk/>
            <pc:sldMk cId="3027977198" sldId="772"/>
            <ac:spMk id="13" creationId="{9E10DF47-AF92-4829-8383-224633C6D00A}"/>
          </ac:spMkLst>
        </pc:spChg>
        <pc:picChg chg="add del mod">
          <ac:chgData name="Marion Lacroix" userId="9df64882-6113-4c49-9d2b-3e68714ee988" providerId="ADAL" clId="{A383AD2D-9757-4C0E-9BDE-B043C143921A}" dt="2025-11-13T17:50:22.283" v="2192"/>
          <ac:picMkLst>
            <pc:docMk/>
            <pc:sldMk cId="3027977198" sldId="772"/>
            <ac:picMk id="7" creationId="{3FE68882-A218-4659-A1F0-7B7D4FCA5C98}"/>
          </ac:picMkLst>
        </pc:picChg>
        <pc:picChg chg="add del">
          <ac:chgData name="Marion Lacroix" userId="9df64882-6113-4c49-9d2b-3e68714ee988" providerId="ADAL" clId="{A383AD2D-9757-4C0E-9BDE-B043C143921A}" dt="2025-11-13T17:50:22.718" v="2193" actId="478"/>
          <ac:picMkLst>
            <pc:docMk/>
            <pc:sldMk cId="3027977198" sldId="772"/>
            <ac:picMk id="19" creationId="{8648AF58-D3B9-4D9C-BE2C-77BF9708C211}"/>
          </ac:picMkLst>
        </pc:picChg>
      </pc:sldChg>
      <pc:sldChg chg="addSp delSp modSp mod modAnim">
        <pc:chgData name="Marion Lacroix" userId="9df64882-6113-4c49-9d2b-3e68714ee988" providerId="ADAL" clId="{A383AD2D-9757-4C0E-9BDE-B043C143921A}" dt="2025-11-13T17:51:11.170" v="2211" actId="20577"/>
        <pc:sldMkLst>
          <pc:docMk/>
          <pc:sldMk cId="2449775682" sldId="773"/>
        </pc:sldMkLst>
        <pc:spChg chg="mod">
          <ac:chgData name="Marion Lacroix" userId="9df64882-6113-4c49-9d2b-3e68714ee988" providerId="ADAL" clId="{A383AD2D-9757-4C0E-9BDE-B043C143921A}" dt="2025-11-13T17:47:51.866" v="2053" actId="1076"/>
          <ac:spMkLst>
            <pc:docMk/>
            <pc:sldMk cId="2449775682" sldId="773"/>
            <ac:spMk id="7" creationId="{3D3362DA-007F-4FE0-9792-0479DED8CA20}"/>
          </ac:spMkLst>
        </pc:spChg>
        <pc:spChg chg="mod">
          <ac:chgData name="Marion Lacroix" userId="9df64882-6113-4c49-9d2b-3e68714ee988" providerId="ADAL" clId="{A383AD2D-9757-4C0E-9BDE-B043C143921A}" dt="2025-11-13T17:51:11.170" v="2211" actId="20577"/>
          <ac:spMkLst>
            <pc:docMk/>
            <pc:sldMk cId="2449775682" sldId="773"/>
            <ac:spMk id="8" creationId="{39A34D4C-BF23-47C3-8364-19CD7D44A393}"/>
          </ac:spMkLst>
        </pc:spChg>
        <pc:spChg chg="del">
          <ac:chgData name="Marion Lacroix" userId="9df64882-6113-4c49-9d2b-3e68714ee988" providerId="ADAL" clId="{A383AD2D-9757-4C0E-9BDE-B043C143921A}" dt="2025-11-13T17:34:54.974" v="1616" actId="478"/>
          <ac:spMkLst>
            <pc:docMk/>
            <pc:sldMk cId="2449775682" sldId="773"/>
            <ac:spMk id="9" creationId="{AFAAC145-995E-4844-856A-B9E869E3D674}"/>
          </ac:spMkLst>
        </pc:spChg>
        <pc:spChg chg="add del mod ord">
          <ac:chgData name="Marion Lacroix" userId="9df64882-6113-4c49-9d2b-3e68714ee988" providerId="ADAL" clId="{A383AD2D-9757-4C0E-9BDE-B043C143921A}" dt="2025-11-13T17:42:53.669" v="1998" actId="478"/>
          <ac:spMkLst>
            <pc:docMk/>
            <pc:sldMk cId="2449775682" sldId="773"/>
            <ac:spMk id="14" creationId="{16E5375C-B23E-4058-B118-1F88A6BB6992}"/>
          </ac:spMkLst>
        </pc:spChg>
        <pc:spChg chg="add mod">
          <ac:chgData name="Marion Lacroix" userId="9df64882-6113-4c49-9d2b-3e68714ee988" providerId="ADAL" clId="{A383AD2D-9757-4C0E-9BDE-B043C143921A}" dt="2025-11-13T17:44:13.436" v="2013" actId="1076"/>
          <ac:spMkLst>
            <pc:docMk/>
            <pc:sldMk cId="2449775682" sldId="773"/>
            <ac:spMk id="16" creationId="{D003766B-EA30-4970-822D-FA8CFDB73C2C}"/>
          </ac:spMkLst>
        </pc:spChg>
        <pc:spChg chg="add mod">
          <ac:chgData name="Marion Lacroix" userId="9df64882-6113-4c49-9d2b-3e68714ee988" providerId="ADAL" clId="{A383AD2D-9757-4C0E-9BDE-B043C143921A}" dt="2025-11-13T17:45:49.802" v="2031" actId="693"/>
          <ac:spMkLst>
            <pc:docMk/>
            <pc:sldMk cId="2449775682" sldId="773"/>
            <ac:spMk id="17" creationId="{BA42A762-556B-4314-8BE4-95A670327755}"/>
          </ac:spMkLst>
        </pc:spChg>
        <pc:spChg chg="add mod">
          <ac:chgData name="Marion Lacroix" userId="9df64882-6113-4c49-9d2b-3e68714ee988" providerId="ADAL" clId="{A383AD2D-9757-4C0E-9BDE-B043C143921A}" dt="2025-11-13T17:44:38.794" v="2018" actId="1076"/>
          <ac:spMkLst>
            <pc:docMk/>
            <pc:sldMk cId="2449775682" sldId="773"/>
            <ac:spMk id="18" creationId="{103083EA-3229-4E89-AC11-BD27FF5404B1}"/>
          </ac:spMkLst>
        </pc:spChg>
        <pc:spChg chg="add mod">
          <ac:chgData name="Marion Lacroix" userId="9df64882-6113-4c49-9d2b-3e68714ee988" providerId="ADAL" clId="{A383AD2D-9757-4C0E-9BDE-B043C143921A}" dt="2025-11-13T17:46:57.726" v="2047" actId="1076"/>
          <ac:spMkLst>
            <pc:docMk/>
            <pc:sldMk cId="2449775682" sldId="773"/>
            <ac:spMk id="27" creationId="{87356637-3527-4465-B3DB-9F2B3EABE88B}"/>
          </ac:spMkLst>
        </pc:spChg>
        <pc:cxnChg chg="add mod">
          <ac:chgData name="Marion Lacroix" userId="9df64882-6113-4c49-9d2b-3e68714ee988" providerId="ADAL" clId="{A383AD2D-9757-4C0E-9BDE-B043C143921A}" dt="2025-11-13T17:40:15.070" v="1971" actId="208"/>
          <ac:cxnSpMkLst>
            <pc:docMk/>
            <pc:sldMk cId="2449775682" sldId="773"/>
            <ac:cxnSpMk id="3" creationId="{81E09A41-AC5A-4251-99C1-A1866E578A2D}"/>
          </ac:cxnSpMkLst>
        </pc:cxnChg>
        <pc:cxnChg chg="add mod">
          <ac:chgData name="Marion Lacroix" userId="9df64882-6113-4c49-9d2b-3e68714ee988" providerId="ADAL" clId="{A383AD2D-9757-4C0E-9BDE-B043C143921A}" dt="2025-11-13T17:41:35.380" v="1981" actId="14100"/>
          <ac:cxnSpMkLst>
            <pc:docMk/>
            <pc:sldMk cId="2449775682" sldId="773"/>
            <ac:cxnSpMk id="10" creationId="{34B1E3A9-9CC1-41E4-9820-AD48990E47FE}"/>
          </ac:cxnSpMkLst>
        </pc:cxnChg>
        <pc:cxnChg chg="add mod">
          <ac:chgData name="Marion Lacroix" userId="9df64882-6113-4c49-9d2b-3e68714ee988" providerId="ADAL" clId="{A383AD2D-9757-4C0E-9BDE-B043C143921A}" dt="2025-11-13T17:40:24.729" v="1973" actId="208"/>
          <ac:cxnSpMkLst>
            <pc:docMk/>
            <pc:sldMk cId="2449775682" sldId="773"/>
            <ac:cxnSpMk id="11" creationId="{764B6912-1144-4CA0-9DAD-09DCAB81F259}"/>
          </ac:cxnSpMkLst>
        </pc:cxnChg>
        <pc:cxnChg chg="add mod">
          <ac:chgData name="Marion Lacroix" userId="9df64882-6113-4c49-9d2b-3e68714ee988" providerId="ADAL" clId="{A383AD2D-9757-4C0E-9BDE-B043C143921A}" dt="2025-11-13T17:40:18.808" v="1972" actId="208"/>
          <ac:cxnSpMkLst>
            <pc:docMk/>
            <pc:sldMk cId="2449775682" sldId="773"/>
            <ac:cxnSpMk id="13" creationId="{06D347F5-E797-48E5-8D2E-011272549012}"/>
          </ac:cxnSpMkLst>
        </pc:cxnChg>
        <pc:cxnChg chg="add mod">
          <ac:chgData name="Marion Lacroix" userId="9df64882-6113-4c49-9d2b-3e68714ee988" providerId="ADAL" clId="{A383AD2D-9757-4C0E-9BDE-B043C143921A}" dt="2025-11-13T17:45:31.534" v="2029" actId="693"/>
          <ac:cxnSpMkLst>
            <pc:docMk/>
            <pc:sldMk cId="2449775682" sldId="773"/>
            <ac:cxnSpMk id="20" creationId="{A58CFDCE-3F5B-42CC-BC21-E12017417884}"/>
          </ac:cxnSpMkLst>
        </pc:cxnChg>
      </pc:sldChg>
      <pc:sldChg chg="addSp delSp modSp add mod ord modAnim">
        <pc:chgData name="Marion Lacroix" userId="9df64882-6113-4c49-9d2b-3e68714ee988" providerId="ADAL" clId="{A383AD2D-9757-4C0E-9BDE-B043C143921A}" dt="2025-11-13T17:50:41.545" v="2201" actId="20577"/>
        <pc:sldMkLst>
          <pc:docMk/>
          <pc:sldMk cId="764976461" sldId="774"/>
        </pc:sldMkLst>
        <pc:spChg chg="add mod">
          <ac:chgData name="Marion Lacroix" userId="9df64882-6113-4c49-9d2b-3e68714ee988" providerId="ADAL" clId="{A383AD2D-9757-4C0E-9BDE-B043C143921A}" dt="2025-11-13T17:06:03.853" v="1041" actId="1076"/>
          <ac:spMkLst>
            <pc:docMk/>
            <pc:sldMk cId="764976461" sldId="774"/>
            <ac:spMk id="2" creationId="{C9DB42BF-BFAB-4FE0-8269-D946A1640F32}"/>
          </ac:spMkLst>
        </pc:spChg>
        <pc:spChg chg="mod">
          <ac:chgData name="Marion Lacroix" userId="9df64882-6113-4c49-9d2b-3e68714ee988" providerId="ADAL" clId="{A383AD2D-9757-4C0E-9BDE-B043C143921A}" dt="2025-11-13T17:08:03.195" v="1054" actId="1076"/>
          <ac:spMkLst>
            <pc:docMk/>
            <pc:sldMk cId="764976461" sldId="774"/>
            <ac:spMk id="7" creationId="{3D3362DA-007F-4FE0-9792-0479DED8CA20}"/>
          </ac:spMkLst>
        </pc:spChg>
        <pc:spChg chg="mod">
          <ac:chgData name="Marion Lacroix" userId="9df64882-6113-4c49-9d2b-3e68714ee988" providerId="ADAL" clId="{A383AD2D-9757-4C0E-9BDE-B043C143921A}" dt="2025-11-13T17:50:41.545" v="2201" actId="20577"/>
          <ac:spMkLst>
            <pc:docMk/>
            <pc:sldMk cId="764976461" sldId="774"/>
            <ac:spMk id="8" creationId="{39A34D4C-BF23-47C3-8364-19CD7D44A393}"/>
          </ac:spMkLst>
        </pc:spChg>
        <pc:spChg chg="del">
          <ac:chgData name="Marion Lacroix" userId="9df64882-6113-4c49-9d2b-3e68714ee988" providerId="ADAL" clId="{A383AD2D-9757-4C0E-9BDE-B043C143921A}" dt="2025-11-13T16:27:37.554" v="17" actId="478"/>
          <ac:spMkLst>
            <pc:docMk/>
            <pc:sldMk cId="764976461" sldId="774"/>
            <ac:spMk id="9" creationId="{AFAAC145-995E-4844-856A-B9E869E3D674}"/>
          </ac:spMkLst>
        </pc:spChg>
        <pc:spChg chg="add mod">
          <ac:chgData name="Marion Lacroix" userId="9df64882-6113-4c49-9d2b-3e68714ee988" providerId="ADAL" clId="{A383AD2D-9757-4C0E-9BDE-B043C143921A}" dt="2025-11-13T17:06:03.853" v="1041" actId="1076"/>
          <ac:spMkLst>
            <pc:docMk/>
            <pc:sldMk cId="764976461" sldId="774"/>
            <ac:spMk id="10" creationId="{C7B15AAB-74D1-4BB5-A89F-32976974E01A}"/>
          </ac:spMkLst>
        </pc:spChg>
        <pc:spChg chg="add mod">
          <ac:chgData name="Marion Lacroix" userId="9df64882-6113-4c49-9d2b-3e68714ee988" providerId="ADAL" clId="{A383AD2D-9757-4C0E-9BDE-B043C143921A}" dt="2025-11-13T17:06:03.853" v="1041" actId="1076"/>
          <ac:spMkLst>
            <pc:docMk/>
            <pc:sldMk cId="764976461" sldId="774"/>
            <ac:spMk id="11" creationId="{89AF94F0-3D42-4E45-9D40-A84A479B4236}"/>
          </ac:spMkLst>
        </pc:spChg>
        <pc:spChg chg="add mod">
          <ac:chgData name="Marion Lacroix" userId="9df64882-6113-4c49-9d2b-3e68714ee988" providerId="ADAL" clId="{A383AD2D-9757-4C0E-9BDE-B043C143921A}" dt="2025-11-13T17:06:03.853" v="1041" actId="1076"/>
          <ac:spMkLst>
            <pc:docMk/>
            <pc:sldMk cId="764976461" sldId="774"/>
            <ac:spMk id="12" creationId="{BF422F7A-1B03-4AC1-9C25-B093389DB031}"/>
          </ac:spMkLst>
        </pc:spChg>
        <pc:spChg chg="add mod">
          <ac:chgData name="Marion Lacroix" userId="9df64882-6113-4c49-9d2b-3e68714ee988" providerId="ADAL" clId="{A383AD2D-9757-4C0E-9BDE-B043C143921A}" dt="2025-11-13T17:06:03.853" v="1041" actId="1076"/>
          <ac:spMkLst>
            <pc:docMk/>
            <pc:sldMk cId="764976461" sldId="774"/>
            <ac:spMk id="26" creationId="{31D1CCD2-2C5A-4351-9CAF-88D920E8C9F9}"/>
          </ac:spMkLst>
        </pc:spChg>
        <pc:picChg chg="add mod">
          <ac:chgData name="Marion Lacroix" userId="9df64882-6113-4c49-9d2b-3e68714ee988" providerId="ADAL" clId="{A383AD2D-9757-4C0E-9BDE-B043C143921A}" dt="2025-11-13T17:08:45.298" v="1061" actId="1076"/>
          <ac:picMkLst>
            <pc:docMk/>
            <pc:sldMk cId="764976461" sldId="774"/>
            <ac:picMk id="31" creationId="{99C1B46F-E9D8-4FB4-99BD-7476517C37E0}"/>
          </ac:picMkLst>
        </pc:picChg>
        <pc:cxnChg chg="add mod">
          <ac:chgData name="Marion Lacroix" userId="9df64882-6113-4c49-9d2b-3e68714ee988" providerId="ADAL" clId="{A383AD2D-9757-4C0E-9BDE-B043C143921A}" dt="2025-11-13T17:06:03.853" v="1041" actId="1076"/>
          <ac:cxnSpMkLst>
            <pc:docMk/>
            <pc:sldMk cId="764976461" sldId="774"/>
            <ac:cxnSpMk id="13" creationId="{31FCC670-3439-4E41-A73F-299E948E7C48}"/>
          </ac:cxnSpMkLst>
        </pc:cxnChg>
        <pc:cxnChg chg="add mod">
          <ac:chgData name="Marion Lacroix" userId="9df64882-6113-4c49-9d2b-3e68714ee988" providerId="ADAL" clId="{A383AD2D-9757-4C0E-9BDE-B043C143921A}" dt="2025-11-13T17:06:03.853" v="1041" actId="1076"/>
          <ac:cxnSpMkLst>
            <pc:docMk/>
            <pc:sldMk cId="764976461" sldId="774"/>
            <ac:cxnSpMk id="14" creationId="{9F25D5D6-71EE-4D2C-BC7B-E39400DEA665}"/>
          </ac:cxnSpMkLst>
        </pc:cxnChg>
        <pc:cxnChg chg="add mod">
          <ac:chgData name="Marion Lacroix" userId="9df64882-6113-4c49-9d2b-3e68714ee988" providerId="ADAL" clId="{A383AD2D-9757-4C0E-9BDE-B043C143921A}" dt="2025-11-13T17:06:03.853" v="1041" actId="1076"/>
          <ac:cxnSpMkLst>
            <pc:docMk/>
            <pc:sldMk cId="764976461" sldId="774"/>
            <ac:cxnSpMk id="17" creationId="{F8917B24-C0C5-467F-907E-9CF45E4FAADE}"/>
          </ac:cxnSpMkLst>
        </pc:cxnChg>
        <pc:cxnChg chg="add mod">
          <ac:chgData name="Marion Lacroix" userId="9df64882-6113-4c49-9d2b-3e68714ee988" providerId="ADAL" clId="{A383AD2D-9757-4C0E-9BDE-B043C143921A}" dt="2025-11-13T17:06:03.853" v="1041" actId="1076"/>
          <ac:cxnSpMkLst>
            <pc:docMk/>
            <pc:sldMk cId="764976461" sldId="774"/>
            <ac:cxnSpMk id="28" creationId="{B07DEDEE-FECC-411C-B69C-0B7396C6B610}"/>
          </ac:cxnSpMkLst>
        </pc:cxnChg>
      </pc:sldChg>
      <pc:sldChg chg="modSp add mod ord">
        <pc:chgData name="Marion Lacroix" userId="9df64882-6113-4c49-9d2b-3e68714ee988" providerId="ADAL" clId="{A383AD2D-9757-4C0E-9BDE-B043C143921A}" dt="2025-11-13T17:51:04.776" v="2209" actId="20577"/>
        <pc:sldMkLst>
          <pc:docMk/>
          <pc:sldMk cId="868016967" sldId="775"/>
        </pc:sldMkLst>
        <pc:spChg chg="mod">
          <ac:chgData name="Marion Lacroix" userId="9df64882-6113-4c49-9d2b-3e68714ee988" providerId="ADAL" clId="{A383AD2D-9757-4C0E-9BDE-B043C143921A}" dt="2025-11-13T17:51:04.776" v="2209" actId="20577"/>
          <ac:spMkLst>
            <pc:docMk/>
            <pc:sldMk cId="868016967" sldId="775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44.237" v="1461" actId="20577"/>
          <ac:graphicFrameMkLst>
            <pc:docMk/>
            <pc:sldMk cId="868016967" sldId="775"/>
            <ac:graphicFrameMk id="12" creationId="{3D63D877-7D36-489B-8304-391D9D919723}"/>
          </ac:graphicFrameMkLst>
        </pc:graphicFrameChg>
      </pc:sldChg>
      <pc:sldChg chg="add del">
        <pc:chgData name="Marion Lacroix" userId="9df64882-6113-4c49-9d2b-3e68714ee988" providerId="ADAL" clId="{A383AD2D-9757-4C0E-9BDE-B043C143921A}" dt="2025-11-13T17:14:28.376" v="1114" actId="47"/>
        <pc:sldMkLst>
          <pc:docMk/>
          <pc:sldMk cId="2037129557" sldId="775"/>
        </pc:sldMkLst>
      </pc:sldChg>
      <pc:sldChg chg="add del">
        <pc:chgData name="Marion Lacroix" userId="9df64882-6113-4c49-9d2b-3e68714ee988" providerId="ADAL" clId="{A383AD2D-9757-4C0E-9BDE-B043C143921A}" dt="2025-11-13T17:14:57.880" v="1141" actId="47"/>
        <pc:sldMkLst>
          <pc:docMk/>
          <pc:sldMk cId="2746363186" sldId="776"/>
        </pc:sldMkLst>
      </pc:sldChg>
      <pc:sldChg chg="modSp add mod">
        <pc:chgData name="Marion Lacroix" userId="9df64882-6113-4c49-9d2b-3e68714ee988" providerId="ADAL" clId="{A383AD2D-9757-4C0E-9BDE-B043C143921A}" dt="2025-11-13T17:50:58.103" v="2205" actId="20577"/>
        <pc:sldMkLst>
          <pc:docMk/>
          <pc:sldMk cId="4185376793" sldId="776"/>
        </pc:sldMkLst>
        <pc:spChg chg="mod">
          <ac:chgData name="Marion Lacroix" userId="9df64882-6113-4c49-9d2b-3e68714ee988" providerId="ADAL" clId="{A383AD2D-9757-4C0E-9BDE-B043C143921A}" dt="2025-11-13T17:50:58.103" v="2205" actId="20577"/>
          <ac:spMkLst>
            <pc:docMk/>
            <pc:sldMk cId="4185376793" sldId="776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49.282" v="1463" actId="20577"/>
          <ac:graphicFrameMkLst>
            <pc:docMk/>
            <pc:sldMk cId="4185376793" sldId="776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01.416" v="2207" actId="20577"/>
        <pc:sldMkLst>
          <pc:docMk/>
          <pc:sldMk cId="806663374" sldId="777"/>
        </pc:sldMkLst>
        <pc:spChg chg="mod">
          <ac:chgData name="Marion Lacroix" userId="9df64882-6113-4c49-9d2b-3e68714ee988" providerId="ADAL" clId="{A383AD2D-9757-4C0E-9BDE-B043C143921A}" dt="2025-11-13T17:51:01.416" v="2207" actId="20577"/>
          <ac:spMkLst>
            <pc:docMk/>
            <pc:sldMk cId="806663374" sldId="777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46.674" v="1462" actId="20577"/>
          <ac:graphicFrameMkLst>
            <pc:docMk/>
            <pc:sldMk cId="806663374" sldId="777"/>
            <ac:graphicFrameMk id="12" creationId="{3D63D877-7D36-489B-8304-391D9D919723}"/>
          </ac:graphicFrameMkLst>
        </pc:graphicFrameChg>
      </pc:sldChg>
      <pc:sldChg chg="modSp add mod ord">
        <pc:chgData name="Marion Lacroix" userId="9df64882-6113-4c49-9d2b-3e68714ee988" providerId="ADAL" clId="{A383AD2D-9757-4C0E-9BDE-B043C143921A}" dt="2025-11-13T17:51:15.498" v="2213" actId="20577"/>
        <pc:sldMkLst>
          <pc:docMk/>
          <pc:sldMk cId="4053756221" sldId="778"/>
        </pc:sldMkLst>
        <pc:spChg chg="mod">
          <ac:chgData name="Marion Lacroix" userId="9df64882-6113-4c49-9d2b-3e68714ee988" providerId="ADAL" clId="{A383AD2D-9757-4C0E-9BDE-B043C143921A}" dt="2025-11-13T17:51:15.498" v="2213" actId="20577"/>
          <ac:spMkLst>
            <pc:docMk/>
            <pc:sldMk cId="4053756221" sldId="778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41.879" v="1460" actId="20577"/>
          <ac:graphicFrameMkLst>
            <pc:docMk/>
            <pc:sldMk cId="4053756221" sldId="778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18.089" v="2215" actId="20577"/>
        <pc:sldMkLst>
          <pc:docMk/>
          <pc:sldMk cId="4169547857" sldId="779"/>
        </pc:sldMkLst>
        <pc:spChg chg="mod">
          <ac:chgData name="Marion Lacroix" userId="9df64882-6113-4c49-9d2b-3e68714ee988" providerId="ADAL" clId="{A383AD2D-9757-4C0E-9BDE-B043C143921A}" dt="2025-11-13T17:51:18.089" v="2215" actId="20577"/>
          <ac:spMkLst>
            <pc:docMk/>
            <pc:sldMk cId="4169547857" sldId="779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39.944" v="1459" actId="20577"/>
          <ac:graphicFrameMkLst>
            <pc:docMk/>
            <pc:sldMk cId="4169547857" sldId="779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21.212" v="2217" actId="20577"/>
        <pc:sldMkLst>
          <pc:docMk/>
          <pc:sldMk cId="3416630978" sldId="780"/>
        </pc:sldMkLst>
        <pc:spChg chg="mod">
          <ac:chgData name="Marion Lacroix" userId="9df64882-6113-4c49-9d2b-3e68714ee988" providerId="ADAL" clId="{A383AD2D-9757-4C0E-9BDE-B043C143921A}" dt="2025-11-13T17:51:21.212" v="2217" actId="20577"/>
          <ac:spMkLst>
            <pc:docMk/>
            <pc:sldMk cId="3416630978" sldId="780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37.470" v="1458" actId="20577"/>
          <ac:graphicFrameMkLst>
            <pc:docMk/>
            <pc:sldMk cId="3416630978" sldId="780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24.318" v="2219" actId="20577"/>
        <pc:sldMkLst>
          <pc:docMk/>
          <pc:sldMk cId="89782711" sldId="781"/>
        </pc:sldMkLst>
        <pc:spChg chg="mod">
          <ac:chgData name="Marion Lacroix" userId="9df64882-6113-4c49-9d2b-3e68714ee988" providerId="ADAL" clId="{A383AD2D-9757-4C0E-9BDE-B043C143921A}" dt="2025-11-13T17:51:24.318" v="2219" actId="20577"/>
          <ac:spMkLst>
            <pc:docMk/>
            <pc:sldMk cId="89782711" sldId="781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25:33.041" v="1457" actId="20577"/>
          <ac:graphicFrameMkLst>
            <pc:docMk/>
            <pc:sldMk cId="89782711" sldId="781"/>
            <ac:graphicFrameMk id="12" creationId="{3D63D877-7D36-489B-8304-391D9D919723}"/>
          </ac:graphicFrameMkLst>
        </pc:graphicFrameChg>
      </pc:sldChg>
      <pc:sldChg chg="modSp add del mod">
        <pc:chgData name="Marion Lacroix" userId="9df64882-6113-4c49-9d2b-3e68714ee988" providerId="ADAL" clId="{A383AD2D-9757-4C0E-9BDE-B043C143921A}" dt="2025-11-13T17:24:28.809" v="1419" actId="47"/>
        <pc:sldMkLst>
          <pc:docMk/>
          <pc:sldMk cId="2722224278" sldId="781"/>
        </pc:sldMkLst>
        <pc:graphicFrameChg chg="mod modGraphic">
          <ac:chgData name="Marion Lacroix" userId="9df64882-6113-4c49-9d2b-3e68714ee988" providerId="ADAL" clId="{A383AD2D-9757-4C0E-9BDE-B043C143921A}" dt="2025-11-13T17:23:59.982" v="1411" actId="5793"/>
          <ac:graphicFrameMkLst>
            <pc:docMk/>
            <pc:sldMk cId="2722224278" sldId="781"/>
            <ac:graphicFrameMk id="12" creationId="{3D63D877-7D36-489B-8304-391D9D919723}"/>
          </ac:graphicFrameMkLst>
        </pc:graphicFrameChg>
      </pc:sldChg>
      <pc:sldChg chg="delSp modSp add del mod ord">
        <pc:chgData name="Marion Lacroix" userId="9df64882-6113-4c49-9d2b-3e68714ee988" providerId="ADAL" clId="{A383AD2D-9757-4C0E-9BDE-B043C143921A}" dt="2025-11-13T17:26:35.915" v="1481" actId="47"/>
        <pc:sldMkLst>
          <pc:docMk/>
          <pc:sldMk cId="132154373" sldId="782"/>
        </pc:sldMkLst>
        <pc:spChg chg="mod">
          <ac:chgData name="Marion Lacroix" userId="9df64882-6113-4c49-9d2b-3e68714ee988" providerId="ADAL" clId="{A383AD2D-9757-4C0E-9BDE-B043C143921A}" dt="2025-11-13T17:26:09.511" v="1478" actId="20577"/>
          <ac:spMkLst>
            <pc:docMk/>
            <pc:sldMk cId="132154373" sldId="782"/>
            <ac:spMk id="8" creationId="{39A34D4C-BF23-47C3-8364-19CD7D44A393}"/>
          </ac:spMkLst>
        </pc:spChg>
        <pc:spChg chg="del">
          <ac:chgData name="Marion Lacroix" userId="9df64882-6113-4c49-9d2b-3e68714ee988" providerId="ADAL" clId="{A383AD2D-9757-4C0E-9BDE-B043C143921A}" dt="2025-11-13T17:26:12.850" v="1479" actId="478"/>
          <ac:spMkLst>
            <pc:docMk/>
            <pc:sldMk cId="132154373" sldId="782"/>
            <ac:spMk id="9" creationId="{AFAAC145-995E-4844-856A-B9E869E3D674}"/>
          </ac:spMkLst>
        </pc:spChg>
      </pc:sldChg>
      <pc:sldChg chg="addSp modSp add mod">
        <pc:chgData name="Marion Lacroix" userId="9df64882-6113-4c49-9d2b-3e68714ee988" providerId="ADAL" clId="{A383AD2D-9757-4C0E-9BDE-B043C143921A}" dt="2025-11-13T17:51:27.588" v="2221" actId="20577"/>
        <pc:sldMkLst>
          <pc:docMk/>
          <pc:sldMk cId="711604640" sldId="783"/>
        </pc:sldMkLst>
        <pc:spChg chg="mod">
          <ac:chgData name="Marion Lacroix" userId="9df64882-6113-4c49-9d2b-3e68714ee988" providerId="ADAL" clId="{A383AD2D-9757-4C0E-9BDE-B043C143921A}" dt="2025-11-13T17:51:27.588" v="2221" actId="20577"/>
          <ac:spMkLst>
            <pc:docMk/>
            <pc:sldMk cId="711604640" sldId="783"/>
            <ac:spMk id="8" creationId="{39A34D4C-BF23-47C3-8364-19CD7D44A393}"/>
          </ac:spMkLst>
        </pc:spChg>
        <pc:spChg chg="add mod">
          <ac:chgData name="Marion Lacroix" userId="9df64882-6113-4c49-9d2b-3e68714ee988" providerId="ADAL" clId="{A383AD2D-9757-4C0E-9BDE-B043C143921A}" dt="2025-11-13T17:30:49.344" v="1582" actId="1076"/>
          <ac:spMkLst>
            <pc:docMk/>
            <pc:sldMk cId="711604640" sldId="783"/>
            <ac:spMk id="9" creationId="{A2D3E7D1-42E9-4787-BE16-D006C69E675F}"/>
          </ac:spMkLst>
        </pc:spChg>
        <pc:graphicFrameChg chg="mod modGraphic">
          <ac:chgData name="Marion Lacroix" userId="9df64882-6113-4c49-9d2b-3e68714ee988" providerId="ADAL" clId="{A383AD2D-9757-4C0E-9BDE-B043C143921A}" dt="2025-11-13T17:30:28.699" v="1572" actId="207"/>
          <ac:graphicFrameMkLst>
            <pc:docMk/>
            <pc:sldMk cId="711604640" sldId="783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32.521" v="2223" actId="20577"/>
        <pc:sldMkLst>
          <pc:docMk/>
          <pc:sldMk cId="1481154004" sldId="784"/>
        </pc:sldMkLst>
        <pc:spChg chg="mod">
          <ac:chgData name="Marion Lacroix" userId="9df64882-6113-4c49-9d2b-3e68714ee988" providerId="ADAL" clId="{A383AD2D-9757-4C0E-9BDE-B043C143921A}" dt="2025-11-13T17:51:32.521" v="2223" actId="20577"/>
          <ac:spMkLst>
            <pc:docMk/>
            <pc:sldMk cId="1481154004" sldId="784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31:59.555" v="1593" actId="242"/>
          <ac:graphicFrameMkLst>
            <pc:docMk/>
            <pc:sldMk cId="1481154004" sldId="784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38.384" v="2227" actId="20577"/>
        <pc:sldMkLst>
          <pc:docMk/>
          <pc:sldMk cId="1031261765" sldId="785"/>
        </pc:sldMkLst>
        <pc:spChg chg="mod">
          <ac:chgData name="Marion Lacroix" userId="9df64882-6113-4c49-9d2b-3e68714ee988" providerId="ADAL" clId="{A383AD2D-9757-4C0E-9BDE-B043C143921A}" dt="2025-11-13T17:51:38.384" v="2227" actId="20577"/>
          <ac:spMkLst>
            <pc:docMk/>
            <pc:sldMk cId="1031261765" sldId="785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32:38.787" v="1596"/>
          <ac:graphicFrameMkLst>
            <pc:docMk/>
            <pc:sldMk cId="1031261765" sldId="785"/>
            <ac:graphicFrameMk id="12" creationId="{3D63D877-7D36-489B-8304-391D9D919723}"/>
          </ac:graphicFrameMkLst>
        </pc:graphicFrameChg>
      </pc:sldChg>
      <pc:sldChg chg="modSp add mod ord">
        <pc:chgData name="Marion Lacroix" userId="9df64882-6113-4c49-9d2b-3e68714ee988" providerId="ADAL" clId="{A383AD2D-9757-4C0E-9BDE-B043C143921A}" dt="2025-11-13T17:51:35.362" v="2225" actId="20577"/>
        <pc:sldMkLst>
          <pc:docMk/>
          <pc:sldMk cId="495458558" sldId="786"/>
        </pc:sldMkLst>
        <pc:spChg chg="mod">
          <ac:chgData name="Marion Lacroix" userId="9df64882-6113-4c49-9d2b-3e68714ee988" providerId="ADAL" clId="{A383AD2D-9757-4C0E-9BDE-B043C143921A}" dt="2025-11-13T17:51:35.362" v="2225" actId="20577"/>
          <ac:spMkLst>
            <pc:docMk/>
            <pc:sldMk cId="495458558" sldId="786"/>
            <ac:spMk id="8" creationId="{39A34D4C-BF23-47C3-8364-19CD7D44A393}"/>
          </ac:spMkLst>
        </pc:spChg>
      </pc:sldChg>
      <pc:sldChg chg="modSp add mod">
        <pc:chgData name="Marion Lacroix" userId="9df64882-6113-4c49-9d2b-3e68714ee988" providerId="ADAL" clId="{A383AD2D-9757-4C0E-9BDE-B043C143921A}" dt="2025-11-13T17:51:41.692" v="2229" actId="20577"/>
        <pc:sldMkLst>
          <pc:docMk/>
          <pc:sldMk cId="2886238927" sldId="787"/>
        </pc:sldMkLst>
        <pc:spChg chg="mod">
          <ac:chgData name="Marion Lacroix" userId="9df64882-6113-4c49-9d2b-3e68714ee988" providerId="ADAL" clId="{A383AD2D-9757-4C0E-9BDE-B043C143921A}" dt="2025-11-13T17:51:41.692" v="2229" actId="20577"/>
          <ac:spMkLst>
            <pc:docMk/>
            <pc:sldMk cId="2886238927" sldId="787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33:25.867" v="1603" actId="5793"/>
          <ac:graphicFrameMkLst>
            <pc:docMk/>
            <pc:sldMk cId="2886238927" sldId="787"/>
            <ac:graphicFrameMk id="12" creationId="{3D63D877-7D36-489B-8304-391D9D919723}"/>
          </ac:graphicFrameMkLst>
        </pc:graphicFrameChg>
      </pc:sldChg>
      <pc:sldChg chg="modSp add mod">
        <pc:chgData name="Marion Lacroix" userId="9df64882-6113-4c49-9d2b-3e68714ee988" providerId="ADAL" clId="{A383AD2D-9757-4C0E-9BDE-B043C143921A}" dt="2025-11-13T17:51:44.771" v="2231" actId="20577"/>
        <pc:sldMkLst>
          <pc:docMk/>
          <pc:sldMk cId="3310653262" sldId="788"/>
        </pc:sldMkLst>
        <pc:spChg chg="mod">
          <ac:chgData name="Marion Lacroix" userId="9df64882-6113-4c49-9d2b-3e68714ee988" providerId="ADAL" clId="{A383AD2D-9757-4C0E-9BDE-B043C143921A}" dt="2025-11-13T17:51:44.771" v="2231" actId="20577"/>
          <ac:spMkLst>
            <pc:docMk/>
            <pc:sldMk cId="3310653262" sldId="788"/>
            <ac:spMk id="8" creationId="{39A34D4C-BF23-47C3-8364-19CD7D44A393}"/>
          </ac:spMkLst>
        </pc:spChg>
        <pc:graphicFrameChg chg="mod modGraphic">
          <ac:chgData name="Marion Lacroix" userId="9df64882-6113-4c49-9d2b-3e68714ee988" providerId="ADAL" clId="{A383AD2D-9757-4C0E-9BDE-B043C143921A}" dt="2025-11-13T17:34:19.230" v="1615" actId="313"/>
          <ac:graphicFrameMkLst>
            <pc:docMk/>
            <pc:sldMk cId="3310653262" sldId="788"/>
            <ac:graphicFrameMk id="12" creationId="{3D63D877-7D36-489B-8304-391D9D919723}"/>
          </ac:graphicFrameMkLst>
        </pc:graphicFrameChg>
      </pc:sldChg>
    </pc:docChg>
  </pc:docChgLst>
  <pc:docChgLst>
    <pc:chgData name="Marion Lacroix" userId="9df64882-6113-4c49-9d2b-3e68714ee988" providerId="ADAL" clId="{9E463017-F2E3-466B-A8C9-39F57C2871B1}"/>
    <pc:docChg chg="undo custSel addSld delSld modSld modSection">
      <pc:chgData name="Marion Lacroix" userId="9df64882-6113-4c49-9d2b-3e68714ee988" providerId="ADAL" clId="{9E463017-F2E3-466B-A8C9-39F57C2871B1}" dt="2025-11-13T09:27:06.359" v="65"/>
      <pc:docMkLst>
        <pc:docMk/>
      </pc:docMkLst>
      <pc:sldChg chg="addSp add del mod">
        <pc:chgData name="Marion Lacroix" userId="9df64882-6113-4c49-9d2b-3e68714ee988" providerId="ADAL" clId="{9E463017-F2E3-466B-A8C9-39F57C2871B1}" dt="2025-11-13T09:25:33.614" v="60" actId="11529"/>
        <pc:sldMkLst>
          <pc:docMk/>
          <pc:sldMk cId="3660228195" sldId="486"/>
        </pc:sldMkLst>
        <pc:spChg chg="add">
          <ac:chgData name="Marion Lacroix" userId="9df64882-6113-4c49-9d2b-3e68714ee988" providerId="ADAL" clId="{9E463017-F2E3-466B-A8C9-39F57C2871B1}" dt="2025-11-13T09:25:33.614" v="60" actId="11529"/>
          <ac:spMkLst>
            <pc:docMk/>
            <pc:sldMk cId="3660228195" sldId="486"/>
            <ac:spMk id="2" creationId="{72F0AB2D-19EF-4994-8152-F6FB9D19D57E}"/>
          </ac:spMkLst>
        </pc:spChg>
      </pc:sldChg>
      <pc:sldChg chg="addSp delSp modSp mod">
        <pc:chgData name="Marion Lacroix" userId="9df64882-6113-4c49-9d2b-3e68714ee988" providerId="ADAL" clId="{9E463017-F2E3-466B-A8C9-39F57C2871B1}" dt="2025-11-13T09:25:52.616" v="64" actId="478"/>
        <pc:sldMkLst>
          <pc:docMk/>
          <pc:sldMk cId="1514211713" sldId="504"/>
        </pc:sldMkLst>
        <pc:spChg chg="del">
          <ac:chgData name="Marion Lacroix" userId="9df64882-6113-4c49-9d2b-3e68714ee988" providerId="ADAL" clId="{9E463017-F2E3-466B-A8C9-39F57C2871B1}" dt="2025-11-13T09:25:47.669" v="62" actId="478"/>
          <ac:spMkLst>
            <pc:docMk/>
            <pc:sldMk cId="1514211713" sldId="504"/>
            <ac:spMk id="4" creationId="{E5D80718-F366-32AC-B8EB-FE08084735F1}"/>
          </ac:spMkLst>
        </pc:spChg>
        <pc:spChg chg="add del mod">
          <ac:chgData name="Marion Lacroix" userId="9df64882-6113-4c49-9d2b-3e68714ee988" providerId="ADAL" clId="{9E463017-F2E3-466B-A8C9-39F57C2871B1}" dt="2025-11-13T09:25:52.616" v="64" actId="478"/>
          <ac:spMkLst>
            <pc:docMk/>
            <pc:sldMk cId="1514211713" sldId="504"/>
            <ac:spMk id="8" creationId="{3D265605-80F6-43D7-935D-A6C3BE659D53}"/>
          </ac:spMkLst>
        </pc:spChg>
      </pc:sldChg>
      <pc:sldChg chg="addSp delSp modSp mod">
        <pc:chgData name="Marion Lacroix" userId="9df64882-6113-4c49-9d2b-3e68714ee988" providerId="ADAL" clId="{9E463017-F2E3-466B-A8C9-39F57C2871B1}" dt="2025-11-13T09:25:41.518" v="61" actId="478"/>
        <pc:sldMkLst>
          <pc:docMk/>
          <pc:sldMk cId="2897004409" sldId="732"/>
        </pc:sldMkLst>
        <pc:spChg chg="mod">
          <ac:chgData name="Marion Lacroix" userId="9df64882-6113-4c49-9d2b-3e68714ee988" providerId="ADAL" clId="{9E463017-F2E3-466B-A8C9-39F57C2871B1}" dt="2025-11-13T09:24:12.888" v="54" actId="20577"/>
          <ac:spMkLst>
            <pc:docMk/>
            <pc:sldMk cId="2897004409" sldId="732"/>
            <ac:spMk id="2" creationId="{8A31229A-73AF-40B9-BDC6-362330BDF2D9}"/>
          </ac:spMkLst>
        </pc:spChg>
        <pc:spChg chg="mod">
          <ac:chgData name="Marion Lacroix" userId="9df64882-6113-4c49-9d2b-3e68714ee988" providerId="ADAL" clId="{9E463017-F2E3-466B-A8C9-39F57C2871B1}" dt="2025-11-13T09:24:02.563" v="44" actId="20577"/>
          <ac:spMkLst>
            <pc:docMk/>
            <pc:sldMk cId="2897004409" sldId="732"/>
            <ac:spMk id="6" creationId="{00000000-0000-0000-0000-000000000000}"/>
          </ac:spMkLst>
        </pc:spChg>
        <pc:spChg chg="add del">
          <ac:chgData name="Marion Lacroix" userId="9df64882-6113-4c49-9d2b-3e68714ee988" providerId="ADAL" clId="{9E463017-F2E3-466B-A8C9-39F57C2871B1}" dt="2025-11-13T09:25:41.518" v="61" actId="478"/>
          <ac:spMkLst>
            <pc:docMk/>
            <pc:sldMk cId="2897004409" sldId="732"/>
            <ac:spMk id="9" creationId="{8FA05B59-3D7B-4FB0-8E0D-E568198D1DCB}"/>
          </ac:spMkLst>
        </pc:spChg>
      </pc:sldChg>
      <pc:sldChg chg="addSp mod">
        <pc:chgData name="Marion Lacroix" userId="9df64882-6113-4c49-9d2b-3e68714ee988" providerId="ADAL" clId="{9E463017-F2E3-466B-A8C9-39F57C2871B1}" dt="2025-11-13T09:24:58.692" v="56" actId="11529"/>
        <pc:sldMkLst>
          <pc:docMk/>
          <pc:sldMk cId="3027977198" sldId="772"/>
        </pc:sldMkLst>
        <pc:spChg chg="add">
          <ac:chgData name="Marion Lacroix" userId="9df64882-6113-4c49-9d2b-3e68714ee988" providerId="ADAL" clId="{9E463017-F2E3-466B-A8C9-39F57C2871B1}" dt="2025-11-13T09:24:58.692" v="56" actId="11529"/>
          <ac:spMkLst>
            <pc:docMk/>
            <pc:sldMk cId="3027977198" sldId="772"/>
            <ac:spMk id="2" creationId="{A5899825-9D11-40BE-B81E-F0B2981B02B5}"/>
          </ac:spMkLst>
        </pc:spChg>
      </pc:sldChg>
      <pc:sldChg chg="addSp modSp">
        <pc:chgData name="Marion Lacroix" userId="9df64882-6113-4c49-9d2b-3e68714ee988" providerId="ADAL" clId="{9E463017-F2E3-466B-A8C9-39F57C2871B1}" dt="2025-11-13T09:27:06.359" v="65"/>
        <pc:sldMkLst>
          <pc:docMk/>
          <pc:sldMk cId="2449775682" sldId="773"/>
        </pc:sldMkLst>
        <pc:spChg chg="add mod">
          <ac:chgData name="Marion Lacroix" userId="9df64882-6113-4c49-9d2b-3e68714ee988" providerId="ADAL" clId="{9E463017-F2E3-466B-A8C9-39F57C2871B1}" dt="2025-11-13T09:27:06.359" v="65"/>
          <ac:spMkLst>
            <pc:docMk/>
            <pc:sldMk cId="2449775682" sldId="773"/>
            <ac:spMk id="9" creationId="{AFAAC145-995E-4844-856A-B9E869E3D674}"/>
          </ac:spMkLst>
        </pc:spChg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2986694746" sldId="775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974520516" sldId="776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945370122" sldId="777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746346858" sldId="778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280582554" sldId="779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2360392511" sldId="780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4081037584" sldId="781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3635026059" sldId="782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889148505" sldId="783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2887134427" sldId="784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3063821284" sldId="785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158106411" sldId="788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4129162530" sldId="789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3678435987" sldId="790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222205153" sldId="791"/>
        </pc:sldMkLst>
      </pc:sldChg>
      <pc:sldChg chg="add del">
        <pc:chgData name="Marion Lacroix" userId="9df64882-6113-4c49-9d2b-3e68714ee988" providerId="ADAL" clId="{9E463017-F2E3-466B-A8C9-39F57C2871B1}" dt="2025-11-13T09:25:27.475" v="59" actId="47"/>
        <pc:sldMkLst>
          <pc:docMk/>
          <pc:sldMk cId="165472964" sldId="7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EEE2E-9DC0-42CD-92F3-7496B4F28FDE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6B835-EEA5-4E85-85A7-2F7DE57122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914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31599"/>
            <a:ext cx="2945659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3240000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0000" y="360000"/>
            <a:ext cx="2700000" cy="2700000"/>
          </a:xfrm>
          <a:prstGeom prst="rect">
            <a:avLst/>
          </a:prstGeom>
        </p:spPr>
      </p:pic>
      <p:grpSp>
        <p:nvGrpSpPr>
          <p:cNvPr id="8" name="Group 13"/>
          <p:cNvGrpSpPr>
            <a:grpSpLocks noChangeAspect="1"/>
          </p:cNvGrpSpPr>
          <p:nvPr userDrawn="1"/>
        </p:nvGrpSpPr>
        <p:grpSpPr bwMode="auto">
          <a:xfrm>
            <a:off x="7190931" y="540000"/>
            <a:ext cx="1208660" cy="1240800"/>
            <a:chOff x="2023" y="1221"/>
            <a:chExt cx="1710" cy="1878"/>
          </a:xfrm>
        </p:grpSpPr>
        <p:sp>
          <p:nvSpPr>
            <p:cNvPr id="9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7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8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80000" y="180000"/>
            <a:ext cx="1440000" cy="1440000"/>
          </a:xfrm>
          <a:prstGeom prst="rect">
            <a:avLst/>
          </a:prstGeom>
        </p:spPr>
      </p:pic>
      <p:grpSp>
        <p:nvGrpSpPr>
          <p:cNvPr id="10" name="Group 13"/>
          <p:cNvGrpSpPr>
            <a:grpSpLocks noChangeAspect="1"/>
          </p:cNvGrpSpPr>
          <p:nvPr userDrawn="1"/>
        </p:nvGrpSpPr>
        <p:grpSpPr bwMode="auto">
          <a:xfrm>
            <a:off x="7780442" y="359999"/>
            <a:ext cx="1018514" cy="1045598"/>
            <a:chOff x="2023" y="1221"/>
            <a:chExt cx="1710" cy="1878"/>
          </a:xfrm>
        </p:grpSpPr>
        <p:sp>
          <p:nvSpPr>
            <p:cNvPr id="13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7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8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9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70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71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14D808-32BB-44CC-B6A9-0601EBE96E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81459"/>
            <a:ext cx="59055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738000"/>
            <a:ext cx="9144000" cy="44064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859243D-E315-45C6-88F7-99DA69255B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81459"/>
            <a:ext cx="59055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CD6AC4-D380-42DC-8E9F-2B78ABD786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81459"/>
            <a:ext cx="59055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553804" y="408415"/>
            <a:ext cx="4639963" cy="3893746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2544793" y="703719"/>
            <a:ext cx="2346385" cy="1790282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fr-FR"/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499339" y="2296558"/>
            <a:ext cx="3371850" cy="517811"/>
          </a:xfrm>
        </p:spPr>
        <p:txBody>
          <a:bodyPr/>
          <a:lstStyle>
            <a:lvl1pPr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9339" y="2897751"/>
            <a:ext cx="3371850" cy="212864"/>
          </a:xfrm>
        </p:spPr>
        <p:txBody>
          <a:bodyPr/>
          <a:lstStyle>
            <a:lvl1pPr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2679188" y="1424876"/>
            <a:ext cx="1887812" cy="517811"/>
          </a:xfrm>
        </p:spPr>
        <p:txBody>
          <a:bodyPr anchor="ctr"/>
          <a:lstStyle>
            <a:lvl1pPr algn="ctr"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89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88000" y="108000"/>
            <a:ext cx="540000" cy="5400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0883" y="197038"/>
            <a:ext cx="590843" cy="32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  <p:sldLayoutId id="214748381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7298372" y="241541"/>
            <a:ext cx="1631272" cy="1252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013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378251" y="2312894"/>
            <a:ext cx="7459464" cy="2268834"/>
          </a:xfr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750"/>
              </a:spcBef>
              <a:defRPr/>
            </a:pPr>
            <a:r>
              <a:rPr lang="fr-FR" sz="2400" dirty="0">
                <a:solidFill>
                  <a:srgbClr val="554538"/>
                </a:solidFill>
                <a:latin typeface="+mj-lt"/>
                <a:ea typeface="Calibri"/>
                <a:cs typeface="Calibri"/>
              </a:rPr>
              <a:t>Ateliers </a:t>
            </a:r>
            <a:endParaRPr lang="fr-FR" sz="2400" dirty="0">
              <a:solidFill>
                <a:srgbClr val="554538"/>
              </a:solidFill>
              <a:latin typeface="+mj-lt"/>
              <a:ea typeface="Calibri"/>
              <a:cs typeface="Calibri" panose="020F0502020204030204" pitchFamily="34" charset="0"/>
            </a:endParaRPr>
          </a:p>
          <a:p>
            <a:pPr algn="r">
              <a:spcBef>
                <a:spcPts val="750"/>
              </a:spcBef>
              <a:defRPr/>
            </a:pPr>
            <a:endParaRPr lang="fr-FR" sz="2400" dirty="0">
              <a:solidFill>
                <a:srgbClr val="554538"/>
              </a:solidFill>
              <a:latin typeface="+mj-lt"/>
              <a:ea typeface="Calibri"/>
              <a:cs typeface="Calibri"/>
            </a:endParaRPr>
          </a:p>
          <a:p>
            <a:pPr algn="r">
              <a:spcBef>
                <a:spcPts val="750"/>
              </a:spcBef>
              <a:defRPr/>
            </a:pPr>
            <a:r>
              <a:rPr lang="fr-FR" sz="2400" dirty="0">
                <a:solidFill>
                  <a:srgbClr val="554538"/>
                </a:solidFill>
                <a:latin typeface="+mj-lt"/>
                <a:ea typeface="Calibri"/>
                <a:cs typeface="Calibri"/>
              </a:rPr>
              <a:t>Ponctuels EQUIPEMENTS</a:t>
            </a:r>
          </a:p>
          <a:p>
            <a:pPr algn="r">
              <a:spcBef>
                <a:spcPts val="750"/>
              </a:spcBef>
              <a:defRPr/>
            </a:pPr>
            <a:r>
              <a:rPr lang="fr-FR" sz="2400" dirty="0">
                <a:solidFill>
                  <a:srgbClr val="554538"/>
                </a:solidFill>
                <a:latin typeface="+mj-lt"/>
                <a:ea typeface="Calibri"/>
                <a:cs typeface="Calibri"/>
              </a:rPr>
              <a:t>PONCTUELS CONTRAINTES</a:t>
            </a:r>
          </a:p>
          <a:p>
            <a:pPr marR="0" lvl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sz="1125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r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sz="1100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Calibri"/>
              <a:cs typeface="Calibri" panose="020F0502020204030204" pitchFamily="34" charset="0"/>
            </a:endParaRPr>
          </a:p>
          <a:p>
            <a:pPr marL="171450" indent="-171450" algn="r">
              <a:spcBef>
                <a:spcPts val="750"/>
              </a:spcBef>
              <a:buChar char="•"/>
              <a:defRPr/>
            </a:pPr>
            <a:endParaRPr lang="fr-FR" sz="975" b="0" dirty="0">
              <a:solidFill>
                <a:srgbClr val="4EA72E">
                  <a:lumMod val="60000"/>
                  <a:lumOff val="40000"/>
                </a:srgb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8BCD97-9F6D-4AAF-B243-ACDF4EC3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1" y="323569"/>
            <a:ext cx="1890489" cy="1008089"/>
          </a:xfrm>
          <a:prstGeom prst="rect">
            <a:avLst/>
          </a:prstGeom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000" y="229860"/>
            <a:ext cx="1000016" cy="108837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8278324" y="4860000"/>
            <a:ext cx="745028" cy="216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825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7963678" y="2309910"/>
            <a:ext cx="62689" cy="1569730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013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5898B98-6CBE-40D9-CC2E-BFB3DD313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391" y="183016"/>
            <a:ext cx="1181532" cy="1265466"/>
          </a:xfrm>
          <a:prstGeom prst="rect">
            <a:avLst/>
          </a:prstGeom>
          <a:ln>
            <a:noFill/>
          </a:ln>
        </p:spPr>
      </p:pic>
      <p:pic>
        <p:nvPicPr>
          <p:cNvPr id="18" name="Image 10">
            <a:extLst>
              <a:ext uri="{FF2B5EF4-FFF2-40B4-BE49-F238E27FC236}">
                <a16:creationId xmlns:a16="http://schemas.microsoft.com/office/drawing/2014/main" id="{85455156-CA8E-44FF-88AF-0243B8E80C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72" y="1930687"/>
            <a:ext cx="2031073" cy="2031073"/>
          </a:xfrm>
          <a:prstGeom prst="rect">
            <a:avLst/>
          </a:prstGeom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B131529-0D4F-4171-9917-E2B6F9BD3E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93" y="3218663"/>
            <a:ext cx="965807" cy="965807"/>
          </a:xfrm>
          <a:prstGeom prst="rect">
            <a:avLst/>
          </a:prstGeom>
          <a:ln>
            <a:noFill/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D3A6AC6-9EC3-4B4C-8BCC-0CDF0B526C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51070" y="2995955"/>
            <a:ext cx="965806" cy="965806"/>
          </a:xfrm>
          <a:prstGeom prst="rect">
            <a:avLst/>
          </a:prstGeom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9AF8D38-FAC6-4321-ACD7-16F536668A7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7" y="2712629"/>
            <a:ext cx="235498" cy="235498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C5BBA72-1878-453A-B073-EF55F2AA4B7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32" y="2830377"/>
            <a:ext cx="585413" cy="585413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31229A-73AF-40B9-BDC6-362330B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17/11/2025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82313C9-D5BF-4E03-9936-9A509F43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7FA9FD43-0EA4-4063-8C97-F0E6FE8C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700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000" y="1214970"/>
            <a:ext cx="8424000" cy="2531473"/>
          </a:xfrm>
        </p:spPr>
        <p:txBody>
          <a:bodyPr/>
          <a:lstStyle/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On part du tableau avec le standard V1​</a:t>
            </a:r>
          </a:p>
          <a:p>
            <a:pPr lvl="1"/>
            <a:r>
              <a:rPr lang="fr-FR" sz="1800" dirty="0">
                <a:cs typeface="Arial"/>
              </a:rPr>
              <a:t>On v</a:t>
            </a:r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oit si un alignement est possible avec un élément BD TOPO​</a:t>
            </a:r>
          </a:p>
          <a:p>
            <a:pPr lvl="1"/>
            <a:r>
              <a:rPr lang="fr-FR" sz="1800" dirty="0">
                <a:cs typeface="Arial"/>
              </a:rPr>
              <a:t>On d</a:t>
            </a:r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iscute des besoins Transport de bois + DFCI​</a:t>
            </a:r>
          </a:p>
          <a:p>
            <a:pPr lvl="1"/>
            <a:r>
              <a:rPr lang="fr-FR" sz="1800" dirty="0">
                <a:cs typeface="Arial"/>
              </a:rPr>
              <a:t>On v</a:t>
            </a:r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oit quelle évolution technique est possible avec les experts BD TOPO</a:t>
            </a:r>
            <a:endParaRPr lang="fr-FR" sz="1800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2944607" y="180000"/>
            <a:ext cx="5929201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fr-FR" sz="2600" dirty="0"/>
              <a:t>Démarche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BAAAC15-0E7D-4580-BAEB-7D4C6F48D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772" y="3107246"/>
            <a:ext cx="1314167" cy="1314167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D80718-F366-32AC-B8EB-FE080847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  <a:endParaRPr lang="fr-FR" cap="all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000" y="1174951"/>
            <a:ext cx="8424000" cy="3483552"/>
          </a:xfrm>
        </p:spPr>
        <p:txBody>
          <a:bodyPr/>
          <a:lstStyle/>
          <a:p>
            <a:r>
              <a:rPr lang="fr-FR" sz="2000" b="1" dirty="0"/>
              <a:t>22 attributs, 5 thématiques :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2944607" y="180000"/>
            <a:ext cx="5929201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fr-FR" sz="2600" dirty="0"/>
              <a:t>Démarche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623094-EC22-4786-8B05-650A27926844}"/>
              </a:ext>
            </a:extLst>
          </p:cNvPr>
          <p:cNvSpPr txBox="1"/>
          <p:nvPr/>
        </p:nvSpPr>
        <p:spPr>
          <a:xfrm>
            <a:off x="263770" y="1793542"/>
            <a:ext cx="5535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7750" lvl="1" indent="-285750">
              <a:buFontTx/>
              <a:buChar char="-"/>
            </a:pPr>
            <a:r>
              <a:rPr lang="fr-FR" sz="1800" dirty="0"/>
              <a:t>Proposition de fonctionnement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Eléments communs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Lien avec les tronçons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Eléments de contraintes</a:t>
            </a:r>
          </a:p>
          <a:p>
            <a:pPr marL="537750" lvl="1" indent="-285750">
              <a:buFontTx/>
              <a:buChar char="-"/>
            </a:pPr>
            <a:r>
              <a:rPr lang="fr-FR" dirty="0"/>
              <a:t>Attribut Nature</a:t>
            </a:r>
          </a:p>
          <a:p>
            <a:pPr marL="537750" lvl="1" indent="-285750">
              <a:buFontTx/>
              <a:buChar char="-"/>
            </a:pPr>
            <a:endParaRPr lang="fr-FR" sz="18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648AF58-D3B9-4D9C-BE2C-77BF9708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27" y="2743199"/>
            <a:ext cx="1635369" cy="163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7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1. Proposition</a:t>
            </a:r>
          </a:p>
          <a:p>
            <a:pPr marL="107950" indent="-107950"/>
            <a:endParaRPr lang="fr-FR" dirty="0"/>
          </a:p>
        </p:txBody>
      </p:sp>
      <p:sp>
        <p:nvSpPr>
          <p:cNvPr id="7" name="Espace réservé du contenu 8">
            <a:extLst>
              <a:ext uri="{FF2B5EF4-FFF2-40B4-BE49-F238E27FC236}">
                <a16:creationId xmlns:a16="http://schemas.microsoft.com/office/drawing/2014/main" id="{3D3362DA-007F-4FE0-9792-0479DED8CA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800" y="688611"/>
            <a:ext cx="8424000" cy="3748915"/>
          </a:xfrm>
        </p:spPr>
        <p:txBody>
          <a:bodyPr/>
          <a:lstStyle/>
          <a:p>
            <a:pPr algn="ctr"/>
            <a:endParaRPr lang="fr-FR" sz="1200" dirty="0">
              <a:effectLst/>
              <a:ea typeface="Calibri" panose="020F0502020204030204" pitchFamily="34" charset="0"/>
            </a:endParaRPr>
          </a:p>
          <a:p>
            <a:pPr marL="342900" indent="-342900">
              <a:buFont typeface="Calibri" panose="020F0502020204030204" pitchFamily="34" charset="0"/>
              <a:buChar char="-"/>
            </a:pPr>
            <a:r>
              <a:rPr lang="fr-FR" sz="1200" b="1" dirty="0"/>
              <a:t>Situation au standard V1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>
                <a:ea typeface="Times New Roman" panose="02020603050405020304" pitchFamily="18" charset="0"/>
              </a:rPr>
              <a:t>2 tables distinctes sans limite claire sur la différence entre équipement et contrainte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>
                <a:ea typeface="Times New Roman" panose="02020603050405020304" pitchFamily="18" charset="0"/>
              </a:rPr>
              <a:t>Objets ont ¾ des attributs communs (code INSEE, nature, Gestionnaire, nom etc)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endParaRPr lang="fr-FR" sz="1200" dirty="0">
              <a:ea typeface="Times New Roman" panose="02020603050405020304" pitchFamily="18" charset="0"/>
            </a:endParaRPr>
          </a:p>
          <a:p>
            <a:pPr lvl="1" indent="0">
              <a:buNone/>
            </a:pPr>
            <a:r>
              <a:rPr lang="fr-FR" sz="1200" b="1" dirty="0"/>
              <a:t>+ Intégration des linéaires DFCI BD TOPO</a:t>
            </a:r>
          </a:p>
          <a:p>
            <a:pPr lvl="1" indent="0">
              <a:buNone/>
            </a:pPr>
            <a:endParaRPr lang="fr-FR" sz="1200" dirty="0">
              <a:ea typeface="Times New Roman" panose="02020603050405020304" pitchFamily="18" charset="0"/>
            </a:endParaRPr>
          </a:p>
          <a:p>
            <a:pPr marL="342900" indent="-342900">
              <a:buFont typeface="Calibri" panose="020F0502020204030204" pitchFamily="34" charset="0"/>
              <a:buChar char="-"/>
            </a:pPr>
            <a:r>
              <a:rPr lang="fr-FR" sz="1200" b="1" dirty="0"/>
              <a:t>Proposition : 1 table ponctuel unique 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/>
              <a:t>Recoupement des objets Equipements et Contraintes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/>
              <a:t>1 table / classe spéciale, indépendante de la BD TOPO 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/>
              <a:t>pas d’impact sur l’ensemble des ponctuels BD TOPO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/>
              <a:t>Intégration des besoins spécifiques 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200" dirty="0"/>
              <a:t>Fonctionne déjà pour les ponctuels Franchissement de la BD TE</a:t>
            </a:r>
          </a:p>
          <a:p>
            <a:pPr marL="342900" indent="-342900">
              <a:buFont typeface="Calibri" panose="020F0502020204030204" pitchFamily="34" charset="0"/>
              <a:buChar char="-"/>
            </a:pPr>
            <a:endParaRPr lang="fr-FR" sz="1200" b="1" dirty="0"/>
          </a:p>
          <a:p>
            <a:pPr lvl="1" indent="0">
              <a:buNone/>
            </a:pPr>
            <a:endParaRPr lang="fr-FR" sz="1200" dirty="0"/>
          </a:p>
          <a:p>
            <a:pPr lvl="1" indent="0">
              <a:buNone/>
            </a:pPr>
            <a:endParaRPr lang="fr-FR" sz="1200" dirty="0"/>
          </a:p>
          <a:p>
            <a:pPr marL="342900" lvl="0" indent="-342900">
              <a:buFont typeface="Calibri" panose="020F0502020204030204" pitchFamily="34" charset="0"/>
              <a:buChar char="-"/>
            </a:pPr>
            <a:endParaRPr lang="fr-FR" sz="1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DB42BF-BFAB-4FE0-8269-D946A1640F32}"/>
              </a:ext>
            </a:extLst>
          </p:cNvPr>
          <p:cNvSpPr/>
          <p:nvPr/>
        </p:nvSpPr>
        <p:spPr>
          <a:xfrm>
            <a:off x="5391000" y="2863940"/>
            <a:ext cx="1184400" cy="48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Ponctuels</a:t>
            </a:r>
          </a:p>
          <a:p>
            <a:pPr algn="ctr"/>
            <a:r>
              <a:rPr lang="fr-FR" sz="1000" dirty="0"/>
              <a:t>Equipements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15AAB-74D1-4BB5-A89F-32976974E01A}"/>
              </a:ext>
            </a:extLst>
          </p:cNvPr>
          <p:cNvSpPr/>
          <p:nvPr/>
        </p:nvSpPr>
        <p:spPr>
          <a:xfrm>
            <a:off x="6730200" y="2874150"/>
            <a:ext cx="952200" cy="489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Ponctuels</a:t>
            </a:r>
          </a:p>
          <a:p>
            <a:pPr algn="ctr"/>
            <a:r>
              <a:rPr lang="fr-FR" sz="1000" dirty="0"/>
              <a:t>Contraintes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F94F0-3D42-4E45-9D40-A84A479B4236}"/>
              </a:ext>
            </a:extLst>
          </p:cNvPr>
          <p:cNvSpPr/>
          <p:nvPr/>
        </p:nvSpPr>
        <p:spPr>
          <a:xfrm>
            <a:off x="6614101" y="4091553"/>
            <a:ext cx="1184400" cy="48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Ponctuels Dessertes en forêt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22F7A-1B03-4AC1-9C25-B093389DB031}"/>
              </a:ext>
            </a:extLst>
          </p:cNvPr>
          <p:cNvSpPr/>
          <p:nvPr/>
        </p:nvSpPr>
        <p:spPr>
          <a:xfrm>
            <a:off x="7830900" y="2863940"/>
            <a:ext cx="889200" cy="489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Linéaires</a:t>
            </a:r>
          </a:p>
          <a:p>
            <a:pPr algn="ctr"/>
            <a:r>
              <a:rPr lang="fr-FR" sz="1000" dirty="0"/>
              <a:t>DFCI </a:t>
            </a:r>
          </a:p>
          <a:p>
            <a:pPr algn="ctr"/>
            <a:r>
              <a:rPr lang="fr-FR" sz="1000" dirty="0"/>
              <a:t>(BD TOPO)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31FCC670-3439-4E41-A73F-299E948E7C4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rot="16200000" flipH="1">
            <a:off x="6225744" y="3110995"/>
            <a:ext cx="738013" cy="122310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9F25D5D6-71EE-4D2C-BC7B-E39400DEA665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rot="5400000">
            <a:off x="7371895" y="3187947"/>
            <a:ext cx="738013" cy="10691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F8917B24-C0C5-467F-907E-9CF45E4FAAD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6842399" y="3727650"/>
            <a:ext cx="727803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Disque magnétique 25">
            <a:extLst>
              <a:ext uri="{FF2B5EF4-FFF2-40B4-BE49-F238E27FC236}">
                <a16:creationId xmlns:a16="http://schemas.microsoft.com/office/drawing/2014/main" id="{31D1CCD2-2C5A-4351-9CAF-88D920E8C9F9}"/>
              </a:ext>
            </a:extLst>
          </p:cNvPr>
          <p:cNvSpPr/>
          <p:nvPr/>
        </p:nvSpPr>
        <p:spPr>
          <a:xfrm>
            <a:off x="8211408" y="3967346"/>
            <a:ext cx="662400" cy="738013"/>
          </a:xfrm>
          <a:prstGeom prst="flowChartMagneticDisk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BD TOPO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B07DEDEE-FECC-411C-B69C-0B7396C6B610}"/>
              </a:ext>
            </a:extLst>
          </p:cNvPr>
          <p:cNvCxnSpPr>
            <a:stCxn id="11" idx="3"/>
            <a:endCxn id="26" idx="2"/>
          </p:cNvCxnSpPr>
          <p:nvPr/>
        </p:nvCxnSpPr>
        <p:spPr>
          <a:xfrm>
            <a:off x="7798501" y="4336353"/>
            <a:ext cx="41290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30">
            <a:extLst>
              <a:ext uri="{FF2B5EF4-FFF2-40B4-BE49-F238E27FC236}">
                <a16:creationId xmlns:a16="http://schemas.microsoft.com/office/drawing/2014/main" id="{99C1B46F-E9D8-4FB4-99BD-7476517C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954" y="696185"/>
            <a:ext cx="571500" cy="5715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97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2. Eléments communs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63667"/>
              </p:ext>
            </p:extLst>
          </p:nvPr>
        </p:nvGraphicFramePr>
        <p:xfrm>
          <a:off x="0" y="776368"/>
          <a:ext cx="9000002" cy="4285232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Code INSEE de la commune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INSEE_COM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insee de la commune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BD-Topo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voir à être calculé directement lors de l'intégration dans la BD TOPO (calculé à partir de l'emprise de la classe commune de la BD TOPO)</a:t>
                      </a: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optionnel comme dans le linéaire?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Gestionnaire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Gestionnaire de l’équipement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ONF / Région / Gestionnaire privé / Commune / Intercommunalité / Autre / Inconnu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n'existe pas dans la BD TOPO actuellement. Garde-t-on la liste du standard v1 ou alors reprenons-nous  la liste des linéaires? (sachant que possibilité de faire pointer pour avoir la même liste)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ajouter les gestionnaires contraintes (Conseil départemental / SNCF / Etat)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22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2. Eléments communs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67803"/>
              </p:ext>
            </p:extLst>
          </p:nvPr>
        </p:nvGraphicFramePr>
        <p:xfrm>
          <a:off x="0" y="776368"/>
          <a:ext cx="9000002" cy="4285232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Commentaire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COMMENTAIRE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 libre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Commentaire précisant des informations sur les équipements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 libre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ok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Photo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PHOTO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Photo de l'équipement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Format pdf, jpeg, png, gif, tiff, bitmap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dans BD-TE, peuvent mettre des pdf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(à vérifier côté IGN)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37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1. Proposition</a:t>
            </a:r>
          </a:p>
          <a:p>
            <a:pPr marL="107950" indent="-107950"/>
            <a:endParaRPr lang="fr-FR" dirty="0"/>
          </a:p>
        </p:txBody>
      </p:sp>
      <p:sp>
        <p:nvSpPr>
          <p:cNvPr id="7" name="Espace réservé du contenu 8">
            <a:extLst>
              <a:ext uri="{FF2B5EF4-FFF2-40B4-BE49-F238E27FC236}">
                <a16:creationId xmlns:a16="http://schemas.microsoft.com/office/drawing/2014/main" id="{3D3362DA-007F-4FE0-9792-0479DED8CA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800" y="688611"/>
            <a:ext cx="8424000" cy="3748915"/>
          </a:xfrm>
        </p:spPr>
        <p:txBody>
          <a:bodyPr/>
          <a:lstStyle/>
          <a:p>
            <a:pPr marL="342900" lvl="0" indent="-342900">
              <a:buFont typeface="Calibri" panose="020F0502020204030204" pitchFamily="34" charset="0"/>
              <a:buChar char="-"/>
            </a:pPr>
            <a:r>
              <a:rPr lang="fr-FR" sz="1600" dirty="0">
                <a:ea typeface="Times New Roman" panose="02020603050405020304" pitchFamily="18" charset="0"/>
              </a:rPr>
              <a:t>BD TOPO (aucune date n’est obligatoire)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500" dirty="0">
                <a:effectLst/>
                <a:ea typeface="Times New Roman" panose="02020603050405020304" pitchFamily="18" charset="0"/>
              </a:rPr>
              <a:t>Date d’écriture dans la BD (automatique)</a:t>
            </a:r>
          </a:p>
          <a:p>
            <a:pPr marL="774900" lvl="2" indent="-342900">
              <a:buFont typeface="Calibri" panose="020F0502020204030204" pitchFamily="34" charset="0"/>
              <a:buChar char="-"/>
            </a:pPr>
            <a:r>
              <a:rPr lang="fr-FR" sz="1400" dirty="0">
                <a:effectLst/>
                <a:ea typeface="Times New Roman" panose="02020603050405020304" pitchFamily="18" charset="0"/>
              </a:rPr>
              <a:t>Date de création </a:t>
            </a:r>
          </a:p>
          <a:p>
            <a:pPr marL="774900" lvl="2" indent="-342900">
              <a:buFont typeface="Calibri" panose="020F0502020204030204" pitchFamily="34" charset="0"/>
              <a:buChar char="-"/>
            </a:pPr>
            <a:r>
              <a:rPr lang="fr-FR" sz="1400" dirty="0">
                <a:ea typeface="Times New Roman" panose="02020603050405020304" pitchFamily="18" charset="0"/>
              </a:rPr>
              <a:t>Date de modification</a:t>
            </a:r>
          </a:p>
          <a:p>
            <a:pPr marL="774900" lvl="2" indent="-342900">
              <a:buFont typeface="Calibri" panose="020F0502020204030204" pitchFamily="34" charset="0"/>
              <a:buChar char="-"/>
            </a:pPr>
            <a:r>
              <a:rPr lang="fr-FR" sz="1400" dirty="0">
                <a:effectLst/>
                <a:ea typeface="Times New Roman" panose="02020603050405020304" pitchFamily="18" charset="0"/>
              </a:rPr>
              <a:t>Date de destruction (non diffusé)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endParaRPr lang="fr-FR" sz="1500" dirty="0">
              <a:effectLst/>
              <a:ea typeface="Times New Roman" panose="02020603050405020304" pitchFamily="18" charset="0"/>
            </a:endParaRPr>
          </a:p>
          <a:p>
            <a:pPr marL="594900" lvl="1" indent="-342900">
              <a:buFont typeface="Calibri" panose="020F0502020204030204" pitchFamily="34" charset="0"/>
              <a:buChar char="-"/>
            </a:pPr>
            <a:r>
              <a:rPr lang="fr-FR" sz="1500" dirty="0">
                <a:ea typeface="Times New Roman" panose="02020603050405020304" pitchFamily="18" charset="0"/>
              </a:rPr>
              <a:t>Champs libres</a:t>
            </a:r>
          </a:p>
          <a:p>
            <a:pPr marL="774900" lvl="2" indent="-342900">
              <a:buFont typeface="Calibri" panose="020F0502020204030204" pitchFamily="34" charset="0"/>
              <a:buChar char="-"/>
            </a:pPr>
            <a:r>
              <a:rPr lang="fr-FR" sz="1400" dirty="0">
                <a:ea typeface="Times New Roman" panose="02020603050405020304" pitchFamily="18" charset="0"/>
              </a:rPr>
              <a:t>Date d’apparition (de l’objet sur le terrain, surtout utilisé dans le bâti)</a:t>
            </a:r>
            <a:endParaRPr lang="fr-FR" sz="1400" dirty="0">
              <a:effectLst/>
              <a:ea typeface="Times New Roman" panose="02020603050405020304" pitchFamily="18" charset="0"/>
            </a:endParaRPr>
          </a:p>
          <a:p>
            <a:pPr marL="774900" lvl="2" indent="-342900">
              <a:buFont typeface="Calibri" panose="020F0502020204030204" pitchFamily="34" charset="0"/>
              <a:buChar char="-"/>
            </a:pPr>
            <a:r>
              <a:rPr lang="fr-FR" sz="1400" dirty="0">
                <a:ea typeface="Times New Roman" panose="02020603050405020304" pitchFamily="18" charset="0"/>
              </a:rPr>
              <a:t>Date de confirmation </a:t>
            </a:r>
            <a:r>
              <a:rPr lang="fr-FR" sz="1400" dirty="0">
                <a:highlight>
                  <a:srgbClr val="FFFF00"/>
                </a:highlight>
                <a:ea typeface="Times New Roman" panose="02020603050405020304" pitchFamily="18" charset="0"/>
              </a:rPr>
              <a:t>&gt;&gt; met dans le standard en optionnel (bien expliquer la définition)</a:t>
            </a:r>
          </a:p>
          <a:p>
            <a:pPr marL="954900" lvl="3" indent="-342900">
              <a:buFont typeface="Calibri" panose="020F0502020204030204" pitchFamily="34" charset="0"/>
              <a:buChar char="-"/>
            </a:pPr>
            <a:r>
              <a:rPr lang="fr-FR" sz="1300" dirty="0">
                <a:ea typeface="Times New Roman" panose="02020603050405020304" pitchFamily="18" charset="0"/>
              </a:rPr>
              <a:t>= Dernière date de contrôle (/visite)</a:t>
            </a:r>
          </a:p>
          <a:p>
            <a:pPr marL="594900" lvl="1" indent="-342900">
              <a:buFont typeface="Calibri" panose="020F0502020204030204" pitchFamily="34" charset="0"/>
              <a:buChar char="-"/>
            </a:pPr>
            <a:endParaRPr lang="fr-FR" sz="15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99C1B46F-E9D8-4FB4-99BD-7476517C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954" y="696185"/>
            <a:ext cx="571500" cy="5715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089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2. Eléments communs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64873"/>
              </p:ext>
            </p:extLst>
          </p:nvPr>
        </p:nvGraphicFramePr>
        <p:xfrm>
          <a:off x="71999" y="669600"/>
          <a:ext cx="9000002" cy="4386507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671869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36084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Localisation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LOCALISATION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Format décimal ISO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Localisation GPS de l'équipement en WGS84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45N 35,523 3E 44,268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retirer (à calculer dans les outils métiers)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17689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Date de mise à jour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DATE_MAJ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de la dernière mise à jour de la donnée sur l'équipement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24/11/2018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déjà calculé dans la BD TOPO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62156"/>
                  </a:ext>
                </a:extLst>
              </a:tr>
              <a:tr h="117689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CONTRIBUTEUR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 libre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du producteur/contributeur de la donnée sur l'équipement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Automatique par identifiant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ok, reprendre le champ sources tel que présent dans le linéaire BD TOPO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6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2. Eléments communs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45813"/>
              </p:ext>
            </p:extLst>
          </p:nvPr>
        </p:nvGraphicFramePr>
        <p:xfrm>
          <a:off x="0" y="776368"/>
          <a:ext cx="9000002" cy="4285232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Revêtement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REVETEMENT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Revêtement de la place de dépôt ou de l'aire de retournement ou de l'aire de dépôt-retournement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Revêtu / Empierré / Terrain naturel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 (si Nature = Place de dépôt ou Aire de retournement ou Aire de dépôt - retournement)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à conserver tel quel? (si différent de la nature de la route)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garder le conditionnel? L'étendre à d'autres natures?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Nom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 libre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de l’équipement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 de dépôt du Grand Duc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toponyme dans la BD TOPO ? (texte, origine contributeur)</a:t>
                      </a:r>
                    </a:p>
                    <a:p>
                      <a:pPr marL="171450" indent="-171450" algn="l" fontAlgn="ctr">
                        <a:buFontTx/>
                        <a:buChar char="-"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besoin d'avoir un lien topologique ou sémantique vers le tronçon ou la route nommée?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01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3. Lien avec les tronçons</a:t>
            </a:r>
          </a:p>
          <a:p>
            <a:pPr marL="107950" indent="-107950"/>
            <a:endParaRPr lang="fr-FR" dirty="0"/>
          </a:p>
        </p:txBody>
      </p:sp>
      <p:sp>
        <p:nvSpPr>
          <p:cNvPr id="7" name="Espace réservé du contenu 8">
            <a:extLst>
              <a:ext uri="{FF2B5EF4-FFF2-40B4-BE49-F238E27FC236}">
                <a16:creationId xmlns:a16="http://schemas.microsoft.com/office/drawing/2014/main" id="{3D3362DA-007F-4FE0-9792-0479DED8CA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000" y="869942"/>
            <a:ext cx="8424000" cy="3748915"/>
          </a:xfrm>
        </p:spPr>
        <p:txBody>
          <a:bodyPr/>
          <a:lstStyle/>
          <a:p>
            <a:pPr algn="ctr"/>
            <a:r>
              <a:rPr lang="fr-FR" sz="1400" b="0" i="0" u="none" strike="noStrike" dirty="0">
                <a:solidFill>
                  <a:srgbClr val="000000"/>
                </a:solidFill>
                <a:effectLst/>
              </a:rPr>
              <a:t>« besoin d'avoir un lien topologique ou sémantique vers le tronçon ou la route nommée? »</a:t>
            </a:r>
          </a:p>
          <a:p>
            <a:pPr algn="ctr"/>
            <a:endParaRPr lang="fr-FR" sz="1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Lien topologique :</a:t>
            </a:r>
          </a:p>
          <a:p>
            <a:pPr marL="537750" lvl="1" indent="-285750">
              <a:buFontTx/>
              <a:buChar char="-"/>
            </a:pPr>
            <a:r>
              <a:rPr lang="fr-FR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Dans la BD TOPO, les objets </a:t>
            </a:r>
            <a:r>
              <a:rPr lang="fr-FR" sz="1400" dirty="0">
                <a:solidFill>
                  <a:srgbClr val="000000"/>
                </a:solidFill>
                <a:ea typeface="Calibri" panose="020F0502020204030204" pitchFamily="34" charset="0"/>
              </a:rPr>
              <a:t>peuvent être liés à un tronçon</a:t>
            </a:r>
          </a:p>
          <a:p>
            <a:pPr marL="537750" lvl="1" indent="-285750">
              <a:buFontTx/>
              <a:buChar char="-"/>
            </a:pPr>
            <a:r>
              <a:rPr lang="fr-FR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Si géométrie </a:t>
            </a:r>
            <a:r>
              <a:rPr lang="fr-FR" sz="1400" dirty="0">
                <a:solidFill>
                  <a:srgbClr val="000000"/>
                </a:solidFill>
                <a:ea typeface="Calibri" panose="020F0502020204030204" pitchFamily="34" charset="0"/>
              </a:rPr>
              <a:t>dans 1m à côté d’une route</a:t>
            </a:r>
          </a:p>
          <a:p>
            <a:pPr marL="537750" lvl="1" indent="-285750">
              <a:buFontTx/>
              <a:buChar char="-"/>
            </a:pPr>
            <a:r>
              <a:rPr lang="fr-FR" sz="14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Cré</a:t>
            </a:r>
            <a:r>
              <a:rPr lang="fr-FR" sz="1400" dirty="0">
                <a:solidFill>
                  <a:srgbClr val="000000"/>
                </a:solidFill>
                <a:ea typeface="Calibri" panose="020F0502020204030204" pitchFamily="34" charset="0"/>
              </a:rPr>
              <a:t>e un « point intermédiaire » qui est lié au tronçon</a:t>
            </a:r>
            <a:endParaRPr lang="fr-FR" sz="14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fr-FR" sz="140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rgbClr val="000000"/>
                </a:solidFill>
                <a:ea typeface="Calibri" panose="020F0502020204030204" pitchFamily="34" charset="0"/>
              </a:rPr>
              <a:t>Lien sémantique :</a:t>
            </a:r>
          </a:p>
          <a:p>
            <a:pPr marL="537750" lvl="1" indent="-285750">
              <a:buFontTx/>
              <a:buChar char="-"/>
            </a:pPr>
            <a:r>
              <a:rPr lang="fr-FR" sz="13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Champ spécial qui fait le lien à une route nommée? (texte, id)</a:t>
            </a:r>
          </a:p>
          <a:p>
            <a:pPr marL="342900" lvl="0" indent="-342900">
              <a:buFont typeface="Calibri" panose="020F0502020204030204" pitchFamily="34" charset="0"/>
              <a:buChar char="-"/>
            </a:pPr>
            <a:endParaRPr lang="fr-FR" sz="1600" dirty="0">
              <a:effectLst/>
              <a:ea typeface="Times New Roman" panose="02020603050405020304" pitchFamily="18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1E09A41-AC5A-4251-99C1-A1866E578A2D}"/>
              </a:ext>
            </a:extLst>
          </p:cNvPr>
          <p:cNvCxnSpPr/>
          <p:nvPr/>
        </p:nvCxnSpPr>
        <p:spPr>
          <a:xfrm>
            <a:off x="6804000" y="2102400"/>
            <a:ext cx="5544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4B1E3A9-9CC1-41E4-9820-AD48990E47FE}"/>
              </a:ext>
            </a:extLst>
          </p:cNvPr>
          <p:cNvCxnSpPr>
            <a:cxnSpLocks/>
          </p:cNvCxnSpPr>
          <p:nvPr/>
        </p:nvCxnSpPr>
        <p:spPr>
          <a:xfrm>
            <a:off x="7358400" y="2102400"/>
            <a:ext cx="10363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64B6912-1144-4CA0-9DAD-09DCAB81F259}"/>
              </a:ext>
            </a:extLst>
          </p:cNvPr>
          <p:cNvCxnSpPr>
            <a:cxnSpLocks/>
          </p:cNvCxnSpPr>
          <p:nvPr/>
        </p:nvCxnSpPr>
        <p:spPr>
          <a:xfrm>
            <a:off x="7358400" y="1460400"/>
            <a:ext cx="0" cy="64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6D347F5-E797-48E5-8D2E-011272549012}"/>
              </a:ext>
            </a:extLst>
          </p:cNvPr>
          <p:cNvCxnSpPr>
            <a:cxnSpLocks/>
          </p:cNvCxnSpPr>
          <p:nvPr/>
        </p:nvCxnSpPr>
        <p:spPr>
          <a:xfrm>
            <a:off x="7358400" y="2102400"/>
            <a:ext cx="0" cy="642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D003766B-EA30-4970-822D-FA8CFDB73C2C}"/>
              </a:ext>
            </a:extLst>
          </p:cNvPr>
          <p:cNvSpPr/>
          <p:nvPr/>
        </p:nvSpPr>
        <p:spPr>
          <a:xfrm>
            <a:off x="7665231" y="2061263"/>
            <a:ext cx="80621" cy="82276"/>
          </a:xfrm>
          <a:prstGeom prst="ellipse">
            <a:avLst/>
          </a:prstGeom>
          <a:solidFill>
            <a:srgbClr val="4830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A42A762-556B-4314-8BE4-95A670327755}"/>
              </a:ext>
            </a:extLst>
          </p:cNvPr>
          <p:cNvSpPr/>
          <p:nvPr/>
        </p:nvSpPr>
        <p:spPr>
          <a:xfrm>
            <a:off x="7378336" y="1693788"/>
            <a:ext cx="654413" cy="638569"/>
          </a:xfrm>
          <a:prstGeom prst="ellipse">
            <a:avLst/>
          </a:prstGeom>
          <a:noFill/>
          <a:ln w="9525">
            <a:solidFill>
              <a:srgbClr val="4830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03083EA-3229-4E89-AC11-BD27FF5404B1}"/>
              </a:ext>
            </a:extLst>
          </p:cNvPr>
          <p:cNvSpPr/>
          <p:nvPr/>
        </p:nvSpPr>
        <p:spPr>
          <a:xfrm>
            <a:off x="7660218" y="1652650"/>
            <a:ext cx="82275" cy="8227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58CFDCE-3F5B-42CC-BC21-E12017417884}"/>
              </a:ext>
            </a:extLst>
          </p:cNvPr>
          <p:cNvCxnSpPr>
            <a:cxnSpLocks/>
            <a:stCxn id="18" idx="4"/>
            <a:endCxn id="16" idx="0"/>
          </p:cNvCxnSpPr>
          <p:nvPr/>
        </p:nvCxnSpPr>
        <p:spPr>
          <a:xfrm>
            <a:off x="7701356" y="1734925"/>
            <a:ext cx="4186" cy="326338"/>
          </a:xfrm>
          <a:prstGeom prst="straightConnector1">
            <a:avLst/>
          </a:prstGeom>
          <a:ln>
            <a:solidFill>
              <a:srgbClr val="48301D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87356637-3527-4465-B3DB-9F2B3EABE88B}"/>
              </a:ext>
            </a:extLst>
          </p:cNvPr>
          <p:cNvSpPr txBox="1"/>
          <p:nvPr/>
        </p:nvSpPr>
        <p:spPr>
          <a:xfrm>
            <a:off x="7912801" y="1734925"/>
            <a:ext cx="3465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>
                <a:solidFill>
                  <a:srgbClr val="48301D"/>
                </a:solidFill>
              </a:rPr>
              <a:t>1m</a:t>
            </a:r>
          </a:p>
        </p:txBody>
      </p:sp>
    </p:spTree>
    <p:extLst>
      <p:ext uri="{BB962C8B-B14F-4D97-AF65-F5344CB8AC3E}">
        <p14:creationId xmlns:p14="http://schemas.microsoft.com/office/powerpoint/2010/main" val="244977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4. Eléments contraintes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187166"/>
              </p:ext>
            </p:extLst>
          </p:nvPr>
        </p:nvGraphicFramePr>
        <p:xfrm>
          <a:off x="0" y="776368"/>
          <a:ext cx="9000002" cy="4318726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Restriction itinéraires bois ronds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RESTRICTION_ITBR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Restriction de circulation sur le point contrainte défini par l'arrêté préfectoral pour la circulation du transport de bois ronds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Restriction / Interdiction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optionnel? Ou alors un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dans la liste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besoin encore de cet attribut sachant que l'information d'ITBR est portée par le tronçon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 total roulant autorisé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PTRA_MAX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 total roulant autorisé maximal en 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[10 ; 57 T]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 (Si RESTRICTION_ITBR = Restriction)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conditionnel ITBR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doublon avec info avec tronçon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75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4. Eléments contraintes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262624"/>
              </p:ext>
            </p:extLst>
          </p:nvPr>
        </p:nvGraphicFramePr>
        <p:xfrm>
          <a:off x="0" y="776368"/>
          <a:ext cx="9000002" cy="4285232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Franchissement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FRANCHISSEMENT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Voie franchie ou voie portée au niveau du point 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Franchie / Portée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 (Si NATURE = Pont, Tunnel, Passage à niveau)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// dans BD TE, il y a une table spécifique pour les franchissement qui est quasi identique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Hauteur maximale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HAUT_MAX_ER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Hauteur maximale possible en m de l'ensemble routier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[3 ; 5 m]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Tx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à voir si il y a tjs besoin au niveau ponctuel sachant que l'info est déjà portée par le tronçon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vérifier la cohérence/correspondance sur les infos linéaires/ponctuels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54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4. Eléments contraintes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86621"/>
              </p:ext>
            </p:extLst>
          </p:nvPr>
        </p:nvGraphicFramePr>
        <p:xfrm>
          <a:off x="0" y="776368"/>
          <a:ext cx="9000002" cy="5856538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Largeur maximale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LARG_MAX_ER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Largeur maximale possible en m de l'ensemble routier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[1,5 ; 3 m]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Tx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à voir si il y a tjs besoin au niveau ponctuel sachant que l'info est déjà portée par le tronçon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vérifier la cohérence/correspondance sur les infos linéaires/ponctuels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Longueur maximale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LONG_MAX_ER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Longueur maximale possible en m de l'ensemble routier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[10 ; 25 m]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à voir si il y a tjs besoin au niveau ponctuel sachant que l'info est déjà portée par le tronçon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vérifier la cohérence/correspondance sur les infos linéaires/ponctuels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11403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à l'essieu autorisée maximale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CHARGE_ESSIEU_MAX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à l’essieu autorisée maximale en 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[6 ; 13 T]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à voir si il y a tjs besoin au niveau ponctuel sachant que l'info est déjà portée par le tronçon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vérifier la cohérence/correspondance sur les infos linéaires/ponctuels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63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4. Eléments contraintes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519611"/>
              </p:ext>
            </p:extLst>
          </p:nvPr>
        </p:nvGraphicFramePr>
        <p:xfrm>
          <a:off x="0" y="776368"/>
          <a:ext cx="9000002" cy="4560538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à l'essieu autorisée maximale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CHARGE_ESSIEU_MAX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 de valeurs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à l’essieu autorisée maximale en 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DDT, Gestionnaire de voiries, 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Valeurs libres [6 ; 13 T]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à voir si il y a tjs besoin au niveau ponctuel sachant que l'info est déjà portée par le tronçon</a:t>
                      </a:r>
                    </a:p>
                    <a:p>
                      <a:pPr marL="0" indent="0" algn="l" fontAlgn="b">
                        <a:buFontTx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vérifier la cohérence/correspondance sur les infos linéaires/ponctuels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061"/>
                  </a:ext>
                </a:extLst>
              </a:tr>
              <a:tr h="520896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314680"/>
                  </a:ext>
                </a:extLst>
              </a:tr>
              <a:tr h="1571306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88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077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472299"/>
              </p:ext>
            </p:extLst>
          </p:nvPr>
        </p:nvGraphicFramePr>
        <p:xfrm>
          <a:off x="0" y="776368"/>
          <a:ext cx="9000002" cy="2713926"/>
        </p:xfrm>
        <a:graphic>
          <a:graphicData uri="http://schemas.openxmlformats.org/drawingml/2006/table">
            <a:tbl>
              <a:tblPr/>
              <a:tblGrid>
                <a:gridCol w="902276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616553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319361680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50637577"/>
                    </a:ext>
                  </a:extLst>
                </a:gridCol>
                <a:gridCol w="902276">
                  <a:extLst>
                    <a:ext uri="{9D8B030D-6E8A-4147-A177-3AD203B41FA5}">
                      <a16:colId xmlns:a16="http://schemas.microsoft.com/office/drawing/2014/main" val="2737638871"/>
                    </a:ext>
                  </a:extLst>
                </a:gridCol>
                <a:gridCol w="1225396">
                  <a:extLst>
                    <a:ext uri="{9D8B030D-6E8A-4147-A177-3AD203B41FA5}">
                      <a16:colId xmlns:a16="http://schemas.microsoft.com/office/drawing/2014/main" val="511667525"/>
                    </a:ext>
                  </a:extLst>
                </a:gridCol>
                <a:gridCol w="2646673">
                  <a:extLst>
                    <a:ext uri="{9D8B030D-6E8A-4147-A177-3AD203B41FA5}">
                      <a16:colId xmlns:a16="http://schemas.microsoft.com/office/drawing/2014/main" val="2727121588"/>
                    </a:ext>
                  </a:extLst>
                </a:gridCol>
              </a:tblGrid>
              <a:tr h="89703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en français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Nom SHP dans le std bois+ DFCI 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 de valeur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std bois 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Origine de la donnée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Exemples de valeurs possibles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Elément Obligatoire/</a:t>
                      </a:r>
                    </a:p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Optionnel std bois + DFCI</a:t>
                      </a:r>
                    </a:p>
                  </a:txBody>
                  <a:tcPr marL="7974" marR="7974" marT="7974" marB="382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Remarque 17/11/2025</a:t>
                      </a:r>
                    </a:p>
                  </a:txBody>
                  <a:tcPr marL="7974" marR="7974" marT="7974" marB="38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18168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de l’équipement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Saisie contributeur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Voir diapo suivantes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Obligatoire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peut conserver en liste mais avoir des définitions plus claires</a:t>
                      </a:r>
                    </a:p>
                    <a:p>
                      <a:pPr marL="171450" indent="-171450" algn="l" fontAlgn="b">
                        <a:buFontTx/>
                        <a:buChar char="-"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 fusionner avec les contraintes?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8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57081"/>
              </p:ext>
            </p:extLst>
          </p:nvPr>
        </p:nvGraphicFramePr>
        <p:xfrm>
          <a:off x="208800" y="790972"/>
          <a:ext cx="8827200" cy="4036326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839014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Place de dépôt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7030A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2665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Aire de retournement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y a-t-il besoin d'aire de retournement spécifique DFCI ou spécifique dessertes? </a:t>
                      </a:r>
                    </a:p>
                    <a:p>
                      <a:pPr algn="l" fontAlgn="b"/>
                      <a:b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Y a-t-il des spec pour définir ces aires? </a:t>
                      </a:r>
                    </a:p>
                    <a:p>
                      <a:pPr algn="l" fontAlgn="b"/>
                      <a:b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(sachant que le tronçon porte une information "Réseau DFCI" et/ou "Réseau Transport de bois")</a:t>
                      </a: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7030A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</a:t>
                      </a:r>
                      <a:r>
                        <a:rPr lang="fr-FR" sz="1100" b="0" i="0" u="none" strike="noStrike" dirty="0">
                          <a:solidFill>
                            <a:srgbClr val="A3C297"/>
                          </a:solidFill>
                          <a:effectLst/>
                          <a:latin typeface="Aptos Narrow"/>
                        </a:rPr>
                        <a:t>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Aire de retournement DFCI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besoin? Voir les specs/définitions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Zone de croisement DFCI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besoin? Voir les </a:t>
                      </a:r>
                      <a:r>
                        <a:rPr lang="fr-FR" sz="1100" b="0" i="0" u="none" strike="noStrike" dirty="0" err="1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specs</a:t>
                      </a: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/définitions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581026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604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004501"/>
              </p:ext>
            </p:extLst>
          </p:nvPr>
        </p:nvGraphicFramePr>
        <p:xfrm>
          <a:off x="208800" y="790972"/>
          <a:ext cx="8827200" cy="3955438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839014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Aire de croisement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7030A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2665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Aire de dépôt - retournement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7030A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Barrière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Déjà présent dans l'élément BD TOPO "Point du réseau" 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Equipement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Point de rencontre des secours en forêt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344582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54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/>
        </p:nvGraphicFramePr>
        <p:xfrm>
          <a:off x="208800" y="790972"/>
          <a:ext cx="8827200" cy="3157031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839014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Pente forte (&gt; 10%)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C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26658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Pente maximale DFCI (entier)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- à rapprocher de nature "Pente forte (&gt; 10%)" déjà présent dans le standard v1 (ponctuel)</a:t>
                      </a:r>
                      <a:b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- </a:t>
                      </a:r>
                      <a:r>
                        <a:rPr lang="fr-FR" sz="1100" b="0" i="0" u="none" strike="noStrike" dirty="0" err="1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ya</a:t>
                      </a: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 déjà info au </a:t>
                      </a:r>
                      <a:r>
                        <a:rPr lang="fr-FR" sz="1100" b="0" i="0" u="none" strike="noStrike" dirty="0" err="1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troncon</a:t>
                      </a: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 dans la BD TOPO (optionnel)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Lacet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C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58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164330"/>
              </p:ext>
            </p:extLst>
          </p:nvPr>
        </p:nvGraphicFramePr>
        <p:xfrm>
          <a:off x="208800" y="790972"/>
          <a:ext cx="8827200" cy="3955438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83901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Tunnel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dans BD TOPO construction linéaire/surfacique (pas de ponctuel)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26658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Pont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dans BD TOPO construction linéaire/surfacique (pas de ponctuel)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Ouvrage d'art limitant DFCI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- à rapprocher des ponctuels pont/tunnel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Dégradation (chaussée, accotement)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C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28185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261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66004"/>
              </p:ext>
            </p:extLst>
          </p:nvPr>
        </p:nvGraphicFramePr>
        <p:xfrm>
          <a:off x="208800" y="790972"/>
          <a:ext cx="8827200" cy="3960974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83901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Etat de la route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besoin qui semblait être en discussion avec le gestionnaire (Etat général du tronçon  (sans impact sur l'accessibilité, utile pour l'entretien) bon/mauvais)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- toujours besoin dans le standard?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126658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Gué ou radier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dans BD TOPO, le </a:t>
                      </a:r>
                      <a:r>
                        <a:rPr lang="fr-FR" sz="11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troncon</a:t>
                      </a:r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 de route porte déjà l'info (Position par rapport au sol : 0, 1, -1, gué ou radier)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Passage à niveau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dans BD TOPO, ya déjà ponctuel Point du réseau (mais n'a pas toutes les infos) (doublon dans BD TE, cohérence avec BD TOPO parfois revue)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Barrière de dégel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mettre dans le nom/la définition la potentialité de cet objet, mais pas sa temporalité (trop complexe à tenir à jour, à gérer dans les BD/outils métiers)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28185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238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27856-9D19-42FC-B302-147DEBEE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68900-EE89-4C19-A528-550BE765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36020-CB3B-4053-B084-023C9F7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9A34D4C-BF23-47C3-8364-19CD7D44A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607" y="180000"/>
            <a:ext cx="5929201" cy="360000"/>
          </a:xfrm>
        </p:spPr>
        <p:txBody>
          <a:bodyPr/>
          <a:lstStyle/>
          <a:p>
            <a:pPr marL="0" indent="0">
              <a:buNone/>
            </a:pPr>
            <a:r>
              <a:rPr lang="fr-FR" sz="2600" b="0" dirty="0"/>
              <a:t>5. Nature</a:t>
            </a:r>
          </a:p>
          <a:p>
            <a:pPr marL="107950" indent="-107950"/>
            <a:endParaRPr lang="fr-FR" dirty="0">
              <a:latin typeface="+mj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D63D877-7D36-489B-8304-391D9D919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784139"/>
              </p:ext>
            </p:extLst>
          </p:nvPr>
        </p:nvGraphicFramePr>
        <p:xfrm>
          <a:off x="208800" y="790972"/>
          <a:ext cx="8827200" cy="3904742"/>
        </p:xfrm>
        <a:graphic>
          <a:graphicData uri="http://schemas.openxmlformats.org/drawingml/2006/table">
            <a:tbl>
              <a:tblPr/>
              <a:tblGrid>
                <a:gridCol w="1908000">
                  <a:extLst>
                    <a:ext uri="{9D8B030D-6E8A-4147-A177-3AD203B41FA5}">
                      <a16:colId xmlns:a16="http://schemas.microsoft.com/office/drawing/2014/main" val="984589749"/>
                    </a:ext>
                  </a:extLst>
                </a:gridCol>
                <a:gridCol w="2498400">
                  <a:extLst>
                    <a:ext uri="{9D8B030D-6E8A-4147-A177-3AD203B41FA5}">
                      <a16:colId xmlns:a16="http://schemas.microsoft.com/office/drawing/2014/main" val="2568116402"/>
                    </a:ext>
                  </a:extLst>
                </a:gridCol>
                <a:gridCol w="4420800">
                  <a:extLst>
                    <a:ext uri="{9D8B030D-6E8A-4147-A177-3AD203B41FA5}">
                      <a16:colId xmlns:a16="http://schemas.microsoft.com/office/drawing/2014/main" val="32063739"/>
                    </a:ext>
                  </a:extLst>
                </a:gridCol>
              </a:tblGrid>
              <a:tr h="25302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Table d’origine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Nature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Question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95001"/>
                  </a:ext>
                </a:extLst>
              </a:tr>
              <a:tr h="4536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Restriction saisonnière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3C7D22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68142"/>
                  </a:ext>
                </a:extLst>
              </a:tr>
              <a:tr h="7704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Obstacle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C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164"/>
                  </a:ext>
                </a:extLst>
              </a:tr>
              <a:tr h="115625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Fermeture temporaire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dans BD TOPO, les tronçons de route portent déjà une information "Période de fermeture" (</a:t>
                      </a:r>
                      <a:r>
                        <a:rPr lang="fr-FR" sz="11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json</a:t>
                      </a:r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 qui porte texte, qui indique la présence d'une potentielle période de fermeture)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b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- mettre dans le nom/la définition la potentialité de cet objet, mais pas sa temporalité (trop complexe à tenir à jour, à gérer dans les BD/outils métiers)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32648"/>
                  </a:ext>
                </a:extLst>
              </a:tr>
              <a:tr h="47305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Contrainte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/>
                        </a:rPr>
                        <a:t>Autre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C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281855"/>
                  </a:ext>
                </a:extLst>
              </a:tr>
              <a:tr h="79840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BD TOPO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Impasse DFCI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3C7D22"/>
                          </a:solidFill>
                          <a:effectLst/>
                          <a:latin typeface="Aptos Narrow"/>
                        </a:rPr>
                        <a:t>- tjs besoin? Avoir une définition plus claire sur le ponctuel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1395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A2D3E7D1-42E9-4787-BE16-D006C69E675F}"/>
              </a:ext>
            </a:extLst>
          </p:cNvPr>
          <p:cNvSpPr txBox="1"/>
          <p:nvPr/>
        </p:nvSpPr>
        <p:spPr>
          <a:xfrm>
            <a:off x="2559600" y="15765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u="none" strike="noStrike" dirty="0">
                <a:solidFill>
                  <a:srgbClr val="7030A0"/>
                </a:solidFill>
                <a:effectLst/>
                <a:latin typeface="Aptos Narrow"/>
              </a:rPr>
              <a:t>Table Equipement</a:t>
            </a:r>
          </a:p>
          <a:p>
            <a:r>
              <a:rPr lang="fr-FR" sz="900" dirty="0">
                <a:solidFill>
                  <a:srgbClr val="A3C297"/>
                </a:solidFill>
                <a:latin typeface="Aptos Narrow"/>
              </a:rPr>
              <a:t>BD TOPO (DFCI)</a:t>
            </a:r>
          </a:p>
          <a:p>
            <a:r>
              <a:rPr lang="fr-FR" sz="900" dirty="0">
                <a:solidFill>
                  <a:srgbClr val="C00000"/>
                </a:solidFill>
                <a:latin typeface="Aptos Narrow"/>
              </a:rPr>
              <a:t>Table Contraintes</a:t>
            </a:r>
            <a:endParaRPr lang="fr-FR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653262"/>
      </p:ext>
    </p:extLst>
  </p:cSld>
  <p:clrMapOvr>
    <a:masterClrMapping/>
  </p:clrMapOvr>
</p:sld>
</file>

<file path=ppt/theme/theme1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568f87-b25f-475a-a26b-5a1bcde8677b">
      <Terms xmlns="http://schemas.microsoft.com/office/infopath/2007/PartnerControls"/>
    </lcf76f155ced4ddcb4097134ff3c332f>
    <TaxCatchAll xmlns="a486f84b-88b9-4459-bbe1-3ce207c7425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a6cacba7539b31282072365483ecd0ef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6a7891a40410045817253e4d7c5934b7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477A47-1286-4B71-9FAA-ADCCF488E6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DB2173-9F22-45AA-85BF-1E19B2861E2B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a486f84b-88b9-4459-bbe1-3ce207c7425f"/>
    <ds:schemaRef ds:uri="http://purl.org/dc/terms/"/>
    <ds:schemaRef ds:uri="http://schemas.microsoft.com/office/infopath/2007/PartnerControls"/>
    <ds:schemaRef ds:uri="4d568f87-b25f-475a-a26b-5a1bcde8677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1FB444B-6EE5-47EE-A25F-2B663D4A7797}"/>
</file>

<file path=docProps/app.xml><?xml version="1.0" encoding="utf-8"?>
<Properties xmlns="http://schemas.openxmlformats.org/officeDocument/2006/extended-properties" xmlns:vt="http://schemas.openxmlformats.org/officeDocument/2006/docPropsVTypes">
  <Template>ppt_operateurs_marianne</Template>
  <TotalTime>4332</TotalTime>
  <Words>2459</Words>
  <Application>Microsoft Office PowerPoint</Application>
  <PresentationFormat>Affichage à l'écran (16:9)</PresentationFormat>
  <Paragraphs>489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 Narrow</vt:lpstr>
      <vt:lpstr>Arial</vt:lpstr>
      <vt:lpstr>Calibri</vt:lpstr>
      <vt:lpstr>Marianne</vt:lpstr>
      <vt:lpstr>ppt_operateurs_marianne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>Client</Manager>
  <Company>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Karine Courtes</dc:creator>
  <cp:lastModifiedBy>Marion Lacroix</cp:lastModifiedBy>
  <cp:revision>450</cp:revision>
  <cp:lastPrinted>2025-11-17T08:01:05Z</cp:lastPrinted>
  <dcterms:created xsi:type="dcterms:W3CDTF">2020-10-20T13:20:24Z</dcterms:created>
  <dcterms:modified xsi:type="dcterms:W3CDTF">2025-11-18T08:43:32Z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