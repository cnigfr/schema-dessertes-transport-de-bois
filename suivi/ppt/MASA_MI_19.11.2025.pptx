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8.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ink/ink5.xml" ContentType="application/inkml+xml"/>
  <Override PartName="/ppt/notesSlides/notesSlide7.xml" ContentType="application/vnd.openxmlformats-officedocument.presentationml.notesSlide+xml"/>
  <Override PartName="/ppt/ink/ink6.xml" ContentType="application/inkml+xml"/>
  <Override PartName="/ppt/notesSlides/notesSlide8.xml" ContentType="application/vnd.openxmlformats-officedocument.presentationml.notesSlide+xml"/>
  <Override PartName="/ppt/ink/ink7.xml" ContentType="application/inkml+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 id="2147483665" r:id="rId5"/>
    <p:sldMasterId id="2147483690" r:id="rId6"/>
    <p:sldMasterId id="2147483692" r:id="rId7"/>
    <p:sldMasterId id="2147483713" r:id="rId8"/>
    <p:sldMasterId id="2147483721" r:id="rId9"/>
    <p:sldMasterId id="2147483729" r:id="rId10"/>
    <p:sldMasterId id="2147483731" r:id="rId11"/>
    <p:sldMasterId id="2147483742" r:id="rId12"/>
    <p:sldMasterId id="2147483753" r:id="rId13"/>
  </p:sldMasterIdLst>
  <p:notesMasterIdLst>
    <p:notesMasterId r:id="rId33"/>
  </p:notesMasterIdLst>
  <p:handoutMasterIdLst>
    <p:handoutMasterId r:id="rId34"/>
  </p:handoutMasterIdLst>
  <p:sldIdLst>
    <p:sldId id="778" r:id="rId14"/>
    <p:sldId id="802" r:id="rId15"/>
    <p:sldId id="796" r:id="rId16"/>
    <p:sldId id="787" r:id="rId17"/>
    <p:sldId id="789" r:id="rId18"/>
    <p:sldId id="795" r:id="rId19"/>
    <p:sldId id="793" r:id="rId20"/>
    <p:sldId id="797" r:id="rId21"/>
    <p:sldId id="790" r:id="rId22"/>
    <p:sldId id="798" r:id="rId23"/>
    <p:sldId id="800" r:id="rId24"/>
    <p:sldId id="792" r:id="rId25"/>
    <p:sldId id="804" r:id="rId26"/>
    <p:sldId id="799" r:id="rId27"/>
    <p:sldId id="803" r:id="rId28"/>
    <p:sldId id="794" r:id="rId29"/>
    <p:sldId id="788" r:id="rId30"/>
    <p:sldId id="783" r:id="rId31"/>
    <p:sldId id="785" r:id="rId32"/>
  </p:sldIdLst>
  <p:sldSz cx="12192000" cy="6858000"/>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6CD415-AB66-7B51-192D-7E3EDD71FF5A}" name="Marion Lacroix" initials="ML" userId="S::mlacroix@ignf.onmicrosoft.com::9df64882-6113-4c49-9d2b-3e68714ee988" providerId="AD"/>
  <p188:author id="{A74D592B-1C76-9E2E-E9AB-90F9693CC65E}" name="Loic Brignone" initials="LB" userId="S::lbrignone@ignf.onmicrosoft.com::a1efbad3-713d-49d2-9711-50d65828dad4" providerId="AD"/>
  <p188:author id="{BAFB0943-2FA6-0F68-58C5-FE81A57F26EC}" name="Marion Lacroix" initials="ML" userId="S::marion.lacroix@ign.fr::9df64882-6113-4c49-9d2b-3e68714ee988" providerId="AD"/>
  <p188:author id="{B4E282A7-7901-E486-CF4A-32846AE4F99F}" name="Marianne JANOWSKI" initials="MJ" userId="S::mjanowski@ignf.onmicrosoft.com::4baf287f-b9fc-4012-b573-cc645235dd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Thierry Saffroy" initials="TS [2]" lastIdx="1" clrIdx="6">
    <p:extLst>
      <p:ext uri="{19B8F6BF-5375-455C-9EA6-DF929625EA0E}">
        <p15:presenceInfo xmlns:p15="http://schemas.microsoft.com/office/powerpoint/2012/main" userId="S::tsaffroy@ignf.onmicrosoft.com::ce28d226-01c7-4cd3-a339-989f2bb19eb3" providerId="AD"/>
      </p:ext>
    </p:extLst>
  </p:cmAuthor>
  <p:cmAuthor id="1" name="MONCHAUX Philippe" initials="MP" lastIdx="16" clrIdx="0"/>
  <p:cmAuthor id="8" name="Marion Lacroix" initials="ML [2]" lastIdx="1" clrIdx="7">
    <p:extLst>
      <p:ext uri="{19B8F6BF-5375-455C-9EA6-DF929625EA0E}">
        <p15:presenceInfo xmlns:p15="http://schemas.microsoft.com/office/powerpoint/2012/main" userId="S::marion.lacroix@ign.fr::9df64882-6113-4c49-9d2b-3e68714ee988" providerId="AD"/>
      </p:ext>
    </p:extLst>
  </p:cmAuthor>
  <p:cmAuthor id="2" name="PIN-JOUENNE Beatrice" initials="PB" lastIdx="12" clrIdx="1"/>
  <p:cmAuthor id="3" name="GINET Christophe" initials="GC" lastIdx="1" clrIdx="2"/>
  <p:cmAuthor id="4" name="MORILLON Vincent" initials="MV" lastIdx="7" clrIdx="3"/>
  <p:cmAuthor id="5" name="Marion Lacroix" initials="ML" lastIdx="3" clrIdx="4">
    <p:extLst>
      <p:ext uri="{19B8F6BF-5375-455C-9EA6-DF929625EA0E}">
        <p15:presenceInfo xmlns:p15="http://schemas.microsoft.com/office/powerpoint/2012/main" userId="S::MLacroix@IGNF.onmicrosoft.com::9df64882-6113-4c49-9d2b-3e68714ee988" providerId="AD"/>
      </p:ext>
    </p:extLst>
  </p:cmAuthor>
  <p:cmAuthor id="6" name="Thierry Saffroy" initials="TS" lastIdx="1" clrIdx="5">
    <p:extLst>
      <p:ext uri="{19B8F6BF-5375-455C-9EA6-DF929625EA0E}">
        <p15:presenceInfo xmlns:p15="http://schemas.microsoft.com/office/powerpoint/2012/main" userId="S::thierry.saffroy@ign.fr::ce28d226-01c7-4cd3-a339-989f2bb19eb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8FACFF"/>
    <a:srgbClr val="FE646F"/>
    <a:srgbClr val="FD8087"/>
    <a:srgbClr val="3883CE"/>
    <a:srgbClr val="6AA2DA"/>
    <a:srgbClr val="C4C4FD"/>
    <a:srgbClr val="C3C3FC"/>
    <a:srgbClr val="79E9B3"/>
    <a:srgbClr val="D4F2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DF499B-2A85-830B-E9F4-F409ACE18CD9}" v="19" dt="2025-11-19T08:32:37.367"/>
    <p1510:client id="{F2DF9EE6-E7A1-D242-D6D6-C3FB23FD568E}" v="8" dt="2025-11-18T18:11:00.74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01" autoAdjust="0"/>
  </p:normalViewPr>
  <p:slideViewPr>
    <p:cSldViewPr snapToGrid="0">
      <p:cViewPr varScale="1">
        <p:scale>
          <a:sx n="109" d="100"/>
          <a:sy n="109" d="100"/>
        </p:scale>
        <p:origin x="636"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tableStyles" Target="tableStyles.xml"/><Relationship Id="rId21" Type="http://schemas.openxmlformats.org/officeDocument/2006/relationships/slide" Target="slides/slide8.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commentAuthors" Target="commen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Lacroix" userId="9df64882-6113-4c49-9d2b-3e68714ee988" providerId="ADAL" clId="{0F5C530E-7F44-43FA-A114-418004AF991A}"/>
    <pc:docChg chg="undo redo custSel addSld delSld modSld sldOrd">
      <pc:chgData name="Marion Lacroix" userId="9df64882-6113-4c49-9d2b-3e68714ee988" providerId="ADAL" clId="{0F5C530E-7F44-43FA-A114-418004AF991A}" dt="2025-11-13T18:48:52.543" v="320" actId="47"/>
      <pc:docMkLst>
        <pc:docMk/>
      </pc:docMkLst>
      <pc:sldChg chg="addSp modSp add mod ord">
        <pc:chgData name="Marion Lacroix" userId="9df64882-6113-4c49-9d2b-3e68714ee988" providerId="ADAL" clId="{0F5C530E-7F44-43FA-A114-418004AF991A}" dt="2025-11-13T18:30:14.757" v="83" actId="20577"/>
        <pc:sldMkLst>
          <pc:docMk/>
          <pc:sldMk cId="3601713197" sldId="778"/>
        </pc:sldMkLst>
        <pc:spChg chg="mod">
          <ac:chgData name="Marion Lacroix" userId="9df64882-6113-4c49-9d2b-3e68714ee988" providerId="ADAL" clId="{0F5C530E-7F44-43FA-A114-418004AF991A}" dt="2025-11-13T09:32:49.340" v="58" actId="12789"/>
          <ac:spMkLst>
            <pc:docMk/>
            <pc:sldMk cId="3601713197" sldId="778"/>
            <ac:spMk id="2" creationId="{8A31229A-73AF-40B9-BDC6-362330BDF2D9}"/>
          </ac:spMkLst>
        </pc:spChg>
        <pc:spChg chg="mod">
          <ac:chgData name="Marion Lacroix" userId="9df64882-6113-4c49-9d2b-3e68714ee988" providerId="ADAL" clId="{0F5C530E-7F44-43FA-A114-418004AF991A}" dt="2025-11-13T09:33:52.357" v="69" actId="1076"/>
          <ac:spMkLst>
            <pc:docMk/>
            <pc:sldMk cId="3601713197" sldId="778"/>
            <ac:spMk id="3" creationId="{2A1BE3EA-BC1C-4F4B-BEBE-F790BF497879}"/>
          </ac:spMkLst>
        </pc:spChg>
        <pc:spChg chg="mod">
          <ac:chgData name="Marion Lacroix" userId="9df64882-6113-4c49-9d2b-3e68714ee988" providerId="ADAL" clId="{0F5C530E-7F44-43FA-A114-418004AF991A}" dt="2025-11-13T18:30:14.757" v="83" actId="20577"/>
          <ac:spMkLst>
            <pc:docMk/>
            <pc:sldMk cId="3601713197" sldId="778"/>
            <ac:spMk id="6" creationId="{00000000-0000-0000-0000-000000000000}"/>
          </ac:spMkLst>
        </pc:spChg>
        <pc:grpChg chg="add mod">
          <ac:chgData name="Marion Lacroix" userId="9df64882-6113-4c49-9d2b-3e68714ee988" providerId="ADAL" clId="{0F5C530E-7F44-43FA-A114-418004AF991A}" dt="2025-11-13T18:30:12.914" v="82" actId="1076"/>
          <ac:grpSpMkLst>
            <pc:docMk/>
            <pc:sldMk cId="3601713197" sldId="778"/>
            <ac:grpSpMk id="9" creationId="{EF014D96-B770-437F-8E9D-C6248933CB3E}"/>
          </ac:grpSpMkLst>
        </pc:grpChg>
        <pc:picChg chg="mod">
          <ac:chgData name="Marion Lacroix" userId="9df64882-6113-4c49-9d2b-3e68714ee988" providerId="ADAL" clId="{0F5C530E-7F44-43FA-A114-418004AF991A}" dt="2025-11-13T09:33:00.413" v="59" actId="164"/>
          <ac:picMkLst>
            <pc:docMk/>
            <pc:sldMk cId="3601713197" sldId="778"/>
            <ac:picMk id="12" creationId="{CB131529-0D4F-4171-9917-E2B6F9BD3EDE}"/>
          </ac:picMkLst>
        </pc:picChg>
        <pc:picChg chg="mod">
          <ac:chgData name="Marion Lacroix" userId="9df64882-6113-4c49-9d2b-3e68714ee988" providerId="ADAL" clId="{0F5C530E-7F44-43FA-A114-418004AF991A}" dt="2025-11-13T09:33:00.413" v="59" actId="164"/>
          <ac:picMkLst>
            <pc:docMk/>
            <pc:sldMk cId="3601713197" sldId="778"/>
            <ac:picMk id="13" creationId="{BD3A6AC6-9EC3-4B4C-8BCC-0CDF0B526C8F}"/>
          </ac:picMkLst>
        </pc:picChg>
        <pc:picChg chg="mod">
          <ac:chgData name="Marion Lacroix" userId="9df64882-6113-4c49-9d2b-3e68714ee988" providerId="ADAL" clId="{0F5C530E-7F44-43FA-A114-418004AF991A}" dt="2025-11-13T09:33:00.413" v="59" actId="164"/>
          <ac:picMkLst>
            <pc:docMk/>
            <pc:sldMk cId="3601713197" sldId="778"/>
            <ac:picMk id="14" creationId="{E9AF8D38-FAC6-4321-ACD7-16F536668A76}"/>
          </ac:picMkLst>
        </pc:picChg>
        <pc:picChg chg="mod">
          <ac:chgData name="Marion Lacroix" userId="9df64882-6113-4c49-9d2b-3e68714ee988" providerId="ADAL" clId="{0F5C530E-7F44-43FA-A114-418004AF991A}" dt="2025-11-13T09:33:00.413" v="59" actId="164"/>
          <ac:picMkLst>
            <pc:docMk/>
            <pc:sldMk cId="3601713197" sldId="778"/>
            <ac:picMk id="15" creationId="{6C5BBA72-1878-453A-B073-EF55F2AA4B75}"/>
          </ac:picMkLst>
        </pc:picChg>
        <pc:picChg chg="mod">
          <ac:chgData name="Marion Lacroix" userId="9df64882-6113-4c49-9d2b-3e68714ee988" providerId="ADAL" clId="{0F5C530E-7F44-43FA-A114-418004AF991A}" dt="2025-11-13T09:33:00.413" v="59" actId="164"/>
          <ac:picMkLst>
            <pc:docMk/>
            <pc:sldMk cId="3601713197" sldId="778"/>
            <ac:picMk id="18" creationId="{85455156-CA8E-44FF-88AF-0243B8E80CEB}"/>
          </ac:picMkLst>
        </pc:picChg>
      </pc:sldChg>
    </pc:docChg>
  </pc:docChgLst>
  <pc:docChgLst>
    <pc:chgData name="Marion Lacroix" userId="9df64882-6113-4c49-9d2b-3e68714ee988" providerId="ADAL" clId="{AB830219-20FC-4B42-8B2B-8D0B863CB8CB}"/>
    <pc:docChg chg="undo redo custSel addSld delSld modSld sldOrd">
      <pc:chgData name="Marion Lacroix" userId="9df64882-6113-4c49-9d2b-3e68714ee988" providerId="ADAL" clId="{AB830219-20FC-4B42-8B2B-8D0B863CB8CB}" dt="2025-11-18T18:43:21.852" v="6999" actId="1076"/>
      <pc:docMkLst>
        <pc:docMk/>
      </pc:docMkLst>
      <pc:sldChg chg="modSp del mod">
        <pc:chgData name="Marion Lacroix" userId="9df64882-6113-4c49-9d2b-3e68714ee988" providerId="ADAL" clId="{AB830219-20FC-4B42-8B2B-8D0B863CB8CB}" dt="2025-11-18T16:33:38.767" v="2927" actId="47"/>
        <pc:sldMkLst>
          <pc:docMk/>
          <pc:sldMk cId="1514211713" sldId="504"/>
        </pc:sldMkLst>
        <pc:spChg chg="mod">
          <ac:chgData name="Marion Lacroix" userId="9df64882-6113-4c49-9d2b-3e68714ee988" providerId="ADAL" clId="{AB830219-20FC-4B42-8B2B-8D0B863CB8CB}" dt="2025-11-18T14:59:09.086" v="34" actId="1076"/>
          <ac:spMkLst>
            <pc:docMk/>
            <pc:sldMk cId="1514211713" sldId="504"/>
            <ac:spMk id="9" creationId="{649CAF71-85BB-E46B-C9EF-3972E4D631E0}"/>
          </ac:spMkLst>
        </pc:spChg>
      </pc:sldChg>
      <pc:sldChg chg="del">
        <pc:chgData name="Marion Lacroix" userId="9df64882-6113-4c49-9d2b-3e68714ee988" providerId="ADAL" clId="{AB830219-20FC-4B42-8B2B-8D0B863CB8CB}" dt="2025-11-18T16:33:42.409" v="2930" actId="47"/>
        <pc:sldMkLst>
          <pc:docMk/>
          <pc:sldMk cId="3588698646" sldId="606"/>
        </pc:sldMkLst>
      </pc:sldChg>
      <pc:sldChg chg="del">
        <pc:chgData name="Marion Lacroix" userId="9df64882-6113-4c49-9d2b-3e68714ee988" providerId="ADAL" clId="{AB830219-20FC-4B42-8B2B-8D0B863CB8CB}" dt="2025-11-18T16:33:41.237" v="2929" actId="47"/>
        <pc:sldMkLst>
          <pc:docMk/>
          <pc:sldMk cId="2078013151" sldId="666"/>
        </pc:sldMkLst>
      </pc:sldChg>
      <pc:sldChg chg="del">
        <pc:chgData name="Marion Lacroix" userId="9df64882-6113-4c49-9d2b-3e68714ee988" providerId="ADAL" clId="{AB830219-20FC-4B42-8B2B-8D0B863CB8CB}" dt="2025-11-18T16:33:39.814" v="2928" actId="47"/>
        <pc:sldMkLst>
          <pc:docMk/>
          <pc:sldMk cId="410272824" sldId="707"/>
        </pc:sldMkLst>
      </pc:sldChg>
      <pc:sldChg chg="del">
        <pc:chgData name="Marion Lacroix" userId="9df64882-6113-4c49-9d2b-3e68714ee988" providerId="ADAL" clId="{AB830219-20FC-4B42-8B2B-8D0B863CB8CB}" dt="2025-11-18T16:33:44.183" v="2932" actId="47"/>
        <pc:sldMkLst>
          <pc:docMk/>
          <pc:sldMk cId="2199335285" sldId="711"/>
        </pc:sldMkLst>
      </pc:sldChg>
      <pc:sldChg chg="del">
        <pc:chgData name="Marion Lacroix" userId="9df64882-6113-4c49-9d2b-3e68714ee988" providerId="ADAL" clId="{AB830219-20FC-4B42-8B2B-8D0B863CB8CB}" dt="2025-11-18T16:33:45.301" v="2933" actId="47"/>
        <pc:sldMkLst>
          <pc:docMk/>
          <pc:sldMk cId="1394016723" sldId="712"/>
        </pc:sldMkLst>
      </pc:sldChg>
      <pc:sldChg chg="del">
        <pc:chgData name="Marion Lacroix" userId="9df64882-6113-4c49-9d2b-3e68714ee988" providerId="ADAL" clId="{AB830219-20FC-4B42-8B2B-8D0B863CB8CB}" dt="2025-11-18T16:33:46.835" v="2934" actId="47"/>
        <pc:sldMkLst>
          <pc:docMk/>
          <pc:sldMk cId="3391556035" sldId="765"/>
        </pc:sldMkLst>
      </pc:sldChg>
      <pc:sldChg chg="del">
        <pc:chgData name="Marion Lacroix" userId="9df64882-6113-4c49-9d2b-3e68714ee988" providerId="ADAL" clId="{AB830219-20FC-4B42-8B2B-8D0B863CB8CB}" dt="2025-11-18T16:34:09.985" v="2939" actId="47"/>
        <pc:sldMkLst>
          <pc:docMk/>
          <pc:sldMk cId="3686782687" sldId="770"/>
        </pc:sldMkLst>
      </pc:sldChg>
      <pc:sldChg chg="del">
        <pc:chgData name="Marion Lacroix" userId="9df64882-6113-4c49-9d2b-3e68714ee988" providerId="ADAL" clId="{AB830219-20FC-4B42-8B2B-8D0B863CB8CB}" dt="2025-11-18T16:33:37.666" v="2926" actId="47"/>
        <pc:sldMkLst>
          <pc:docMk/>
          <pc:sldMk cId="2150675422" sldId="772"/>
        </pc:sldMkLst>
      </pc:sldChg>
      <pc:sldChg chg="del">
        <pc:chgData name="Marion Lacroix" userId="9df64882-6113-4c49-9d2b-3e68714ee988" providerId="ADAL" clId="{AB830219-20FC-4B42-8B2B-8D0B863CB8CB}" dt="2025-11-18T16:33:47.667" v="2935" actId="47"/>
        <pc:sldMkLst>
          <pc:docMk/>
          <pc:sldMk cId="391908494" sldId="773"/>
        </pc:sldMkLst>
      </pc:sldChg>
      <pc:sldChg chg="del">
        <pc:chgData name="Marion Lacroix" userId="9df64882-6113-4c49-9d2b-3e68714ee988" providerId="ADAL" clId="{AB830219-20FC-4B42-8B2B-8D0B863CB8CB}" dt="2025-11-18T16:33:48.939" v="2936" actId="47"/>
        <pc:sldMkLst>
          <pc:docMk/>
          <pc:sldMk cId="1522850905" sldId="774"/>
        </pc:sldMkLst>
      </pc:sldChg>
      <pc:sldChg chg="del">
        <pc:chgData name="Marion Lacroix" userId="9df64882-6113-4c49-9d2b-3e68714ee988" providerId="ADAL" clId="{AB830219-20FC-4B42-8B2B-8D0B863CB8CB}" dt="2025-11-18T16:33:50.209" v="2937" actId="47"/>
        <pc:sldMkLst>
          <pc:docMk/>
          <pc:sldMk cId="150817860" sldId="776"/>
        </pc:sldMkLst>
      </pc:sldChg>
      <pc:sldChg chg="del">
        <pc:chgData name="Marion Lacroix" userId="9df64882-6113-4c49-9d2b-3e68714ee988" providerId="ADAL" clId="{AB830219-20FC-4B42-8B2B-8D0B863CB8CB}" dt="2025-11-18T16:33:56.105" v="2938" actId="47"/>
        <pc:sldMkLst>
          <pc:docMk/>
          <pc:sldMk cId="3209164075" sldId="777"/>
        </pc:sldMkLst>
      </pc:sldChg>
      <pc:sldChg chg="addSp modSp mod">
        <pc:chgData name="Marion Lacroix" userId="9df64882-6113-4c49-9d2b-3e68714ee988" providerId="ADAL" clId="{AB830219-20FC-4B42-8B2B-8D0B863CB8CB}" dt="2025-11-18T18:40:40.905" v="6983" actId="1076"/>
        <pc:sldMkLst>
          <pc:docMk/>
          <pc:sldMk cId="3601713197" sldId="778"/>
        </pc:sldMkLst>
        <pc:spChg chg="mod">
          <ac:chgData name="Marion Lacroix" userId="9df64882-6113-4c49-9d2b-3e68714ee988" providerId="ADAL" clId="{AB830219-20FC-4B42-8B2B-8D0B863CB8CB}" dt="2025-11-18T18:40:04.713" v="6975" actId="1076"/>
          <ac:spMkLst>
            <pc:docMk/>
            <pc:sldMk cId="3601713197" sldId="778"/>
            <ac:spMk id="3" creationId="{2A1BE3EA-BC1C-4F4B-BEBE-F790BF497879}"/>
          </ac:spMkLst>
        </pc:spChg>
        <pc:spChg chg="mod ord">
          <ac:chgData name="Marion Lacroix" userId="9df64882-6113-4c49-9d2b-3e68714ee988" providerId="ADAL" clId="{AB830219-20FC-4B42-8B2B-8D0B863CB8CB}" dt="2025-11-18T18:40:28.579" v="6979" actId="166"/>
          <ac:spMkLst>
            <pc:docMk/>
            <pc:sldMk cId="3601713197" sldId="778"/>
            <ac:spMk id="6" creationId="{00000000-0000-0000-0000-000000000000}"/>
          </ac:spMkLst>
        </pc:spChg>
        <pc:spChg chg="add mod">
          <ac:chgData name="Marion Lacroix" userId="9df64882-6113-4c49-9d2b-3e68714ee988" providerId="ADAL" clId="{AB830219-20FC-4B42-8B2B-8D0B863CB8CB}" dt="2025-11-18T18:39:52.754" v="6974" actId="1076"/>
          <ac:spMkLst>
            <pc:docMk/>
            <pc:sldMk cId="3601713197" sldId="778"/>
            <ac:spMk id="17" creationId="{0378A666-6553-49C3-AE7D-C68E806ED990}"/>
          </ac:spMkLst>
        </pc:spChg>
        <pc:spChg chg="add">
          <ac:chgData name="Marion Lacroix" userId="9df64882-6113-4c49-9d2b-3e68714ee988" providerId="ADAL" clId="{AB830219-20FC-4B42-8B2B-8D0B863CB8CB}" dt="2025-11-18T16:38:00.198" v="2990"/>
          <ac:spMkLst>
            <pc:docMk/>
            <pc:sldMk cId="3601713197" sldId="778"/>
            <ac:spMk id="17" creationId="{7FA9FD43-0EA4-4063-8C97-F0E6FE8C5FA3}"/>
          </ac:spMkLst>
        </pc:spChg>
        <pc:grpChg chg="mod">
          <ac:chgData name="Marion Lacroix" userId="9df64882-6113-4c49-9d2b-3e68714ee988" providerId="ADAL" clId="{AB830219-20FC-4B42-8B2B-8D0B863CB8CB}" dt="2025-11-18T18:40:40.905" v="6983" actId="1076"/>
          <ac:grpSpMkLst>
            <pc:docMk/>
            <pc:sldMk cId="3601713197" sldId="778"/>
            <ac:grpSpMk id="9" creationId="{EF014D96-B770-437F-8E9D-C6248933CB3E}"/>
          </ac:grpSpMkLst>
        </pc:grpChg>
      </pc:sldChg>
      <pc:sldChg chg="del">
        <pc:chgData name="Marion Lacroix" userId="9df64882-6113-4c49-9d2b-3e68714ee988" providerId="ADAL" clId="{AB830219-20FC-4B42-8B2B-8D0B863CB8CB}" dt="2025-11-18T16:33:43.227" v="2931" actId="47"/>
        <pc:sldMkLst>
          <pc:docMk/>
          <pc:sldMk cId="2336140454" sldId="782"/>
        </pc:sldMkLst>
      </pc:sldChg>
      <pc:sldChg chg="addSp delSp modSp mod ord">
        <pc:chgData name="Marion Lacroix" userId="9df64882-6113-4c49-9d2b-3e68714ee988" providerId="ADAL" clId="{AB830219-20FC-4B42-8B2B-8D0B863CB8CB}" dt="2025-11-18T18:35:38.519" v="6867"/>
        <pc:sldMkLst>
          <pc:docMk/>
          <pc:sldMk cId="314572523" sldId="783"/>
        </pc:sldMkLst>
        <pc:spChg chg="del">
          <ac:chgData name="Marion Lacroix" userId="9df64882-6113-4c49-9d2b-3e68714ee988" providerId="ADAL" clId="{AB830219-20FC-4B42-8B2B-8D0B863CB8CB}" dt="2025-11-18T16:37:21.536" v="2985" actId="478"/>
          <ac:spMkLst>
            <pc:docMk/>
            <pc:sldMk cId="314572523" sldId="783"/>
            <ac:spMk id="4" creationId="{5CD47521-0DF5-4C37-8D91-735A5F74CC43}"/>
          </ac:spMkLst>
        </pc:spChg>
        <pc:spChg chg="mod">
          <ac:chgData name="Marion Lacroix" userId="9df64882-6113-4c49-9d2b-3e68714ee988" providerId="ADAL" clId="{AB830219-20FC-4B42-8B2B-8D0B863CB8CB}" dt="2025-11-18T16:39:57.797" v="3014" actId="20577"/>
          <ac:spMkLst>
            <pc:docMk/>
            <pc:sldMk cId="314572523" sldId="783"/>
            <ac:spMk id="24" creationId="{37A8D7EB-3FA8-4D1E-84E2-64CF7DAD6659}"/>
          </ac:spMkLst>
        </pc:spChg>
        <pc:spChg chg="mod">
          <ac:chgData name="Marion Lacroix" userId="9df64882-6113-4c49-9d2b-3e68714ee988" providerId="ADAL" clId="{AB830219-20FC-4B42-8B2B-8D0B863CB8CB}" dt="2025-11-18T16:37:19.431" v="2984" actId="242"/>
          <ac:spMkLst>
            <pc:docMk/>
            <pc:sldMk cId="314572523" sldId="783"/>
            <ac:spMk id="25" creationId="{C01EF03E-82CD-4601-8D32-ECA15D836566}"/>
          </ac:spMkLst>
        </pc:spChg>
        <pc:picChg chg="del">
          <ac:chgData name="Marion Lacroix" userId="9df64882-6113-4c49-9d2b-3e68714ee988" providerId="ADAL" clId="{AB830219-20FC-4B42-8B2B-8D0B863CB8CB}" dt="2025-11-18T18:35:38.303" v="6866" actId="478"/>
          <ac:picMkLst>
            <pc:docMk/>
            <pc:sldMk cId="314572523" sldId="783"/>
            <ac:picMk id="14" creationId="{640FD984-C4DE-495B-85D2-3524524D6832}"/>
          </ac:picMkLst>
        </pc:picChg>
        <pc:picChg chg="add mod">
          <ac:chgData name="Marion Lacroix" userId="9df64882-6113-4c49-9d2b-3e68714ee988" providerId="ADAL" clId="{AB830219-20FC-4B42-8B2B-8D0B863CB8CB}" dt="2025-11-18T18:35:38.519" v="6867"/>
          <ac:picMkLst>
            <pc:docMk/>
            <pc:sldMk cId="314572523" sldId="783"/>
            <ac:picMk id="26" creationId="{671AC385-F36B-4574-9214-DFCC08D1DF43}"/>
          </ac:picMkLst>
        </pc:picChg>
      </pc:sldChg>
      <pc:sldChg chg="del">
        <pc:chgData name="Marion Lacroix" userId="9df64882-6113-4c49-9d2b-3e68714ee988" providerId="ADAL" clId="{AB830219-20FC-4B42-8B2B-8D0B863CB8CB}" dt="2025-11-18T16:34:12.877" v="2941" actId="47"/>
        <pc:sldMkLst>
          <pc:docMk/>
          <pc:sldMk cId="3881652381" sldId="784"/>
        </pc:sldMkLst>
      </pc:sldChg>
      <pc:sldChg chg="delSp modSp mod ord">
        <pc:chgData name="Marion Lacroix" userId="9df64882-6113-4c49-9d2b-3e68714ee988" providerId="ADAL" clId="{AB830219-20FC-4B42-8B2B-8D0B863CB8CB}" dt="2025-11-18T16:40:02.571" v="3016" actId="20577"/>
        <pc:sldMkLst>
          <pc:docMk/>
          <pc:sldMk cId="3948314181" sldId="785"/>
        </pc:sldMkLst>
        <pc:spChg chg="del">
          <ac:chgData name="Marion Lacroix" userId="9df64882-6113-4c49-9d2b-3e68714ee988" providerId="ADAL" clId="{AB830219-20FC-4B42-8B2B-8D0B863CB8CB}" dt="2025-11-18T16:37:28.772" v="2987" actId="478"/>
          <ac:spMkLst>
            <pc:docMk/>
            <pc:sldMk cId="3948314181" sldId="785"/>
            <ac:spMk id="4" creationId="{E2EF145D-6ADE-468B-B38A-549100CC31C6}"/>
          </ac:spMkLst>
        </pc:spChg>
        <pc:spChg chg="mod">
          <ac:chgData name="Marion Lacroix" userId="9df64882-6113-4c49-9d2b-3e68714ee988" providerId="ADAL" clId="{AB830219-20FC-4B42-8B2B-8D0B863CB8CB}" dt="2025-11-18T16:40:02.571" v="3016" actId="20577"/>
          <ac:spMkLst>
            <pc:docMk/>
            <pc:sldMk cId="3948314181" sldId="785"/>
            <ac:spMk id="13" creationId="{146FD404-BF76-4E78-875E-7E06D0BAFB5C}"/>
          </ac:spMkLst>
        </pc:spChg>
        <pc:spChg chg="mod">
          <ac:chgData name="Marion Lacroix" userId="9df64882-6113-4c49-9d2b-3e68714ee988" providerId="ADAL" clId="{AB830219-20FC-4B42-8B2B-8D0B863CB8CB}" dt="2025-11-18T16:37:26.751" v="2986" actId="242"/>
          <ac:spMkLst>
            <pc:docMk/>
            <pc:sldMk cId="3948314181" sldId="785"/>
            <ac:spMk id="14" creationId="{F0F73F4B-49BE-420F-922E-E1462DB63385}"/>
          </ac:spMkLst>
        </pc:spChg>
      </pc:sldChg>
      <pc:sldChg chg="del">
        <pc:chgData name="Marion Lacroix" userId="9df64882-6113-4c49-9d2b-3e68714ee988" providerId="ADAL" clId="{AB830219-20FC-4B42-8B2B-8D0B863CB8CB}" dt="2025-11-18T16:34:11.974" v="2940" actId="47"/>
        <pc:sldMkLst>
          <pc:docMk/>
          <pc:sldMk cId="964159493" sldId="786"/>
        </pc:sldMkLst>
      </pc:sldChg>
      <pc:sldChg chg="addSp delSp modSp add mod ord">
        <pc:chgData name="Marion Lacroix" userId="9df64882-6113-4c49-9d2b-3e68714ee988" providerId="ADAL" clId="{AB830219-20FC-4B42-8B2B-8D0B863CB8CB}" dt="2025-11-18T16:39:16.284" v="2994" actId="20577"/>
        <pc:sldMkLst>
          <pc:docMk/>
          <pc:sldMk cId="585246283" sldId="787"/>
        </pc:sldMkLst>
        <pc:spChg chg="mod">
          <ac:chgData name="Marion Lacroix" userId="9df64882-6113-4c49-9d2b-3e68714ee988" providerId="ADAL" clId="{AB830219-20FC-4B42-8B2B-8D0B863CB8CB}" dt="2025-11-18T16:24:47.334" v="2655" actId="113"/>
          <ac:spMkLst>
            <pc:docMk/>
            <pc:sldMk cId="585246283" sldId="787"/>
            <ac:spMk id="2" creationId="{D2914144-4E5E-4757-976A-35690A828941}"/>
          </ac:spMkLst>
        </pc:spChg>
        <pc:spChg chg="add del">
          <ac:chgData name="Marion Lacroix" userId="9df64882-6113-4c49-9d2b-3e68714ee988" providerId="ADAL" clId="{AB830219-20FC-4B42-8B2B-8D0B863CB8CB}" dt="2025-11-18T16:36:07.992" v="2966" actId="478"/>
          <ac:spMkLst>
            <pc:docMk/>
            <pc:sldMk cId="585246283" sldId="787"/>
            <ac:spMk id="3" creationId="{B469E94D-2BCD-40D0-83B7-324438391BD9}"/>
          </ac:spMkLst>
        </pc:spChg>
        <pc:spChg chg="mod">
          <ac:chgData name="Marion Lacroix" userId="9df64882-6113-4c49-9d2b-3e68714ee988" providerId="ADAL" clId="{AB830219-20FC-4B42-8B2B-8D0B863CB8CB}" dt="2025-11-18T16:24:39.432" v="2654" actId="20577"/>
          <ac:spMkLst>
            <pc:docMk/>
            <pc:sldMk cId="585246283" sldId="787"/>
            <ac:spMk id="20" creationId="{E7991794-4071-4EC0-B0D0-EF78A599BD2A}"/>
          </ac:spMkLst>
        </pc:spChg>
        <pc:spChg chg="mod">
          <ac:chgData name="Marion Lacroix" userId="9df64882-6113-4c49-9d2b-3e68714ee988" providerId="ADAL" clId="{AB830219-20FC-4B42-8B2B-8D0B863CB8CB}" dt="2025-11-18T16:39:16.284" v="2994" actId="20577"/>
          <ac:spMkLst>
            <pc:docMk/>
            <pc:sldMk cId="585246283" sldId="787"/>
            <ac:spMk id="28" creationId="{6F36AE28-1FF9-41D4-B654-E3F9790BE12E}"/>
          </ac:spMkLst>
        </pc:spChg>
        <pc:spChg chg="mod">
          <ac:chgData name="Marion Lacroix" userId="9df64882-6113-4c49-9d2b-3e68714ee988" providerId="ADAL" clId="{AB830219-20FC-4B42-8B2B-8D0B863CB8CB}" dt="2025-11-18T16:36:05.469" v="2965" actId="242"/>
          <ac:spMkLst>
            <pc:docMk/>
            <pc:sldMk cId="585246283" sldId="787"/>
            <ac:spMk id="29" creationId="{3CDB60FF-2293-45B8-90AE-58A86C832B44}"/>
          </ac:spMkLst>
        </pc:spChg>
        <pc:picChg chg="add mod">
          <ac:chgData name="Marion Lacroix" userId="9df64882-6113-4c49-9d2b-3e68714ee988" providerId="ADAL" clId="{AB830219-20FC-4B42-8B2B-8D0B863CB8CB}" dt="2025-11-18T16:25:01.201" v="2659" actId="1076"/>
          <ac:picMkLst>
            <pc:docMk/>
            <pc:sldMk cId="585246283" sldId="787"/>
            <ac:picMk id="12" creationId="{861974C2-FEB4-4ACF-A03C-DAFB648EFA52}"/>
          </ac:picMkLst>
        </pc:picChg>
      </pc:sldChg>
      <pc:sldChg chg="del">
        <pc:chgData name="Marion Lacroix" userId="9df64882-6113-4c49-9d2b-3e68714ee988" providerId="ADAL" clId="{AB830219-20FC-4B42-8B2B-8D0B863CB8CB}" dt="2025-11-18T16:22:08.238" v="2602" actId="2696"/>
        <pc:sldMkLst>
          <pc:docMk/>
          <pc:sldMk cId="1714616760" sldId="787"/>
        </pc:sldMkLst>
      </pc:sldChg>
      <pc:sldChg chg="addSp delSp modSp mod">
        <pc:chgData name="Marion Lacroix" userId="9df64882-6113-4c49-9d2b-3e68714ee988" providerId="ADAL" clId="{AB830219-20FC-4B42-8B2B-8D0B863CB8CB}" dt="2025-11-18T18:39:24.051" v="6964" actId="21"/>
        <pc:sldMkLst>
          <pc:docMk/>
          <pc:sldMk cId="1852055849" sldId="788"/>
        </pc:sldMkLst>
        <pc:spChg chg="mod">
          <ac:chgData name="Marion Lacroix" userId="9df64882-6113-4c49-9d2b-3e68714ee988" providerId="ADAL" clId="{AB830219-20FC-4B42-8B2B-8D0B863CB8CB}" dt="2025-11-18T16:34:20.123" v="2946" actId="20577"/>
          <ac:spMkLst>
            <pc:docMk/>
            <pc:sldMk cId="1852055849" sldId="788"/>
            <ac:spMk id="2" creationId="{D2914144-4E5E-4757-976A-35690A828941}"/>
          </ac:spMkLst>
        </pc:spChg>
        <pc:spChg chg="del">
          <ac:chgData name="Marion Lacroix" userId="9df64882-6113-4c49-9d2b-3e68714ee988" providerId="ADAL" clId="{AB830219-20FC-4B42-8B2B-8D0B863CB8CB}" dt="2025-11-18T16:37:12.327" v="2983" actId="478"/>
          <ac:spMkLst>
            <pc:docMk/>
            <pc:sldMk cId="1852055849" sldId="788"/>
            <ac:spMk id="3" creationId="{145AEE1E-1879-4417-A2FA-E31E071319BC}"/>
          </ac:spMkLst>
        </pc:spChg>
        <pc:spChg chg="add del mod">
          <ac:chgData name="Marion Lacroix" userId="9df64882-6113-4c49-9d2b-3e68714ee988" providerId="ADAL" clId="{AB830219-20FC-4B42-8B2B-8D0B863CB8CB}" dt="2025-11-18T18:39:24.051" v="6964" actId="21"/>
          <ac:spMkLst>
            <pc:docMk/>
            <pc:sldMk cId="1852055849" sldId="788"/>
            <ac:spMk id="13" creationId="{B879A93F-52C6-43FB-8600-02778E35C981}"/>
          </ac:spMkLst>
        </pc:spChg>
        <pc:spChg chg="add del mod">
          <ac:chgData name="Marion Lacroix" userId="9df64882-6113-4c49-9d2b-3e68714ee988" providerId="ADAL" clId="{AB830219-20FC-4B42-8B2B-8D0B863CB8CB}" dt="2025-11-18T18:38:22.585" v="6934" actId="478"/>
          <ac:spMkLst>
            <pc:docMk/>
            <pc:sldMk cId="1852055849" sldId="788"/>
            <ac:spMk id="14" creationId="{E34227C0-7FE5-4553-8C54-58075A4BAAAE}"/>
          </ac:spMkLst>
        </pc:spChg>
        <pc:spChg chg="mod">
          <ac:chgData name="Marion Lacroix" userId="9df64882-6113-4c49-9d2b-3e68714ee988" providerId="ADAL" clId="{AB830219-20FC-4B42-8B2B-8D0B863CB8CB}" dt="2025-11-18T16:39:54.687" v="3012" actId="20577"/>
          <ac:spMkLst>
            <pc:docMk/>
            <pc:sldMk cId="1852055849" sldId="788"/>
            <ac:spMk id="27" creationId="{DD43C42E-1DE8-4F80-B004-F3820F538CE8}"/>
          </ac:spMkLst>
        </pc:spChg>
        <pc:spChg chg="mod">
          <ac:chgData name="Marion Lacroix" userId="9df64882-6113-4c49-9d2b-3e68714ee988" providerId="ADAL" clId="{AB830219-20FC-4B42-8B2B-8D0B863CB8CB}" dt="2025-11-18T16:37:09.971" v="2982" actId="242"/>
          <ac:spMkLst>
            <pc:docMk/>
            <pc:sldMk cId="1852055849" sldId="788"/>
            <ac:spMk id="28" creationId="{76923110-CAC3-4DAF-AD52-CDA1E90FC388}"/>
          </ac:spMkLst>
        </pc:spChg>
      </pc:sldChg>
      <pc:sldChg chg="addSp delSp modSp add mod">
        <pc:chgData name="Marion Lacroix" userId="9df64882-6113-4c49-9d2b-3e68714ee988" providerId="ADAL" clId="{AB830219-20FC-4B42-8B2B-8D0B863CB8CB}" dt="2025-11-18T18:35:10.786" v="6855"/>
        <pc:sldMkLst>
          <pc:docMk/>
          <pc:sldMk cId="3704472338" sldId="789"/>
        </pc:sldMkLst>
        <pc:spChg chg="mod">
          <ac:chgData name="Marion Lacroix" userId="9df64882-6113-4c49-9d2b-3e68714ee988" providerId="ADAL" clId="{AB830219-20FC-4B42-8B2B-8D0B863CB8CB}" dt="2025-11-18T14:59:42.096" v="49" actId="1076"/>
          <ac:spMkLst>
            <pc:docMk/>
            <pc:sldMk cId="3704472338" sldId="789"/>
            <ac:spMk id="2" creationId="{00000000-0000-0000-0000-000000000000}"/>
          </ac:spMkLst>
        </pc:spChg>
        <pc:spChg chg="del">
          <ac:chgData name="Marion Lacroix" userId="9df64882-6113-4c49-9d2b-3e68714ee988" providerId="ADAL" clId="{AB830219-20FC-4B42-8B2B-8D0B863CB8CB}" dt="2025-11-18T16:36:18.511" v="2968" actId="478"/>
          <ac:spMkLst>
            <pc:docMk/>
            <pc:sldMk cId="3704472338" sldId="789"/>
            <ac:spMk id="4" creationId="{5D5490DD-F6CD-4FFB-A6B7-F38F84C96375}"/>
          </ac:spMkLst>
        </pc:spChg>
        <pc:spChg chg="del">
          <ac:chgData name="Marion Lacroix" userId="9df64882-6113-4c49-9d2b-3e68714ee988" providerId="ADAL" clId="{AB830219-20FC-4B42-8B2B-8D0B863CB8CB}" dt="2025-11-18T15:02:21.277" v="197" actId="478"/>
          <ac:spMkLst>
            <pc:docMk/>
            <pc:sldMk cId="3704472338" sldId="789"/>
            <ac:spMk id="7" creationId="{41114B76-0EAD-492D-B12C-3059C9651E4E}"/>
          </ac:spMkLst>
        </pc:spChg>
        <pc:spChg chg="mod">
          <ac:chgData name="Marion Lacroix" userId="9df64882-6113-4c49-9d2b-3e68714ee988" providerId="ADAL" clId="{AB830219-20FC-4B42-8B2B-8D0B863CB8CB}" dt="2025-11-18T16:39:22.815" v="2996" actId="20577"/>
          <ac:spMkLst>
            <pc:docMk/>
            <pc:sldMk cId="3704472338" sldId="789"/>
            <ac:spMk id="13" creationId="{86F9FF89-4547-44A3-9827-EF30F4337D6C}"/>
          </ac:spMkLst>
        </pc:spChg>
        <pc:spChg chg="mod">
          <ac:chgData name="Marion Lacroix" userId="9df64882-6113-4c49-9d2b-3e68714ee988" providerId="ADAL" clId="{AB830219-20FC-4B42-8B2B-8D0B863CB8CB}" dt="2025-11-18T16:36:16.122" v="2967" actId="242"/>
          <ac:spMkLst>
            <pc:docMk/>
            <pc:sldMk cId="3704472338" sldId="789"/>
            <ac:spMk id="15" creationId="{14A00CCA-0266-482F-9902-F820C1DFE544}"/>
          </ac:spMkLst>
        </pc:spChg>
        <pc:spChg chg="add mod">
          <ac:chgData name="Marion Lacroix" userId="9df64882-6113-4c49-9d2b-3e68714ee988" providerId="ADAL" clId="{AB830219-20FC-4B42-8B2B-8D0B863CB8CB}" dt="2025-11-18T16:46:17.244" v="3062" actId="20577"/>
          <ac:spMkLst>
            <pc:docMk/>
            <pc:sldMk cId="3704472338" sldId="789"/>
            <ac:spMk id="16" creationId="{81960AFB-3D71-404F-9D27-B2CFEB050C94}"/>
          </ac:spMkLst>
        </pc:spChg>
        <pc:picChg chg="del">
          <ac:chgData name="Marion Lacroix" userId="9df64882-6113-4c49-9d2b-3e68714ee988" providerId="ADAL" clId="{AB830219-20FC-4B42-8B2B-8D0B863CB8CB}" dt="2025-11-18T15:02:32.722" v="200" actId="478"/>
          <ac:picMkLst>
            <pc:docMk/>
            <pc:sldMk cId="3704472338" sldId="789"/>
            <ac:picMk id="9" creationId="{FFE8A9B7-089C-4D0E-A1AC-57715FBBF383}"/>
          </ac:picMkLst>
        </pc:picChg>
        <pc:picChg chg="add mod">
          <ac:chgData name="Marion Lacroix" userId="9df64882-6113-4c49-9d2b-3e68714ee988" providerId="ADAL" clId="{AB830219-20FC-4B42-8B2B-8D0B863CB8CB}" dt="2025-11-18T18:35:10.786" v="6855"/>
          <ac:picMkLst>
            <pc:docMk/>
            <pc:sldMk cId="3704472338" sldId="789"/>
            <ac:picMk id="11" creationId="{E868E555-403F-4DBE-A428-D2DCD1EC0C70}"/>
          </ac:picMkLst>
        </pc:picChg>
        <pc:picChg chg="del">
          <ac:chgData name="Marion Lacroix" userId="9df64882-6113-4c49-9d2b-3e68714ee988" providerId="ADAL" clId="{AB830219-20FC-4B42-8B2B-8D0B863CB8CB}" dt="2025-11-18T18:35:10.501" v="6854" actId="478"/>
          <ac:picMkLst>
            <pc:docMk/>
            <pc:sldMk cId="3704472338" sldId="789"/>
            <ac:picMk id="14" creationId="{640FD984-C4DE-495B-85D2-3524524D6832}"/>
          </ac:picMkLst>
        </pc:picChg>
        <pc:picChg chg="add mod">
          <ac:chgData name="Marion Lacroix" userId="9df64882-6113-4c49-9d2b-3e68714ee988" providerId="ADAL" clId="{AB830219-20FC-4B42-8B2B-8D0B863CB8CB}" dt="2025-11-18T15:02:24.601" v="198" actId="1076"/>
          <ac:picMkLst>
            <pc:docMk/>
            <pc:sldMk cId="3704472338" sldId="789"/>
            <ac:picMk id="17" creationId="{8936F75A-9EEC-45F7-ABF4-3D86A7282E8F}"/>
          </ac:picMkLst>
        </pc:picChg>
      </pc:sldChg>
      <pc:sldChg chg="addSp delSp modSp add mod">
        <pc:chgData name="Marion Lacroix" userId="9df64882-6113-4c49-9d2b-3e68714ee988" providerId="ADAL" clId="{AB830219-20FC-4B42-8B2B-8D0B863CB8CB}" dt="2025-11-18T18:41:02.424" v="6986" actId="21"/>
        <pc:sldMkLst>
          <pc:docMk/>
          <pc:sldMk cId="982721815" sldId="790"/>
        </pc:sldMkLst>
        <pc:spChg chg="mod">
          <ac:chgData name="Marion Lacroix" userId="9df64882-6113-4c49-9d2b-3e68714ee988" providerId="ADAL" clId="{AB830219-20FC-4B42-8B2B-8D0B863CB8CB}" dt="2025-11-18T18:11:30.873" v="5938" actId="20577"/>
          <ac:spMkLst>
            <pc:docMk/>
            <pc:sldMk cId="982721815" sldId="790"/>
            <ac:spMk id="2" creationId="{00000000-0000-0000-0000-000000000000}"/>
          </ac:spMkLst>
        </pc:spChg>
        <pc:spChg chg="del">
          <ac:chgData name="Marion Lacroix" userId="9df64882-6113-4c49-9d2b-3e68714ee988" providerId="ADAL" clId="{AB830219-20FC-4B42-8B2B-8D0B863CB8CB}" dt="2025-11-18T16:36:46.197" v="2975" actId="478"/>
          <ac:spMkLst>
            <pc:docMk/>
            <pc:sldMk cId="982721815" sldId="790"/>
            <ac:spMk id="4" creationId="{BECF4F3C-9C5F-49B1-A78D-DB1E40E49154}"/>
          </ac:spMkLst>
        </pc:spChg>
        <pc:spChg chg="mod">
          <ac:chgData name="Marion Lacroix" userId="9df64882-6113-4c49-9d2b-3e68714ee988" providerId="ADAL" clId="{AB830219-20FC-4B42-8B2B-8D0B863CB8CB}" dt="2025-11-18T18:15:35.828" v="6049" actId="1076"/>
          <ac:spMkLst>
            <pc:docMk/>
            <pc:sldMk cId="982721815" sldId="790"/>
            <ac:spMk id="7" creationId="{41114B76-0EAD-492D-B12C-3059C9651E4E}"/>
          </ac:spMkLst>
        </pc:spChg>
        <pc:spChg chg="mod">
          <ac:chgData name="Marion Lacroix" userId="9df64882-6113-4c49-9d2b-3e68714ee988" providerId="ADAL" clId="{AB830219-20FC-4B42-8B2B-8D0B863CB8CB}" dt="2025-11-18T16:39:40.693" v="3004" actId="20577"/>
          <ac:spMkLst>
            <pc:docMk/>
            <pc:sldMk cId="982721815" sldId="790"/>
            <ac:spMk id="13" creationId="{86F9FF89-4547-44A3-9827-EF30F4337D6C}"/>
          </ac:spMkLst>
        </pc:spChg>
        <pc:spChg chg="mod">
          <ac:chgData name="Marion Lacroix" userId="9df64882-6113-4c49-9d2b-3e68714ee988" providerId="ADAL" clId="{AB830219-20FC-4B42-8B2B-8D0B863CB8CB}" dt="2025-11-18T16:36:43.991" v="2974" actId="242"/>
          <ac:spMkLst>
            <pc:docMk/>
            <pc:sldMk cId="982721815" sldId="790"/>
            <ac:spMk id="15" creationId="{14A00CCA-0266-482F-9902-F820C1DFE544}"/>
          </ac:spMkLst>
        </pc:spChg>
        <pc:spChg chg="add del mod">
          <ac:chgData name="Marion Lacroix" userId="9df64882-6113-4c49-9d2b-3e68714ee988" providerId="ADAL" clId="{AB830219-20FC-4B42-8B2B-8D0B863CB8CB}" dt="2025-11-18T15:00:12.766" v="98"/>
          <ac:spMkLst>
            <pc:docMk/>
            <pc:sldMk cId="982721815" sldId="790"/>
            <ac:spMk id="16" creationId="{00D92F62-F8F9-40E5-B969-CD1E718CAA04}"/>
          </ac:spMkLst>
        </pc:spChg>
        <pc:picChg chg="del mod">
          <ac:chgData name="Marion Lacroix" userId="9df64882-6113-4c49-9d2b-3e68714ee988" providerId="ADAL" clId="{AB830219-20FC-4B42-8B2B-8D0B863CB8CB}" dt="2025-11-18T18:41:02.424" v="6986" actId="21"/>
          <ac:picMkLst>
            <pc:docMk/>
            <pc:sldMk cId="982721815" sldId="790"/>
            <ac:picMk id="9" creationId="{FFE8A9B7-089C-4D0E-A1AC-57715FBBF383}"/>
          </ac:picMkLst>
        </pc:picChg>
        <pc:picChg chg="add mod">
          <ac:chgData name="Marion Lacroix" userId="9df64882-6113-4c49-9d2b-3e68714ee988" providerId="ADAL" clId="{AB830219-20FC-4B42-8B2B-8D0B863CB8CB}" dt="2025-11-18T18:35:24.367" v="6861"/>
          <ac:picMkLst>
            <pc:docMk/>
            <pc:sldMk cId="982721815" sldId="790"/>
            <ac:picMk id="11" creationId="{BBFE1378-5418-4467-B094-C712E9E5C50D}"/>
          </ac:picMkLst>
        </pc:picChg>
        <pc:picChg chg="del">
          <ac:chgData name="Marion Lacroix" userId="9df64882-6113-4c49-9d2b-3e68714ee988" providerId="ADAL" clId="{AB830219-20FC-4B42-8B2B-8D0B863CB8CB}" dt="2025-11-18T18:35:24.131" v="6860" actId="478"/>
          <ac:picMkLst>
            <pc:docMk/>
            <pc:sldMk cId="982721815" sldId="790"/>
            <ac:picMk id="14" creationId="{640FD984-C4DE-495B-85D2-3524524D6832}"/>
          </ac:picMkLst>
        </pc:picChg>
      </pc:sldChg>
      <pc:sldChg chg="addSp delSp modSp add del mod">
        <pc:chgData name="Marion Lacroix" userId="9df64882-6113-4c49-9d2b-3e68714ee988" providerId="ADAL" clId="{AB830219-20FC-4B42-8B2B-8D0B863CB8CB}" dt="2025-11-18T18:11:18.981" v="5934" actId="47"/>
        <pc:sldMkLst>
          <pc:docMk/>
          <pc:sldMk cId="637896523" sldId="791"/>
        </pc:sldMkLst>
        <pc:spChg chg="mod">
          <ac:chgData name="Marion Lacroix" userId="9df64882-6113-4c49-9d2b-3e68714ee988" providerId="ADAL" clId="{AB830219-20FC-4B42-8B2B-8D0B863CB8CB}" dt="2025-11-18T15:00:24.577" v="122" actId="20577"/>
          <ac:spMkLst>
            <pc:docMk/>
            <pc:sldMk cId="637896523" sldId="791"/>
            <ac:spMk id="2" creationId="{00000000-0000-0000-0000-000000000000}"/>
          </ac:spMkLst>
        </pc:spChg>
        <pc:spChg chg="del">
          <ac:chgData name="Marion Lacroix" userId="9df64882-6113-4c49-9d2b-3e68714ee988" providerId="ADAL" clId="{AB830219-20FC-4B42-8B2B-8D0B863CB8CB}" dt="2025-11-18T16:36:51.735" v="2977" actId="478"/>
          <ac:spMkLst>
            <pc:docMk/>
            <pc:sldMk cId="637896523" sldId="791"/>
            <ac:spMk id="4" creationId="{322C40B9-B5C0-4909-81EE-18785062081C}"/>
          </ac:spMkLst>
        </pc:spChg>
        <pc:spChg chg="mod">
          <ac:chgData name="Marion Lacroix" userId="9df64882-6113-4c49-9d2b-3e68714ee988" providerId="ADAL" clId="{AB830219-20FC-4B42-8B2B-8D0B863CB8CB}" dt="2025-11-18T16:25:18.694" v="2662" actId="20577"/>
          <ac:spMkLst>
            <pc:docMk/>
            <pc:sldMk cId="637896523" sldId="791"/>
            <ac:spMk id="7" creationId="{41114B76-0EAD-492D-B12C-3059C9651E4E}"/>
          </ac:spMkLst>
        </pc:spChg>
        <pc:spChg chg="mod">
          <ac:chgData name="Marion Lacroix" userId="9df64882-6113-4c49-9d2b-3e68714ee988" providerId="ADAL" clId="{AB830219-20FC-4B42-8B2B-8D0B863CB8CB}" dt="2025-11-18T16:39:44.111" v="3006" actId="20577"/>
          <ac:spMkLst>
            <pc:docMk/>
            <pc:sldMk cId="637896523" sldId="791"/>
            <ac:spMk id="13" creationId="{86F9FF89-4547-44A3-9827-EF30F4337D6C}"/>
          </ac:spMkLst>
        </pc:spChg>
        <pc:spChg chg="mod">
          <ac:chgData name="Marion Lacroix" userId="9df64882-6113-4c49-9d2b-3e68714ee988" providerId="ADAL" clId="{AB830219-20FC-4B42-8B2B-8D0B863CB8CB}" dt="2025-11-18T16:36:50.350" v="2976" actId="242"/>
          <ac:spMkLst>
            <pc:docMk/>
            <pc:sldMk cId="637896523" sldId="791"/>
            <ac:spMk id="15" creationId="{14A00CCA-0266-482F-9902-F820C1DFE544}"/>
          </ac:spMkLst>
        </pc:spChg>
        <pc:picChg chg="add del mod">
          <ac:chgData name="Marion Lacroix" userId="9df64882-6113-4c49-9d2b-3e68714ee988" providerId="ADAL" clId="{AB830219-20FC-4B42-8B2B-8D0B863CB8CB}" dt="2025-11-18T18:11:17.614" v="5933" actId="478"/>
          <ac:picMkLst>
            <pc:docMk/>
            <pc:sldMk cId="637896523" sldId="791"/>
            <ac:picMk id="5" creationId="{0CF5E5D8-D905-40D2-B273-7C41E3C016B9}"/>
          </ac:picMkLst>
        </pc:picChg>
      </pc:sldChg>
      <pc:sldChg chg="addSp delSp modSp add mod ord">
        <pc:chgData name="Marion Lacroix" userId="9df64882-6113-4c49-9d2b-3e68714ee988" providerId="ADAL" clId="{AB830219-20FC-4B42-8B2B-8D0B863CB8CB}" dt="2025-11-18T18:35:29.712" v="6863"/>
        <pc:sldMkLst>
          <pc:docMk/>
          <pc:sldMk cId="1114072749" sldId="792"/>
        </pc:sldMkLst>
        <pc:spChg chg="mod">
          <ac:chgData name="Marion Lacroix" userId="9df64882-6113-4c49-9d2b-3e68714ee988" providerId="ADAL" clId="{AB830219-20FC-4B42-8B2B-8D0B863CB8CB}" dt="2025-11-18T17:46:01.716" v="5476" actId="20577"/>
          <ac:spMkLst>
            <pc:docMk/>
            <pc:sldMk cId="1114072749" sldId="792"/>
            <ac:spMk id="2" creationId="{00000000-0000-0000-0000-000000000000}"/>
          </ac:spMkLst>
        </pc:spChg>
        <pc:spChg chg="mod">
          <ac:chgData name="Marion Lacroix" userId="9df64882-6113-4c49-9d2b-3e68714ee988" providerId="ADAL" clId="{AB830219-20FC-4B42-8B2B-8D0B863CB8CB}" dt="2025-11-18T17:42:01.370" v="5356" actId="313"/>
          <ac:spMkLst>
            <pc:docMk/>
            <pc:sldMk cId="1114072749" sldId="792"/>
            <ac:spMk id="7" creationId="{41114B76-0EAD-492D-B12C-3059C9651E4E}"/>
          </ac:spMkLst>
        </pc:spChg>
        <pc:spChg chg="del">
          <ac:chgData name="Marion Lacroix" userId="9df64882-6113-4c49-9d2b-3e68714ee988" providerId="ADAL" clId="{AB830219-20FC-4B42-8B2B-8D0B863CB8CB}" dt="2025-11-18T16:36:58.373" v="2979" actId="478"/>
          <ac:spMkLst>
            <pc:docMk/>
            <pc:sldMk cId="1114072749" sldId="792"/>
            <ac:spMk id="8" creationId="{375AC510-F305-4880-BE15-9AA4090ADE05}"/>
          </ac:spMkLst>
        </pc:spChg>
        <pc:spChg chg="mod">
          <ac:chgData name="Marion Lacroix" userId="9df64882-6113-4c49-9d2b-3e68714ee988" providerId="ADAL" clId="{AB830219-20FC-4B42-8B2B-8D0B863CB8CB}" dt="2025-11-18T16:39:48.445" v="3008" actId="20577"/>
          <ac:spMkLst>
            <pc:docMk/>
            <pc:sldMk cId="1114072749" sldId="792"/>
            <ac:spMk id="13" creationId="{86F9FF89-4547-44A3-9827-EF30F4337D6C}"/>
          </ac:spMkLst>
        </pc:spChg>
        <pc:spChg chg="mod">
          <ac:chgData name="Marion Lacroix" userId="9df64882-6113-4c49-9d2b-3e68714ee988" providerId="ADAL" clId="{AB830219-20FC-4B42-8B2B-8D0B863CB8CB}" dt="2025-11-18T16:36:56.749" v="2978" actId="242"/>
          <ac:spMkLst>
            <pc:docMk/>
            <pc:sldMk cId="1114072749" sldId="792"/>
            <ac:spMk id="15" creationId="{14A00CCA-0266-482F-9902-F820C1DFE544}"/>
          </ac:spMkLst>
        </pc:spChg>
        <pc:picChg chg="add mod">
          <ac:chgData name="Marion Lacroix" userId="9df64882-6113-4c49-9d2b-3e68714ee988" providerId="ADAL" clId="{AB830219-20FC-4B42-8B2B-8D0B863CB8CB}" dt="2025-11-18T17:57:08.491" v="5478" actId="1076"/>
          <ac:picMkLst>
            <pc:docMk/>
            <pc:sldMk cId="1114072749" sldId="792"/>
            <ac:picMk id="6" creationId="{08236EE4-83C1-4B67-BC76-7536FEA3A8DC}"/>
          </ac:picMkLst>
        </pc:picChg>
        <pc:picChg chg="del mod">
          <ac:chgData name="Marion Lacroix" userId="9df64882-6113-4c49-9d2b-3e68714ee988" providerId="ADAL" clId="{AB830219-20FC-4B42-8B2B-8D0B863CB8CB}" dt="2025-11-18T16:12:52.363" v="2308" actId="478"/>
          <ac:picMkLst>
            <pc:docMk/>
            <pc:sldMk cId="1114072749" sldId="792"/>
            <ac:picMk id="9" creationId="{FFE8A9B7-089C-4D0E-A1AC-57715FBBF383}"/>
          </ac:picMkLst>
        </pc:picChg>
        <pc:picChg chg="add mod">
          <ac:chgData name="Marion Lacroix" userId="9df64882-6113-4c49-9d2b-3e68714ee988" providerId="ADAL" clId="{AB830219-20FC-4B42-8B2B-8D0B863CB8CB}" dt="2025-11-18T18:35:29.712" v="6863"/>
          <ac:picMkLst>
            <pc:docMk/>
            <pc:sldMk cId="1114072749" sldId="792"/>
            <ac:picMk id="11" creationId="{A3EB95F5-73EB-4F0D-B21D-34D37F95932E}"/>
          </ac:picMkLst>
        </pc:picChg>
        <pc:picChg chg="del">
          <ac:chgData name="Marion Lacroix" userId="9df64882-6113-4c49-9d2b-3e68714ee988" providerId="ADAL" clId="{AB830219-20FC-4B42-8B2B-8D0B863CB8CB}" dt="2025-11-18T18:35:29.453" v="6862" actId="478"/>
          <ac:picMkLst>
            <pc:docMk/>
            <pc:sldMk cId="1114072749" sldId="792"/>
            <ac:picMk id="14" creationId="{640FD984-C4DE-495B-85D2-3524524D6832}"/>
          </ac:picMkLst>
        </pc:picChg>
      </pc:sldChg>
      <pc:sldChg chg="addSp delSp modSp add mod ord">
        <pc:chgData name="Marion Lacroix" userId="9df64882-6113-4c49-9d2b-3e68714ee988" providerId="ADAL" clId="{AB830219-20FC-4B42-8B2B-8D0B863CB8CB}" dt="2025-11-18T18:35:16.955" v="6859"/>
        <pc:sldMkLst>
          <pc:docMk/>
          <pc:sldMk cId="4078520423" sldId="793"/>
        </pc:sldMkLst>
        <pc:spChg chg="mod">
          <ac:chgData name="Marion Lacroix" userId="9df64882-6113-4c49-9d2b-3e68714ee988" providerId="ADAL" clId="{AB830219-20FC-4B42-8B2B-8D0B863CB8CB}" dt="2025-11-18T15:01:18.267" v="184" actId="20577"/>
          <ac:spMkLst>
            <pc:docMk/>
            <pc:sldMk cId="4078520423" sldId="793"/>
            <ac:spMk id="2" creationId="{00000000-0000-0000-0000-000000000000}"/>
          </ac:spMkLst>
        </pc:spChg>
        <pc:spChg chg="mod">
          <ac:chgData name="Marion Lacroix" userId="9df64882-6113-4c49-9d2b-3e68714ee988" providerId="ADAL" clId="{AB830219-20FC-4B42-8B2B-8D0B863CB8CB}" dt="2025-11-18T15:45:09.174" v="1893" actId="20577"/>
          <ac:spMkLst>
            <pc:docMk/>
            <pc:sldMk cId="4078520423" sldId="793"/>
            <ac:spMk id="7" creationId="{41114B76-0EAD-492D-B12C-3059C9651E4E}"/>
          </ac:spMkLst>
        </pc:spChg>
        <pc:spChg chg="mod">
          <ac:chgData name="Marion Lacroix" userId="9df64882-6113-4c49-9d2b-3e68714ee988" providerId="ADAL" clId="{AB830219-20FC-4B42-8B2B-8D0B863CB8CB}" dt="2025-11-18T16:39:32.956" v="3000" actId="20577"/>
          <ac:spMkLst>
            <pc:docMk/>
            <pc:sldMk cId="4078520423" sldId="793"/>
            <ac:spMk id="13" creationId="{86F9FF89-4547-44A3-9827-EF30F4337D6C}"/>
          </ac:spMkLst>
        </pc:spChg>
        <pc:spChg chg="del">
          <ac:chgData name="Marion Lacroix" userId="9df64882-6113-4c49-9d2b-3e68714ee988" providerId="ADAL" clId="{AB830219-20FC-4B42-8B2B-8D0B863CB8CB}" dt="2025-11-18T16:36:29.167" v="2971" actId="478"/>
          <ac:spMkLst>
            <pc:docMk/>
            <pc:sldMk cId="4078520423" sldId="793"/>
            <ac:spMk id="17" creationId="{C7EE61D5-6479-452B-B793-7A9CFE59AA75}"/>
          </ac:spMkLst>
        </pc:spChg>
        <pc:picChg chg="add mod">
          <ac:chgData name="Marion Lacroix" userId="9df64882-6113-4c49-9d2b-3e68714ee988" providerId="ADAL" clId="{AB830219-20FC-4B42-8B2B-8D0B863CB8CB}" dt="2025-11-18T16:00:43.459" v="2298" actId="14100"/>
          <ac:picMkLst>
            <pc:docMk/>
            <pc:sldMk cId="4078520423" sldId="793"/>
            <ac:picMk id="6" creationId="{4634F7AD-C778-4EF9-813C-C8CC8069D392}"/>
          </ac:picMkLst>
        </pc:picChg>
        <pc:picChg chg="del">
          <ac:chgData name="Marion Lacroix" userId="9df64882-6113-4c49-9d2b-3e68714ee988" providerId="ADAL" clId="{AB830219-20FC-4B42-8B2B-8D0B863CB8CB}" dt="2025-11-18T15:32:00.640" v="1456" actId="478"/>
          <ac:picMkLst>
            <pc:docMk/>
            <pc:sldMk cId="4078520423" sldId="793"/>
            <ac:picMk id="9" creationId="{FFE8A9B7-089C-4D0E-A1AC-57715FBBF383}"/>
          </ac:picMkLst>
        </pc:picChg>
        <pc:picChg chg="add mod">
          <ac:chgData name="Marion Lacroix" userId="9df64882-6113-4c49-9d2b-3e68714ee988" providerId="ADAL" clId="{AB830219-20FC-4B42-8B2B-8D0B863CB8CB}" dt="2025-11-18T16:00:41.007" v="2297" actId="14100"/>
          <ac:picMkLst>
            <pc:docMk/>
            <pc:sldMk cId="4078520423" sldId="793"/>
            <ac:picMk id="11" creationId="{642BC7BD-FA07-45DB-8C31-2A0868ECEAEA}"/>
          </ac:picMkLst>
        </pc:picChg>
        <pc:picChg chg="del">
          <ac:chgData name="Marion Lacroix" userId="9df64882-6113-4c49-9d2b-3e68714ee988" providerId="ADAL" clId="{AB830219-20FC-4B42-8B2B-8D0B863CB8CB}" dt="2025-11-18T18:35:16.655" v="6858" actId="478"/>
          <ac:picMkLst>
            <pc:docMk/>
            <pc:sldMk cId="4078520423" sldId="793"/>
            <ac:picMk id="14" creationId="{640FD984-C4DE-495B-85D2-3524524D6832}"/>
          </ac:picMkLst>
        </pc:picChg>
        <pc:picChg chg="add mod">
          <ac:chgData name="Marion Lacroix" userId="9df64882-6113-4c49-9d2b-3e68714ee988" providerId="ADAL" clId="{AB830219-20FC-4B42-8B2B-8D0B863CB8CB}" dt="2025-11-18T15:32:08.753" v="1460" actId="1076"/>
          <ac:picMkLst>
            <pc:docMk/>
            <pc:sldMk cId="4078520423" sldId="793"/>
            <ac:picMk id="16" creationId="{AD9FDE06-1C77-4AFB-88C2-152FE254EA0F}"/>
          </ac:picMkLst>
        </pc:picChg>
        <pc:picChg chg="add mod">
          <ac:chgData name="Marion Lacroix" userId="9df64882-6113-4c49-9d2b-3e68714ee988" providerId="ADAL" clId="{AB830219-20FC-4B42-8B2B-8D0B863CB8CB}" dt="2025-11-18T18:35:16.955" v="6859"/>
          <ac:picMkLst>
            <pc:docMk/>
            <pc:sldMk cId="4078520423" sldId="793"/>
            <ac:picMk id="17" creationId="{10F2F014-BA0F-4AD1-8F05-660947072602}"/>
          </ac:picMkLst>
        </pc:picChg>
      </pc:sldChg>
      <pc:sldChg chg="addSp delSp modSp add mod">
        <pc:chgData name="Marion Lacroix" userId="9df64882-6113-4c49-9d2b-3e68714ee988" providerId="ADAL" clId="{AB830219-20FC-4B42-8B2B-8D0B863CB8CB}" dt="2025-11-18T18:35:34.403" v="6865"/>
        <pc:sldMkLst>
          <pc:docMk/>
          <pc:sldMk cId="3572059048" sldId="794"/>
        </pc:sldMkLst>
        <pc:spChg chg="mod">
          <ac:chgData name="Marion Lacroix" userId="9df64882-6113-4c49-9d2b-3e68714ee988" providerId="ADAL" clId="{AB830219-20FC-4B42-8B2B-8D0B863CB8CB}" dt="2025-11-18T15:01:25.137" v="192" actId="20577"/>
          <ac:spMkLst>
            <pc:docMk/>
            <pc:sldMk cId="3572059048" sldId="794"/>
            <ac:spMk id="2" creationId="{00000000-0000-0000-0000-000000000000}"/>
          </ac:spMkLst>
        </pc:spChg>
        <pc:spChg chg="mod">
          <ac:chgData name="Marion Lacroix" userId="9df64882-6113-4c49-9d2b-3e68714ee988" providerId="ADAL" clId="{AB830219-20FC-4B42-8B2B-8D0B863CB8CB}" dt="2025-11-18T16:32:51.352" v="2922" actId="1076"/>
          <ac:spMkLst>
            <pc:docMk/>
            <pc:sldMk cId="3572059048" sldId="794"/>
            <ac:spMk id="7" creationId="{41114B76-0EAD-492D-B12C-3059C9651E4E}"/>
          </ac:spMkLst>
        </pc:spChg>
        <pc:spChg chg="del">
          <ac:chgData name="Marion Lacroix" userId="9df64882-6113-4c49-9d2b-3e68714ee988" providerId="ADAL" clId="{AB830219-20FC-4B42-8B2B-8D0B863CB8CB}" dt="2025-11-18T16:37:04.842" v="2981" actId="478"/>
          <ac:spMkLst>
            <pc:docMk/>
            <pc:sldMk cId="3572059048" sldId="794"/>
            <ac:spMk id="8" creationId="{40747243-4C14-4857-B080-EC7854D9879A}"/>
          </ac:spMkLst>
        </pc:spChg>
        <pc:spChg chg="mod">
          <ac:chgData name="Marion Lacroix" userId="9df64882-6113-4c49-9d2b-3e68714ee988" providerId="ADAL" clId="{AB830219-20FC-4B42-8B2B-8D0B863CB8CB}" dt="2025-11-18T16:39:51.828" v="3010" actId="20577"/>
          <ac:spMkLst>
            <pc:docMk/>
            <pc:sldMk cId="3572059048" sldId="794"/>
            <ac:spMk id="13" creationId="{86F9FF89-4547-44A3-9827-EF30F4337D6C}"/>
          </ac:spMkLst>
        </pc:spChg>
        <pc:spChg chg="mod">
          <ac:chgData name="Marion Lacroix" userId="9df64882-6113-4c49-9d2b-3e68714ee988" providerId="ADAL" clId="{AB830219-20FC-4B42-8B2B-8D0B863CB8CB}" dt="2025-11-18T16:37:03.105" v="2980" actId="242"/>
          <ac:spMkLst>
            <pc:docMk/>
            <pc:sldMk cId="3572059048" sldId="794"/>
            <ac:spMk id="15" creationId="{14A00CCA-0266-482F-9902-F820C1DFE544}"/>
          </ac:spMkLst>
        </pc:spChg>
        <pc:picChg chg="add mod">
          <ac:chgData name="Marion Lacroix" userId="9df64882-6113-4c49-9d2b-3e68714ee988" providerId="ADAL" clId="{AB830219-20FC-4B42-8B2B-8D0B863CB8CB}" dt="2025-11-18T16:33:33.155" v="2925" actId="1076"/>
          <ac:picMkLst>
            <pc:docMk/>
            <pc:sldMk cId="3572059048" sldId="794"/>
            <ac:picMk id="6" creationId="{26879FA1-7D6C-49BF-B6C2-360EDADC5CAC}"/>
          </ac:picMkLst>
        </pc:picChg>
        <pc:picChg chg="del">
          <ac:chgData name="Marion Lacroix" userId="9df64882-6113-4c49-9d2b-3e68714ee988" providerId="ADAL" clId="{AB830219-20FC-4B42-8B2B-8D0B863CB8CB}" dt="2025-11-18T16:26:33.056" v="2673" actId="478"/>
          <ac:picMkLst>
            <pc:docMk/>
            <pc:sldMk cId="3572059048" sldId="794"/>
            <ac:picMk id="9" creationId="{FFE8A9B7-089C-4D0E-A1AC-57715FBBF383}"/>
          </ac:picMkLst>
        </pc:picChg>
        <pc:picChg chg="add mod">
          <ac:chgData name="Marion Lacroix" userId="9df64882-6113-4c49-9d2b-3e68714ee988" providerId="ADAL" clId="{AB830219-20FC-4B42-8B2B-8D0B863CB8CB}" dt="2025-11-18T18:35:34.403" v="6865"/>
          <ac:picMkLst>
            <pc:docMk/>
            <pc:sldMk cId="3572059048" sldId="794"/>
            <ac:picMk id="11" creationId="{1DE2A702-5BDB-426E-8836-D91EBE7B621C}"/>
          </ac:picMkLst>
        </pc:picChg>
        <pc:picChg chg="del">
          <ac:chgData name="Marion Lacroix" userId="9df64882-6113-4c49-9d2b-3e68714ee988" providerId="ADAL" clId="{AB830219-20FC-4B42-8B2B-8D0B863CB8CB}" dt="2025-11-18T18:35:34.125" v="6864" actId="478"/>
          <ac:picMkLst>
            <pc:docMk/>
            <pc:sldMk cId="3572059048" sldId="794"/>
            <ac:picMk id="14" creationId="{640FD984-C4DE-495B-85D2-3524524D6832}"/>
          </ac:picMkLst>
        </pc:picChg>
      </pc:sldChg>
      <pc:sldChg chg="addSp delSp modSp add mod">
        <pc:chgData name="Marion Lacroix" userId="9df64882-6113-4c49-9d2b-3e68714ee988" providerId="ADAL" clId="{AB830219-20FC-4B42-8B2B-8D0B863CB8CB}" dt="2025-11-18T18:35:13.848" v="6857"/>
        <pc:sldMkLst>
          <pc:docMk/>
          <pc:sldMk cId="3888402735" sldId="795"/>
        </pc:sldMkLst>
        <pc:spChg chg="del">
          <ac:chgData name="Marion Lacroix" userId="9df64882-6113-4c49-9d2b-3e68714ee988" providerId="ADAL" clId="{AB830219-20FC-4B42-8B2B-8D0B863CB8CB}" dt="2025-11-18T16:36:26.178" v="2970" actId="478"/>
          <ac:spMkLst>
            <pc:docMk/>
            <pc:sldMk cId="3888402735" sldId="795"/>
            <ac:spMk id="4" creationId="{487E12E2-4C36-47BE-A900-09858DCB9BE2}"/>
          </ac:spMkLst>
        </pc:spChg>
        <pc:spChg chg="mod">
          <ac:chgData name="Marion Lacroix" userId="9df64882-6113-4c49-9d2b-3e68714ee988" providerId="ADAL" clId="{AB830219-20FC-4B42-8B2B-8D0B863CB8CB}" dt="2025-11-18T16:39:27.408" v="2998" actId="20577"/>
          <ac:spMkLst>
            <pc:docMk/>
            <pc:sldMk cId="3888402735" sldId="795"/>
            <ac:spMk id="13" creationId="{86F9FF89-4547-44A3-9827-EF30F4337D6C}"/>
          </ac:spMkLst>
        </pc:spChg>
        <pc:spChg chg="mod">
          <ac:chgData name="Marion Lacroix" userId="9df64882-6113-4c49-9d2b-3e68714ee988" providerId="ADAL" clId="{AB830219-20FC-4B42-8B2B-8D0B863CB8CB}" dt="2025-11-18T16:36:24.427" v="2969" actId="242"/>
          <ac:spMkLst>
            <pc:docMk/>
            <pc:sldMk cId="3888402735" sldId="795"/>
            <ac:spMk id="15" creationId="{14A00CCA-0266-482F-9902-F820C1DFE544}"/>
          </ac:spMkLst>
        </pc:spChg>
        <pc:spChg chg="mod">
          <ac:chgData name="Marion Lacroix" userId="9df64882-6113-4c49-9d2b-3e68714ee988" providerId="ADAL" clId="{AB830219-20FC-4B42-8B2B-8D0B863CB8CB}" dt="2025-11-18T15:31:29.347" v="1454" actId="207"/>
          <ac:spMkLst>
            <pc:docMk/>
            <pc:sldMk cId="3888402735" sldId="795"/>
            <ac:spMk id="16" creationId="{81960AFB-3D71-404F-9D27-B2CFEB050C94}"/>
          </ac:spMkLst>
        </pc:spChg>
        <pc:picChg chg="add mod">
          <ac:chgData name="Marion Lacroix" userId="9df64882-6113-4c49-9d2b-3e68714ee988" providerId="ADAL" clId="{AB830219-20FC-4B42-8B2B-8D0B863CB8CB}" dt="2025-11-18T18:35:13.848" v="6857"/>
          <ac:picMkLst>
            <pc:docMk/>
            <pc:sldMk cId="3888402735" sldId="795"/>
            <ac:picMk id="11" creationId="{17EE4740-3EF4-4E8A-94DF-767682B0752E}"/>
          </ac:picMkLst>
        </pc:picChg>
        <pc:picChg chg="del">
          <ac:chgData name="Marion Lacroix" userId="9df64882-6113-4c49-9d2b-3e68714ee988" providerId="ADAL" clId="{AB830219-20FC-4B42-8B2B-8D0B863CB8CB}" dt="2025-11-18T18:35:13.594" v="6856" actId="478"/>
          <ac:picMkLst>
            <pc:docMk/>
            <pc:sldMk cId="3888402735" sldId="795"/>
            <ac:picMk id="14" creationId="{640FD984-C4DE-495B-85D2-3524524D6832}"/>
          </ac:picMkLst>
        </pc:picChg>
      </pc:sldChg>
      <pc:sldChg chg="addSp delSp modSp add mod ord">
        <pc:chgData name="Marion Lacroix" userId="9df64882-6113-4c49-9d2b-3e68714ee988" providerId="ADAL" clId="{AB830219-20FC-4B42-8B2B-8D0B863CB8CB}" dt="2025-11-18T18:35:07.315" v="6853"/>
        <pc:sldMkLst>
          <pc:docMk/>
          <pc:sldMk cId="766752736" sldId="796"/>
        </pc:sldMkLst>
        <pc:spChg chg="mod">
          <ac:chgData name="Marion Lacroix" userId="9df64882-6113-4c49-9d2b-3e68714ee988" providerId="ADAL" clId="{AB830219-20FC-4B42-8B2B-8D0B863CB8CB}" dt="2025-11-18T16:22:52.002" v="2623" actId="20577"/>
          <ac:spMkLst>
            <pc:docMk/>
            <pc:sldMk cId="766752736" sldId="796"/>
            <ac:spMk id="2" creationId="{00000000-0000-0000-0000-000000000000}"/>
          </ac:spMkLst>
        </pc:spChg>
        <pc:spChg chg="add del">
          <ac:chgData name="Marion Lacroix" userId="9df64882-6113-4c49-9d2b-3e68714ee988" providerId="ADAL" clId="{AB830219-20FC-4B42-8B2B-8D0B863CB8CB}" dt="2025-11-18T16:35:54.297" v="2963" actId="478"/>
          <ac:spMkLst>
            <pc:docMk/>
            <pc:sldMk cId="766752736" sldId="796"/>
            <ac:spMk id="4" creationId="{DF761F0C-0B45-4FDC-9FB1-997077FD8F32}"/>
          </ac:spMkLst>
        </pc:spChg>
        <pc:spChg chg="mod">
          <ac:chgData name="Marion Lacroix" userId="9df64882-6113-4c49-9d2b-3e68714ee988" providerId="ADAL" clId="{AB830219-20FC-4B42-8B2B-8D0B863CB8CB}" dt="2025-11-18T16:24:09.504" v="2637" actId="20577"/>
          <ac:spMkLst>
            <pc:docMk/>
            <pc:sldMk cId="766752736" sldId="796"/>
            <ac:spMk id="7" creationId="{41114B76-0EAD-492D-B12C-3059C9651E4E}"/>
          </ac:spMkLst>
        </pc:spChg>
        <pc:spChg chg="mod">
          <ac:chgData name="Marion Lacroix" userId="9df64882-6113-4c49-9d2b-3e68714ee988" providerId="ADAL" clId="{AB830219-20FC-4B42-8B2B-8D0B863CB8CB}" dt="2025-11-18T16:39:13.007" v="2992" actId="20577"/>
          <ac:spMkLst>
            <pc:docMk/>
            <pc:sldMk cId="766752736" sldId="796"/>
            <ac:spMk id="13" creationId="{C2A77FFB-FA0A-4490-ACDA-DF555C7F618E}"/>
          </ac:spMkLst>
        </pc:spChg>
        <pc:spChg chg="mod">
          <ac:chgData name="Marion Lacroix" userId="9df64882-6113-4c49-9d2b-3e68714ee988" providerId="ADAL" clId="{AB830219-20FC-4B42-8B2B-8D0B863CB8CB}" dt="2025-11-18T16:35:57.920" v="2964" actId="242"/>
          <ac:spMkLst>
            <pc:docMk/>
            <pc:sldMk cId="766752736" sldId="796"/>
            <ac:spMk id="15" creationId="{D9D6A77B-C90B-4BA5-B67B-E8110E1FB2FD}"/>
          </ac:spMkLst>
        </pc:spChg>
        <pc:spChg chg="add del mod">
          <ac:chgData name="Marion Lacroix" userId="9df64882-6113-4c49-9d2b-3e68714ee988" providerId="ADAL" clId="{AB830219-20FC-4B42-8B2B-8D0B863CB8CB}" dt="2025-11-18T15:50:01.115" v="1929" actId="478"/>
          <ac:spMkLst>
            <pc:docMk/>
            <pc:sldMk cId="766752736" sldId="796"/>
            <ac:spMk id="16" creationId="{C3E0D594-DF82-4FB0-98EF-1BFB5F3008E7}"/>
          </ac:spMkLst>
        </pc:spChg>
        <pc:picChg chg="mod">
          <ac:chgData name="Marion Lacroix" userId="9df64882-6113-4c49-9d2b-3e68714ee988" providerId="ADAL" clId="{AB830219-20FC-4B42-8B2B-8D0B863CB8CB}" dt="2025-11-18T16:25:03.930" v="2660" actId="1076"/>
          <ac:picMkLst>
            <pc:docMk/>
            <pc:sldMk cId="766752736" sldId="796"/>
            <ac:picMk id="9" creationId="{F0B07EC7-4B72-4890-83EE-2C06AD6BC078}"/>
          </ac:picMkLst>
        </pc:picChg>
        <pc:picChg chg="del">
          <ac:chgData name="Marion Lacroix" userId="9df64882-6113-4c49-9d2b-3e68714ee988" providerId="ADAL" clId="{AB830219-20FC-4B42-8B2B-8D0B863CB8CB}" dt="2025-11-18T15:47:39.453" v="1907" actId="478"/>
          <ac:picMkLst>
            <pc:docMk/>
            <pc:sldMk cId="766752736" sldId="796"/>
            <ac:picMk id="10" creationId="{D7A7D5E4-E28A-48B9-8C37-96691FA5EEF8}"/>
          </ac:picMkLst>
        </pc:picChg>
        <pc:picChg chg="del">
          <ac:chgData name="Marion Lacroix" userId="9df64882-6113-4c49-9d2b-3e68714ee988" providerId="ADAL" clId="{AB830219-20FC-4B42-8B2B-8D0B863CB8CB}" dt="2025-11-18T18:35:03.377" v="6852" actId="478"/>
          <ac:picMkLst>
            <pc:docMk/>
            <pc:sldMk cId="766752736" sldId="796"/>
            <ac:picMk id="14" creationId="{640FD984-C4DE-495B-85D2-3524524D6832}"/>
          </ac:picMkLst>
        </pc:picChg>
        <pc:picChg chg="add mod">
          <ac:chgData name="Marion Lacroix" userId="9df64882-6113-4c49-9d2b-3e68714ee988" providerId="ADAL" clId="{AB830219-20FC-4B42-8B2B-8D0B863CB8CB}" dt="2025-11-18T18:35:07.315" v="6853"/>
          <ac:picMkLst>
            <pc:docMk/>
            <pc:sldMk cId="766752736" sldId="796"/>
            <ac:picMk id="16" creationId="{D50FD7D4-0ED8-48F7-A85E-3DDC5A399C2A}"/>
          </ac:picMkLst>
        </pc:picChg>
      </pc:sldChg>
      <pc:sldChg chg="addSp delSp modSp add mod">
        <pc:chgData name="Marion Lacroix" userId="9df64882-6113-4c49-9d2b-3e68714ee988" providerId="ADAL" clId="{AB830219-20FC-4B42-8B2B-8D0B863CB8CB}" dt="2025-11-18T16:39:36.728" v="3002" actId="20577"/>
        <pc:sldMkLst>
          <pc:docMk/>
          <pc:sldMk cId="1147543120" sldId="797"/>
        </pc:sldMkLst>
        <pc:spChg chg="del">
          <ac:chgData name="Marion Lacroix" userId="9df64882-6113-4c49-9d2b-3e68714ee988" providerId="ADAL" clId="{AB830219-20FC-4B42-8B2B-8D0B863CB8CB}" dt="2025-11-18T15:42:07.504" v="1833" actId="478"/>
          <ac:spMkLst>
            <pc:docMk/>
            <pc:sldMk cId="1147543120" sldId="797"/>
            <ac:spMk id="2" creationId="{D2914144-4E5E-4757-976A-35690A828941}"/>
          </ac:spMkLst>
        </pc:spChg>
        <pc:spChg chg="mod">
          <ac:chgData name="Marion Lacroix" userId="9df64882-6113-4c49-9d2b-3e68714ee988" providerId="ADAL" clId="{AB830219-20FC-4B42-8B2B-8D0B863CB8CB}" dt="2025-11-18T15:47:20.269" v="1906" actId="255"/>
          <ac:spMkLst>
            <pc:docMk/>
            <pc:sldMk cId="1147543120" sldId="797"/>
            <ac:spMk id="3" creationId="{BE34F1E9-E0B0-4D42-8B7D-D8AAF906B584}"/>
          </ac:spMkLst>
        </pc:spChg>
        <pc:spChg chg="add del mod">
          <ac:chgData name="Marion Lacroix" userId="9df64882-6113-4c49-9d2b-3e68714ee988" providerId="ADAL" clId="{AB830219-20FC-4B42-8B2B-8D0B863CB8CB}" dt="2025-11-18T15:42:10.412" v="1834" actId="478"/>
          <ac:spMkLst>
            <pc:docMk/>
            <pc:sldMk cId="1147543120" sldId="797"/>
            <ac:spMk id="7" creationId="{A33AC9BE-289D-4DAC-97A2-4A9E1C42EECF}"/>
          </ac:spMkLst>
        </pc:spChg>
        <pc:spChg chg="del">
          <ac:chgData name="Marion Lacroix" userId="9df64882-6113-4c49-9d2b-3e68714ee988" providerId="ADAL" clId="{AB830219-20FC-4B42-8B2B-8D0B863CB8CB}" dt="2025-11-18T16:36:35.626" v="2973" actId="478"/>
          <ac:spMkLst>
            <pc:docMk/>
            <pc:sldMk cId="1147543120" sldId="797"/>
            <ac:spMk id="11" creationId="{D2E35332-202A-4042-81F5-E13F09451FC0}"/>
          </ac:spMkLst>
        </pc:spChg>
        <pc:spChg chg="mod">
          <ac:chgData name="Marion Lacroix" userId="9df64882-6113-4c49-9d2b-3e68714ee988" providerId="ADAL" clId="{AB830219-20FC-4B42-8B2B-8D0B863CB8CB}" dt="2025-11-18T15:44:53.795" v="1892" actId="1076"/>
          <ac:spMkLst>
            <pc:docMk/>
            <pc:sldMk cId="1147543120" sldId="797"/>
            <ac:spMk id="12" creationId="{176B83BD-B4A7-46E2-BA65-69DA73B2ED84}"/>
          </ac:spMkLst>
        </pc:spChg>
        <pc:spChg chg="mod">
          <ac:chgData name="Marion Lacroix" userId="9df64882-6113-4c49-9d2b-3e68714ee988" providerId="ADAL" clId="{AB830219-20FC-4B42-8B2B-8D0B863CB8CB}" dt="2025-11-18T15:43:00.794" v="1846" actId="1076"/>
          <ac:spMkLst>
            <pc:docMk/>
            <pc:sldMk cId="1147543120" sldId="797"/>
            <ac:spMk id="13" creationId="{389C902C-B7AF-45C3-8938-A98B42336D2F}"/>
          </ac:spMkLst>
        </pc:spChg>
        <pc:spChg chg="mod">
          <ac:chgData name="Marion Lacroix" userId="9df64882-6113-4c49-9d2b-3e68714ee988" providerId="ADAL" clId="{AB830219-20FC-4B42-8B2B-8D0B863CB8CB}" dt="2025-11-18T15:44:24.609" v="1886" actId="1035"/>
          <ac:spMkLst>
            <pc:docMk/>
            <pc:sldMk cId="1147543120" sldId="797"/>
            <ac:spMk id="14" creationId="{E090DFCB-E332-42CF-93CF-4B422CF17AF9}"/>
          </ac:spMkLst>
        </pc:spChg>
        <pc:spChg chg="mod">
          <ac:chgData name="Marion Lacroix" userId="9df64882-6113-4c49-9d2b-3e68714ee988" providerId="ADAL" clId="{AB830219-20FC-4B42-8B2B-8D0B863CB8CB}" dt="2025-11-18T15:43:05.387" v="1847" actId="1076"/>
          <ac:spMkLst>
            <pc:docMk/>
            <pc:sldMk cId="1147543120" sldId="797"/>
            <ac:spMk id="17" creationId="{70D06BF4-43A9-46C0-80ED-20245F75F7DB}"/>
          </ac:spMkLst>
        </pc:spChg>
        <pc:spChg chg="mod">
          <ac:chgData name="Marion Lacroix" userId="9df64882-6113-4c49-9d2b-3e68714ee988" providerId="ADAL" clId="{AB830219-20FC-4B42-8B2B-8D0B863CB8CB}" dt="2025-11-18T15:44:45.073" v="1891" actId="1076"/>
          <ac:spMkLst>
            <pc:docMk/>
            <pc:sldMk cId="1147543120" sldId="797"/>
            <ac:spMk id="18" creationId="{B8A44BCC-2C58-428D-AFBA-723D9F139340}"/>
          </ac:spMkLst>
        </pc:spChg>
        <pc:spChg chg="mod">
          <ac:chgData name="Marion Lacroix" userId="9df64882-6113-4c49-9d2b-3e68714ee988" providerId="ADAL" clId="{AB830219-20FC-4B42-8B2B-8D0B863CB8CB}" dt="2025-11-18T16:39:36.728" v="3002" actId="20577"/>
          <ac:spMkLst>
            <pc:docMk/>
            <pc:sldMk cId="1147543120" sldId="797"/>
            <ac:spMk id="19" creationId="{90A98CE7-3F03-4530-81C9-0B1848276301}"/>
          </ac:spMkLst>
        </pc:spChg>
        <pc:spChg chg="mod">
          <ac:chgData name="Marion Lacroix" userId="9df64882-6113-4c49-9d2b-3e68714ee988" providerId="ADAL" clId="{AB830219-20FC-4B42-8B2B-8D0B863CB8CB}" dt="2025-11-18T15:43:12.953" v="1849" actId="1076"/>
          <ac:spMkLst>
            <pc:docMk/>
            <pc:sldMk cId="1147543120" sldId="797"/>
            <ac:spMk id="20" creationId="{88FAA2DD-74D1-4D9D-8958-B767C30A9019}"/>
          </ac:spMkLst>
        </pc:spChg>
        <pc:spChg chg="mod">
          <ac:chgData name="Marion Lacroix" userId="9df64882-6113-4c49-9d2b-3e68714ee988" providerId="ADAL" clId="{AB830219-20FC-4B42-8B2B-8D0B863CB8CB}" dt="2025-11-18T15:44:39.159" v="1889" actId="1076"/>
          <ac:spMkLst>
            <pc:docMk/>
            <pc:sldMk cId="1147543120" sldId="797"/>
            <ac:spMk id="21" creationId="{216807BD-A839-43F2-818D-A1B45D2AF318}"/>
          </ac:spMkLst>
        </pc:spChg>
        <pc:spChg chg="mod">
          <ac:chgData name="Marion Lacroix" userId="9df64882-6113-4c49-9d2b-3e68714ee988" providerId="ADAL" clId="{AB830219-20FC-4B42-8B2B-8D0B863CB8CB}" dt="2025-11-18T15:43:08.841" v="1848" actId="1076"/>
          <ac:spMkLst>
            <pc:docMk/>
            <pc:sldMk cId="1147543120" sldId="797"/>
            <ac:spMk id="22" creationId="{2EAAA130-19E2-4154-876E-45483716FDA9}"/>
          </ac:spMkLst>
        </pc:spChg>
        <pc:spChg chg="mod">
          <ac:chgData name="Marion Lacroix" userId="9df64882-6113-4c49-9d2b-3e68714ee988" providerId="ADAL" clId="{AB830219-20FC-4B42-8B2B-8D0B863CB8CB}" dt="2025-11-18T16:36:33.579" v="2972" actId="242"/>
          <ac:spMkLst>
            <pc:docMk/>
            <pc:sldMk cId="1147543120" sldId="797"/>
            <ac:spMk id="23" creationId="{4E7E72DB-A706-4DD3-8AD3-0145B4D04F79}"/>
          </ac:spMkLst>
        </pc:spChg>
        <pc:spChg chg="add mod">
          <ac:chgData name="Marion Lacroix" userId="9df64882-6113-4c49-9d2b-3e68714ee988" providerId="ADAL" clId="{AB830219-20FC-4B42-8B2B-8D0B863CB8CB}" dt="2025-11-18T15:42:16.612" v="1835" actId="1076"/>
          <ac:spMkLst>
            <pc:docMk/>
            <pc:sldMk cId="1147543120" sldId="797"/>
            <ac:spMk id="24" creationId="{078CFED7-100E-4D15-97CA-70CD88078B3A}"/>
          </ac:spMkLst>
        </pc:spChg>
        <pc:spChg chg="add del">
          <ac:chgData name="Marion Lacroix" userId="9df64882-6113-4c49-9d2b-3e68714ee988" providerId="ADAL" clId="{AB830219-20FC-4B42-8B2B-8D0B863CB8CB}" dt="2025-11-18T16:22:04.574" v="2601" actId="22"/>
          <ac:spMkLst>
            <pc:docMk/>
            <pc:sldMk cId="1147543120" sldId="797"/>
            <ac:spMk id="26" creationId="{A8DCCB9F-1690-4BB5-83DC-DF25E8F39069}"/>
          </ac:spMkLst>
        </pc:spChg>
        <pc:picChg chg="mod">
          <ac:chgData name="Marion Lacroix" userId="9df64882-6113-4c49-9d2b-3e68714ee988" providerId="ADAL" clId="{AB830219-20FC-4B42-8B2B-8D0B863CB8CB}" dt="2025-11-18T15:42:56.289" v="1845" actId="1076"/>
          <ac:picMkLst>
            <pc:docMk/>
            <pc:sldMk cId="1147543120" sldId="797"/>
            <ac:picMk id="8" creationId="{5D79A647-6EB7-4499-8224-18211A4F67F0}"/>
          </ac:picMkLst>
        </pc:picChg>
        <pc:picChg chg="del">
          <ac:chgData name="Marion Lacroix" userId="9df64882-6113-4c49-9d2b-3e68714ee988" providerId="ADAL" clId="{AB830219-20FC-4B42-8B2B-8D0B863CB8CB}" dt="2025-11-18T15:42:18.561" v="1836" actId="478"/>
          <ac:picMkLst>
            <pc:docMk/>
            <pc:sldMk cId="1147543120" sldId="797"/>
            <ac:picMk id="9" creationId="{979C9660-3FC5-4568-9ABD-92A1CB5D4C66}"/>
          </ac:picMkLst>
        </pc:picChg>
        <pc:picChg chg="add mod">
          <ac:chgData name="Marion Lacroix" userId="9df64882-6113-4c49-9d2b-3e68714ee988" providerId="ADAL" clId="{AB830219-20FC-4B42-8B2B-8D0B863CB8CB}" dt="2025-11-18T15:42:16.612" v="1835" actId="1076"/>
          <ac:picMkLst>
            <pc:docMk/>
            <pc:sldMk cId="1147543120" sldId="797"/>
            <ac:picMk id="25" creationId="{C3964498-808C-4AFC-ABB2-B5ECA8F6AF3A}"/>
          </ac:picMkLst>
        </pc:picChg>
      </pc:sldChg>
      <pc:sldChg chg="addSp delSp modSp add mod">
        <pc:chgData name="Marion Lacroix" userId="9df64882-6113-4c49-9d2b-3e68714ee988" providerId="ADAL" clId="{AB830219-20FC-4B42-8B2B-8D0B863CB8CB}" dt="2025-11-18T18:43:21.852" v="6999" actId="1076"/>
        <pc:sldMkLst>
          <pc:docMk/>
          <pc:sldMk cId="350955273" sldId="798"/>
        </pc:sldMkLst>
        <pc:spChg chg="mod">
          <ac:chgData name="Marion Lacroix" userId="9df64882-6113-4c49-9d2b-3e68714ee988" providerId="ADAL" clId="{AB830219-20FC-4B42-8B2B-8D0B863CB8CB}" dt="2025-11-18T18:11:35.253" v="5941" actId="20577"/>
          <ac:spMkLst>
            <pc:docMk/>
            <pc:sldMk cId="350955273" sldId="798"/>
            <ac:spMk id="2" creationId="{00000000-0000-0000-0000-000000000000}"/>
          </ac:spMkLst>
        </pc:spChg>
        <pc:spChg chg="mod">
          <ac:chgData name="Marion Lacroix" userId="9df64882-6113-4c49-9d2b-3e68714ee988" providerId="ADAL" clId="{AB830219-20FC-4B42-8B2B-8D0B863CB8CB}" dt="2025-11-18T18:34:02.444" v="6851" actId="20577"/>
          <ac:spMkLst>
            <pc:docMk/>
            <pc:sldMk cId="350955273" sldId="798"/>
            <ac:spMk id="7" creationId="{41114B76-0EAD-492D-B12C-3059C9651E4E}"/>
          </ac:spMkLst>
        </pc:spChg>
        <pc:picChg chg="del mod">
          <ac:chgData name="Marion Lacroix" userId="9df64882-6113-4c49-9d2b-3e68714ee988" providerId="ADAL" clId="{AB830219-20FC-4B42-8B2B-8D0B863CB8CB}" dt="2025-11-18T17:38:38.907" v="5006" actId="478"/>
          <ac:picMkLst>
            <pc:docMk/>
            <pc:sldMk cId="350955273" sldId="798"/>
            <ac:picMk id="9" creationId="{FFE8A9B7-089C-4D0E-A1AC-57715FBBF383}"/>
          </ac:picMkLst>
        </pc:picChg>
        <pc:picChg chg="add mod">
          <ac:chgData name="Marion Lacroix" userId="9df64882-6113-4c49-9d2b-3e68714ee988" providerId="ADAL" clId="{AB830219-20FC-4B42-8B2B-8D0B863CB8CB}" dt="2025-11-18T18:43:21.852" v="6999" actId="1076"/>
          <ac:picMkLst>
            <pc:docMk/>
            <pc:sldMk cId="350955273" sldId="798"/>
            <ac:picMk id="11" creationId="{E379764C-71CC-48FE-8D34-A40D934E7131}"/>
          </ac:picMkLst>
        </pc:picChg>
      </pc:sldChg>
      <pc:sldChg chg="addSp modSp add mod ord">
        <pc:chgData name="Marion Lacroix" userId="9df64882-6113-4c49-9d2b-3e68714ee988" providerId="ADAL" clId="{AB830219-20FC-4B42-8B2B-8D0B863CB8CB}" dt="2025-11-18T18:23:15.375" v="6468" actId="20577"/>
        <pc:sldMkLst>
          <pc:docMk/>
          <pc:sldMk cId="3162349195" sldId="799"/>
        </pc:sldMkLst>
        <pc:spChg chg="mod">
          <ac:chgData name="Marion Lacroix" userId="9df64882-6113-4c49-9d2b-3e68714ee988" providerId="ADAL" clId="{AB830219-20FC-4B42-8B2B-8D0B863CB8CB}" dt="2025-11-18T18:18:46.134" v="6270" actId="20577"/>
          <ac:spMkLst>
            <pc:docMk/>
            <pc:sldMk cId="3162349195" sldId="799"/>
            <ac:spMk id="2" creationId="{00000000-0000-0000-0000-000000000000}"/>
          </ac:spMkLst>
        </pc:spChg>
        <pc:spChg chg="mod">
          <ac:chgData name="Marion Lacroix" userId="9df64882-6113-4c49-9d2b-3e68714ee988" providerId="ADAL" clId="{AB830219-20FC-4B42-8B2B-8D0B863CB8CB}" dt="2025-11-18T18:23:15.375" v="6468" actId="20577"/>
          <ac:spMkLst>
            <pc:docMk/>
            <pc:sldMk cId="3162349195" sldId="799"/>
            <ac:spMk id="7" creationId="{41114B76-0EAD-492D-B12C-3059C9651E4E}"/>
          </ac:spMkLst>
        </pc:spChg>
        <pc:picChg chg="add mod">
          <ac:chgData name="Marion Lacroix" userId="9df64882-6113-4c49-9d2b-3e68714ee988" providerId="ADAL" clId="{AB830219-20FC-4B42-8B2B-8D0B863CB8CB}" dt="2025-11-18T18:11:20.797" v="5935"/>
          <ac:picMkLst>
            <pc:docMk/>
            <pc:sldMk cId="3162349195" sldId="799"/>
            <ac:picMk id="11" creationId="{015BF8B6-D26A-4B32-ADB6-EBF691F2B1E6}"/>
          </ac:picMkLst>
        </pc:picChg>
      </pc:sldChg>
      <pc:sldChg chg="add del">
        <pc:chgData name="Marion Lacroix" userId="9df64882-6113-4c49-9d2b-3e68714ee988" providerId="ADAL" clId="{AB830219-20FC-4B42-8B2B-8D0B863CB8CB}" dt="2025-11-18T17:38:50.197" v="5011"/>
        <pc:sldMkLst>
          <pc:docMk/>
          <pc:sldMk cId="3350590652" sldId="799"/>
        </pc:sldMkLst>
      </pc:sldChg>
      <pc:sldChg chg="addSp modSp add mod">
        <pc:chgData name="Marion Lacroix" userId="9df64882-6113-4c49-9d2b-3e68714ee988" providerId="ADAL" clId="{AB830219-20FC-4B42-8B2B-8D0B863CB8CB}" dt="2025-11-18T18:41:41.026" v="6991" actId="1076"/>
        <pc:sldMkLst>
          <pc:docMk/>
          <pc:sldMk cId="2605768189" sldId="800"/>
        </pc:sldMkLst>
        <pc:spChg chg="mod">
          <ac:chgData name="Marion Lacroix" userId="9df64882-6113-4c49-9d2b-3e68714ee988" providerId="ADAL" clId="{AB830219-20FC-4B42-8B2B-8D0B863CB8CB}" dt="2025-11-18T18:11:39.010" v="5944" actId="20577"/>
          <ac:spMkLst>
            <pc:docMk/>
            <pc:sldMk cId="2605768189" sldId="800"/>
            <ac:spMk id="2" creationId="{00000000-0000-0000-0000-000000000000}"/>
          </ac:spMkLst>
        </pc:spChg>
        <pc:spChg chg="mod">
          <ac:chgData name="Marion Lacroix" userId="9df64882-6113-4c49-9d2b-3e68714ee988" providerId="ADAL" clId="{AB830219-20FC-4B42-8B2B-8D0B863CB8CB}" dt="2025-11-18T18:12:29.370" v="5985" actId="20577"/>
          <ac:spMkLst>
            <pc:docMk/>
            <pc:sldMk cId="2605768189" sldId="800"/>
            <ac:spMk id="7" creationId="{41114B76-0EAD-492D-B12C-3059C9651E4E}"/>
          </ac:spMkLst>
        </pc:spChg>
        <pc:picChg chg="add mod">
          <ac:chgData name="Marion Lacroix" userId="9df64882-6113-4c49-9d2b-3e68714ee988" providerId="ADAL" clId="{AB830219-20FC-4B42-8B2B-8D0B863CB8CB}" dt="2025-11-18T18:41:41.026" v="6991" actId="1076"/>
          <ac:picMkLst>
            <pc:docMk/>
            <pc:sldMk cId="2605768189" sldId="800"/>
            <ac:picMk id="5" creationId="{DDD22D44-A0CC-4C39-B98C-DEC30DF94CE7}"/>
          </ac:picMkLst>
        </pc:picChg>
      </pc:sldChg>
      <pc:sldChg chg="add del">
        <pc:chgData name="Marion Lacroix" userId="9df64882-6113-4c49-9d2b-3e68714ee988" providerId="ADAL" clId="{AB830219-20FC-4B42-8B2B-8D0B863CB8CB}" dt="2025-11-18T17:38:49.746" v="5010"/>
        <pc:sldMkLst>
          <pc:docMk/>
          <pc:sldMk cId="4013380802" sldId="800"/>
        </pc:sldMkLst>
      </pc:sldChg>
      <pc:sldChg chg="add del">
        <pc:chgData name="Marion Lacroix" userId="9df64882-6113-4c49-9d2b-3e68714ee988" providerId="ADAL" clId="{AB830219-20FC-4B42-8B2B-8D0B863CB8CB}" dt="2025-11-18T18:04:23.554" v="5791" actId="47"/>
        <pc:sldMkLst>
          <pc:docMk/>
          <pc:sldMk cId="1030198655" sldId="801"/>
        </pc:sldMkLst>
      </pc:sldChg>
      <pc:sldChg chg="addSp delSp modSp add mod">
        <pc:chgData name="Marion Lacroix" userId="9df64882-6113-4c49-9d2b-3e68714ee988" providerId="ADAL" clId="{AB830219-20FC-4B42-8B2B-8D0B863CB8CB}" dt="2025-11-18T18:04:15.595" v="5790" actId="1076"/>
        <pc:sldMkLst>
          <pc:docMk/>
          <pc:sldMk cId="2764306366" sldId="802"/>
        </pc:sldMkLst>
        <pc:spChg chg="add del">
          <ac:chgData name="Marion Lacroix" userId="9df64882-6113-4c49-9d2b-3e68714ee988" providerId="ADAL" clId="{AB830219-20FC-4B42-8B2B-8D0B863CB8CB}" dt="2025-11-18T18:01:36.813" v="5656"/>
          <ac:spMkLst>
            <pc:docMk/>
            <pc:sldMk cId="2764306366" sldId="802"/>
            <ac:spMk id="4" creationId="{6E6AAFE3-659D-4304-90AF-BF70D8C7BE96}"/>
          </ac:spMkLst>
        </pc:spChg>
        <pc:spChg chg="add del">
          <ac:chgData name="Marion Lacroix" userId="9df64882-6113-4c49-9d2b-3e68714ee988" providerId="ADAL" clId="{AB830219-20FC-4B42-8B2B-8D0B863CB8CB}" dt="2025-11-18T18:01:42.340" v="5658"/>
          <ac:spMkLst>
            <pc:docMk/>
            <pc:sldMk cId="2764306366" sldId="802"/>
            <ac:spMk id="5" creationId="{C54D9E0E-282F-4A3D-B717-30D01ED2CE8F}"/>
          </ac:spMkLst>
        </pc:spChg>
        <pc:spChg chg="mod">
          <ac:chgData name="Marion Lacroix" userId="9df64882-6113-4c49-9d2b-3e68714ee988" providerId="ADAL" clId="{AB830219-20FC-4B42-8B2B-8D0B863CB8CB}" dt="2025-11-18T18:04:15.595" v="5790" actId="1076"/>
          <ac:spMkLst>
            <pc:docMk/>
            <pc:sldMk cId="2764306366" sldId="802"/>
            <ac:spMk id="7" creationId="{41114B76-0EAD-492D-B12C-3059C9651E4E}"/>
          </ac:spMkLst>
        </pc:spChg>
        <pc:spChg chg="add mod">
          <ac:chgData name="Marion Lacroix" userId="9df64882-6113-4c49-9d2b-3e68714ee988" providerId="ADAL" clId="{AB830219-20FC-4B42-8B2B-8D0B863CB8CB}" dt="2025-11-18T18:02:02.703" v="5662" actId="1076"/>
          <ac:spMkLst>
            <pc:docMk/>
            <pc:sldMk cId="2764306366" sldId="802"/>
            <ac:spMk id="8" creationId="{BD6BFED6-65C1-4272-BD94-33C068D416CC}"/>
          </ac:spMkLst>
        </pc:spChg>
      </pc:sldChg>
      <pc:sldChg chg="addSp modSp mod">
        <pc:chgData name="Marion Lacroix" userId="9df64882-6113-4c49-9d2b-3e68714ee988" providerId="ADAL" clId="{AB830219-20FC-4B42-8B2B-8D0B863CB8CB}" dt="2025-11-18T18:43:06.200" v="6998" actId="1076"/>
        <pc:sldMkLst>
          <pc:docMk/>
          <pc:sldMk cId="3610199025" sldId="802"/>
        </pc:sldMkLst>
        <pc:spChg chg="mod">
          <ac:chgData name="Marion Lacroix" userId="9df64882-6113-4c49-9d2b-3e68714ee988" providerId="ADAL" clId="{AB830219-20FC-4B42-8B2B-8D0B863CB8CB}" dt="2025-11-18T18:43:04.196" v="6997" actId="1076"/>
          <ac:spMkLst>
            <pc:docMk/>
            <pc:sldMk cId="3610199025" sldId="802"/>
            <ac:spMk id="17" creationId="{C1B0C246-C8D2-4D16-A1F5-D32FB9298C3C}"/>
          </ac:spMkLst>
        </pc:spChg>
        <pc:picChg chg="add mod">
          <ac:chgData name="Marion Lacroix" userId="9df64882-6113-4c49-9d2b-3e68714ee988" providerId="ADAL" clId="{AB830219-20FC-4B42-8B2B-8D0B863CB8CB}" dt="2025-11-18T18:43:06.200" v="6998" actId="1076"/>
          <ac:picMkLst>
            <pc:docMk/>
            <pc:sldMk cId="3610199025" sldId="802"/>
            <ac:picMk id="3" creationId="{568719AF-CC72-41AB-95C6-12E880738F43}"/>
          </ac:picMkLst>
        </pc:picChg>
      </pc:sldChg>
      <pc:sldChg chg="modSp add mod">
        <pc:chgData name="Marion Lacroix" userId="9df64882-6113-4c49-9d2b-3e68714ee988" providerId="ADAL" clId="{AB830219-20FC-4B42-8B2B-8D0B863CB8CB}" dt="2025-11-18T18:26:51.193" v="6644" actId="20577"/>
        <pc:sldMkLst>
          <pc:docMk/>
          <pc:sldMk cId="743817655" sldId="803"/>
        </pc:sldMkLst>
        <pc:spChg chg="mod">
          <ac:chgData name="Marion Lacroix" userId="9df64882-6113-4c49-9d2b-3e68714ee988" providerId="ADAL" clId="{AB830219-20FC-4B42-8B2B-8D0B863CB8CB}" dt="2025-11-18T18:26:51.193" v="6644" actId="20577"/>
          <ac:spMkLst>
            <pc:docMk/>
            <pc:sldMk cId="743817655" sldId="803"/>
            <ac:spMk id="7" creationId="{41114B76-0EAD-492D-B12C-3059C9651E4E}"/>
          </ac:spMkLst>
        </pc:spChg>
      </pc:sldChg>
      <pc:sldMasterChg chg="delSldLayout">
        <pc:chgData name="Marion Lacroix" userId="9df64882-6113-4c49-9d2b-3e68714ee988" providerId="ADAL" clId="{AB830219-20FC-4B42-8B2B-8D0B863CB8CB}" dt="2025-11-18T16:33:45.301" v="2933" actId="47"/>
        <pc:sldMasterMkLst>
          <pc:docMk/>
          <pc:sldMasterMk cId="78825995" sldId="2147483742"/>
        </pc:sldMasterMkLst>
        <pc:sldLayoutChg chg="del">
          <pc:chgData name="Marion Lacroix" userId="9df64882-6113-4c49-9d2b-3e68714ee988" providerId="ADAL" clId="{AB830219-20FC-4B42-8B2B-8D0B863CB8CB}" dt="2025-11-18T16:33:38.767" v="2927" actId="47"/>
          <pc:sldLayoutMkLst>
            <pc:docMk/>
            <pc:sldMasterMk cId="78825995" sldId="2147483742"/>
            <pc:sldLayoutMk cId="3396676847" sldId="2147483748"/>
          </pc:sldLayoutMkLst>
        </pc:sldLayoutChg>
        <pc:sldLayoutChg chg="del">
          <pc:chgData name="Marion Lacroix" userId="9df64882-6113-4c49-9d2b-3e68714ee988" providerId="ADAL" clId="{AB830219-20FC-4B42-8B2B-8D0B863CB8CB}" dt="2025-11-18T16:33:45.301" v="2933" actId="47"/>
          <pc:sldLayoutMkLst>
            <pc:docMk/>
            <pc:sldMasterMk cId="78825995" sldId="2147483742"/>
            <pc:sldLayoutMk cId="3065515380" sldId="2147483761"/>
          </pc:sldLayoutMkLst>
        </pc:sldLayoutChg>
      </pc:sldMasterChg>
    </pc:docChg>
  </pc:docChgLst>
  <pc:docChgLst>
    <pc:chgData name="Marion Lacroix" userId="S::marion.lacroix@ign.fr::9df64882-6113-4c49-9d2b-3e68714ee988" providerId="AD" clId="Web-{B6DF499B-2A85-830B-E9F4-F409ACE18CD9}"/>
    <pc:docChg chg="modSld">
      <pc:chgData name="Marion Lacroix" userId="S::marion.lacroix@ign.fr::9df64882-6113-4c49-9d2b-3e68714ee988" providerId="AD" clId="Web-{B6DF499B-2A85-830B-E9F4-F409ACE18CD9}" dt="2025-11-19T08:32:37.367" v="17" actId="1076"/>
      <pc:docMkLst>
        <pc:docMk/>
      </pc:docMkLst>
      <pc:sldChg chg="addSp modSp">
        <pc:chgData name="Marion Lacroix" userId="S::marion.lacroix@ign.fr::9df64882-6113-4c49-9d2b-3e68714ee988" providerId="AD" clId="Web-{B6DF499B-2A85-830B-E9F4-F409ACE18CD9}" dt="2025-11-19T08:32:37.367" v="17" actId="1076"/>
        <pc:sldMkLst>
          <pc:docMk/>
          <pc:sldMk cId="3601713197" sldId="778"/>
        </pc:sldMkLst>
        <pc:picChg chg="mod">
          <ac:chgData name="Marion Lacroix" userId="S::marion.lacroix@ign.fr::9df64882-6113-4c49-9d2b-3e68714ee988" providerId="AD" clId="Web-{B6DF499B-2A85-830B-E9F4-F409ACE18CD9}" dt="2025-11-19T08:32:01.929" v="4" actId="1076"/>
          <ac:picMkLst>
            <pc:docMk/>
            <pc:sldMk cId="3601713197" sldId="778"/>
            <ac:picMk id="7" creationId="{AF4B4D34-3332-4206-9757-BB8A2646C209}"/>
          </ac:picMkLst>
        </pc:picChg>
        <pc:picChg chg="add mod">
          <ac:chgData name="Marion Lacroix" userId="S::marion.lacroix@ign.fr::9df64882-6113-4c49-9d2b-3e68714ee988" providerId="AD" clId="Web-{B6DF499B-2A85-830B-E9F4-F409ACE18CD9}" dt="2025-11-19T08:32:30.445" v="15" actId="1076"/>
          <ac:picMkLst>
            <pc:docMk/>
            <pc:sldMk cId="3601713197" sldId="778"/>
            <ac:picMk id="11" creationId="{E863D810-FB33-35FC-AFE9-D7CD84ACB649}"/>
          </ac:picMkLst>
        </pc:picChg>
        <pc:picChg chg="mod">
          <ac:chgData name="Marion Lacroix" userId="S::marion.lacroix@ign.fr::9df64882-6113-4c49-9d2b-3e68714ee988" providerId="AD" clId="Web-{B6DF499B-2A85-830B-E9F4-F409ACE18CD9}" dt="2025-11-19T08:32:37.367" v="17" actId="1076"/>
          <ac:picMkLst>
            <pc:docMk/>
            <pc:sldMk cId="3601713197" sldId="778"/>
            <ac:picMk id="14" creationId="{E9AF8D38-FAC6-4321-ACD7-16F536668A76}"/>
          </ac:picMkLst>
        </pc:picChg>
        <pc:picChg chg="mod">
          <ac:chgData name="Marion Lacroix" userId="S::marion.lacroix@ign.fr::9df64882-6113-4c49-9d2b-3e68714ee988" providerId="AD" clId="Web-{B6DF499B-2A85-830B-E9F4-F409ACE18CD9}" dt="2025-11-19T08:32:30.429" v="14" actId="1076"/>
          <ac:picMkLst>
            <pc:docMk/>
            <pc:sldMk cId="3601713197" sldId="778"/>
            <ac:picMk id="19" creationId="{15A9D933-5A52-49DE-9C4A-9BF3DAB50D5B}"/>
          </ac:picMkLst>
        </pc:picChg>
      </pc:sldChg>
    </pc:docChg>
  </pc:docChgLst>
  <pc:docChgLst>
    <pc:chgData name="Marion Lacroix" userId="9df64882-6113-4c49-9d2b-3e68714ee988" providerId="ADAL" clId="{50925B17-DBF0-4DD9-AB5C-F0142C421E6A}"/>
    <pc:docChg chg="undo custSel addSld delSld modSld sldOrd">
      <pc:chgData name="Marion Lacroix" userId="9df64882-6113-4c49-9d2b-3e68714ee988" providerId="ADAL" clId="{50925B17-DBF0-4DD9-AB5C-F0142C421E6A}" dt="2025-11-14T16:55:52.177" v="1077" actId="14100"/>
      <pc:docMkLst>
        <pc:docMk/>
      </pc:docMkLst>
      <pc:sldChg chg="addSp delSp modSp mod ord">
        <pc:chgData name="Marion Lacroix" userId="9df64882-6113-4c49-9d2b-3e68714ee988" providerId="ADAL" clId="{50925B17-DBF0-4DD9-AB5C-F0142C421E6A}" dt="2025-11-14T16:55:52.177" v="1077" actId="14100"/>
        <pc:sldMkLst>
          <pc:docMk/>
          <pc:sldMk cId="3601713197" sldId="778"/>
        </pc:sldMkLst>
        <pc:spChg chg="mod">
          <ac:chgData name="Marion Lacroix" userId="9df64882-6113-4c49-9d2b-3e68714ee988" providerId="ADAL" clId="{50925B17-DBF0-4DD9-AB5C-F0142C421E6A}" dt="2025-11-14T14:41:11.507" v="253" actId="207"/>
          <ac:spMkLst>
            <pc:docMk/>
            <pc:sldMk cId="3601713197" sldId="778"/>
            <ac:spMk id="6" creationId="{00000000-0000-0000-0000-000000000000}"/>
          </ac:spMkLst>
        </pc:spChg>
        <pc:spChg chg="add mod ord">
          <ac:chgData name="Marion Lacroix" userId="9df64882-6113-4c49-9d2b-3e68714ee988" providerId="ADAL" clId="{50925B17-DBF0-4DD9-AB5C-F0142C421E6A}" dt="2025-11-14T16:55:47.343" v="1075" actId="167"/>
          <ac:spMkLst>
            <pc:docMk/>
            <pc:sldMk cId="3601713197" sldId="778"/>
            <ac:spMk id="20" creationId="{81D4F6B9-F858-4519-8D4C-063D756504E4}"/>
          </ac:spMkLst>
        </pc:spChg>
        <pc:picChg chg="add mod">
          <ac:chgData name="Marion Lacroix" userId="9df64882-6113-4c49-9d2b-3e68714ee988" providerId="ADAL" clId="{50925B17-DBF0-4DD9-AB5C-F0142C421E6A}" dt="2025-11-14T16:55:52.177" v="1077" actId="14100"/>
          <ac:picMkLst>
            <pc:docMk/>
            <pc:sldMk cId="3601713197" sldId="778"/>
            <ac:picMk id="19" creationId="{15A9D933-5A52-49DE-9C4A-9BF3DAB50D5B}"/>
          </ac:picMkLst>
        </pc:picChg>
      </pc:sldChg>
      <pc:sldChg chg="addSp delSp modSp add mod">
        <pc:chgData name="Marion Lacroix" userId="9df64882-6113-4c49-9d2b-3e68714ee988" providerId="ADAL" clId="{50925B17-DBF0-4DD9-AB5C-F0142C421E6A}" dt="2025-11-14T15:22:22.545" v="1049" actId="113"/>
        <pc:sldMkLst>
          <pc:docMk/>
          <pc:sldMk cId="314572523" sldId="783"/>
        </pc:sldMkLst>
        <pc:spChg chg="add mod">
          <ac:chgData name="Marion Lacroix" userId="9df64882-6113-4c49-9d2b-3e68714ee988" providerId="ADAL" clId="{50925B17-DBF0-4DD9-AB5C-F0142C421E6A}" dt="2025-11-14T15:16:16.924" v="932"/>
          <ac:spMkLst>
            <pc:docMk/>
            <pc:sldMk cId="314572523" sldId="783"/>
            <ac:spMk id="15" creationId="{6D4040AD-2685-4A47-B6EC-3D8C9141D9ED}"/>
          </ac:spMkLst>
        </pc:spChg>
        <pc:spChg chg="add mod">
          <ac:chgData name="Marion Lacroix" userId="9df64882-6113-4c49-9d2b-3e68714ee988" providerId="ADAL" clId="{50925B17-DBF0-4DD9-AB5C-F0142C421E6A}" dt="2025-11-14T15:19:18.104" v="999"/>
          <ac:spMkLst>
            <pc:docMk/>
            <pc:sldMk cId="314572523" sldId="783"/>
            <ac:spMk id="24" creationId="{37A8D7EB-3FA8-4D1E-84E2-64CF7DAD6659}"/>
          </ac:spMkLst>
        </pc:spChg>
        <pc:spChg chg="add mod">
          <ac:chgData name="Marion Lacroix" userId="9df64882-6113-4c49-9d2b-3e68714ee988" providerId="ADAL" clId="{50925B17-DBF0-4DD9-AB5C-F0142C421E6A}" dt="2025-11-14T15:22:22.545" v="1049" actId="113"/>
          <ac:spMkLst>
            <pc:docMk/>
            <pc:sldMk cId="314572523" sldId="783"/>
            <ac:spMk id="25" creationId="{C01EF03E-82CD-4601-8D32-ECA15D836566}"/>
          </ac:spMkLst>
        </pc:spChg>
      </pc:sldChg>
      <pc:sldChg chg="addSp delSp modSp add mod">
        <pc:chgData name="Marion Lacroix" userId="9df64882-6113-4c49-9d2b-3e68714ee988" providerId="ADAL" clId="{50925B17-DBF0-4DD9-AB5C-F0142C421E6A}" dt="2025-11-14T15:22:36.548" v="1055" actId="113"/>
        <pc:sldMkLst>
          <pc:docMk/>
          <pc:sldMk cId="3948314181" sldId="785"/>
        </pc:sldMkLst>
        <pc:spChg chg="add mod">
          <ac:chgData name="Marion Lacroix" userId="9df64882-6113-4c49-9d2b-3e68714ee988" providerId="ADAL" clId="{50925B17-DBF0-4DD9-AB5C-F0142C421E6A}" dt="2025-11-14T15:16:43.462" v="957"/>
          <ac:spMkLst>
            <pc:docMk/>
            <pc:sldMk cId="3948314181" sldId="785"/>
            <ac:spMk id="11" creationId="{C14BE73E-3719-419B-A08A-CA7E96937490}"/>
          </ac:spMkLst>
        </pc:spChg>
        <pc:spChg chg="add mod">
          <ac:chgData name="Marion Lacroix" userId="9df64882-6113-4c49-9d2b-3e68714ee988" providerId="ADAL" clId="{50925B17-DBF0-4DD9-AB5C-F0142C421E6A}" dt="2025-11-14T15:19:27.763" v="1003"/>
          <ac:spMkLst>
            <pc:docMk/>
            <pc:sldMk cId="3948314181" sldId="785"/>
            <ac:spMk id="13" creationId="{146FD404-BF76-4E78-875E-7E06D0BAFB5C}"/>
          </ac:spMkLst>
        </pc:spChg>
        <pc:spChg chg="add mod">
          <ac:chgData name="Marion Lacroix" userId="9df64882-6113-4c49-9d2b-3e68714ee988" providerId="ADAL" clId="{50925B17-DBF0-4DD9-AB5C-F0142C421E6A}" dt="2025-11-14T15:22:36.548" v="1055" actId="113"/>
          <ac:spMkLst>
            <pc:docMk/>
            <pc:sldMk cId="3948314181" sldId="785"/>
            <ac:spMk id="14" creationId="{F0F73F4B-49BE-420F-922E-E1462DB63385}"/>
          </ac:spMkLst>
        </pc:spChg>
      </pc:sldChg>
      <pc:sldChg chg="addSp delSp modSp add mod delAnim modAnim">
        <pc:chgData name="Marion Lacroix" userId="9df64882-6113-4c49-9d2b-3e68714ee988" providerId="ADAL" clId="{50925B17-DBF0-4DD9-AB5C-F0142C421E6A}" dt="2025-11-14T15:23:00.962" v="1064" actId="113"/>
        <pc:sldMkLst>
          <pc:docMk/>
          <pc:sldMk cId="1852055849" sldId="788"/>
        </pc:sldMkLst>
        <pc:spChg chg="mod">
          <ac:chgData name="Marion Lacroix" userId="9df64882-6113-4c49-9d2b-3e68714ee988" providerId="ADAL" clId="{50925B17-DBF0-4DD9-AB5C-F0142C421E6A}" dt="2025-11-14T14:56:21.631" v="640" actId="1076"/>
          <ac:spMkLst>
            <pc:docMk/>
            <pc:sldMk cId="1852055849" sldId="788"/>
            <ac:spMk id="2" creationId="{D2914144-4E5E-4757-976A-35690A828941}"/>
          </ac:spMkLst>
        </pc:spChg>
        <pc:spChg chg="add mod">
          <ac:chgData name="Marion Lacroix" userId="9df64882-6113-4c49-9d2b-3e68714ee988" providerId="ADAL" clId="{50925B17-DBF0-4DD9-AB5C-F0142C421E6A}" dt="2025-11-14T15:16:50.043" v="961"/>
          <ac:spMkLst>
            <pc:docMk/>
            <pc:sldMk cId="1852055849" sldId="788"/>
            <ac:spMk id="26" creationId="{FD97CC4D-2600-4B3E-A71F-C9982568893E}"/>
          </ac:spMkLst>
        </pc:spChg>
        <pc:spChg chg="add mod">
          <ac:chgData name="Marion Lacroix" userId="9df64882-6113-4c49-9d2b-3e68714ee988" providerId="ADAL" clId="{50925B17-DBF0-4DD9-AB5C-F0142C421E6A}" dt="2025-11-14T15:19:51.031" v="1012"/>
          <ac:spMkLst>
            <pc:docMk/>
            <pc:sldMk cId="1852055849" sldId="788"/>
            <ac:spMk id="27" creationId="{DD43C42E-1DE8-4F80-B004-F3820F538CE8}"/>
          </ac:spMkLst>
        </pc:spChg>
        <pc:spChg chg="add mod">
          <ac:chgData name="Marion Lacroix" userId="9df64882-6113-4c49-9d2b-3e68714ee988" providerId="ADAL" clId="{50925B17-DBF0-4DD9-AB5C-F0142C421E6A}" dt="2025-11-14T15:23:00.962" v="1064" actId="113"/>
          <ac:spMkLst>
            <pc:docMk/>
            <pc:sldMk cId="1852055849" sldId="788"/>
            <ac:spMk id="28" creationId="{76923110-CAC3-4DAF-AD52-CDA1E90FC388}"/>
          </ac:spMkLst>
        </pc:spChg>
        <pc:grpChg chg="add mod">
          <ac:chgData name="Marion Lacroix" userId="9df64882-6113-4c49-9d2b-3e68714ee988" providerId="ADAL" clId="{50925B17-DBF0-4DD9-AB5C-F0142C421E6A}" dt="2025-11-14T14:56:14.251" v="639" actId="12789"/>
          <ac:grpSpMkLst>
            <pc:docMk/>
            <pc:sldMk cId="1852055849" sldId="788"/>
            <ac:grpSpMk id="18" creationId="{805E3675-3310-48C8-A4BE-B4F4B7154945}"/>
          </ac:grpSpMkLst>
        </pc:grpChg>
        <pc:picChg chg="mod">
          <ac:chgData name="Marion Lacroix" userId="9df64882-6113-4c49-9d2b-3e68714ee988" providerId="ADAL" clId="{50925B17-DBF0-4DD9-AB5C-F0142C421E6A}" dt="2025-11-14T14:56:00.621" v="636"/>
          <ac:picMkLst>
            <pc:docMk/>
            <pc:sldMk cId="1852055849" sldId="788"/>
            <ac:picMk id="20" creationId="{D4AED9CB-15FF-40C0-8744-D98FE38324C7}"/>
          </ac:picMkLst>
        </pc:picChg>
        <pc:picChg chg="mod">
          <ac:chgData name="Marion Lacroix" userId="9df64882-6113-4c49-9d2b-3e68714ee988" providerId="ADAL" clId="{50925B17-DBF0-4DD9-AB5C-F0142C421E6A}" dt="2025-11-14T14:56:00.621" v="636"/>
          <ac:picMkLst>
            <pc:docMk/>
            <pc:sldMk cId="1852055849" sldId="788"/>
            <ac:picMk id="21" creationId="{5CEF4E11-B1E9-405B-90B5-7BDC8F98CC77}"/>
          </ac:picMkLst>
        </pc:picChg>
        <pc:picChg chg="mod">
          <ac:chgData name="Marion Lacroix" userId="9df64882-6113-4c49-9d2b-3e68714ee988" providerId="ADAL" clId="{50925B17-DBF0-4DD9-AB5C-F0142C421E6A}" dt="2025-11-14T14:56:00.621" v="636"/>
          <ac:picMkLst>
            <pc:docMk/>
            <pc:sldMk cId="1852055849" sldId="788"/>
            <ac:picMk id="23" creationId="{38229820-B450-4BE9-9568-AFBDFC430912}"/>
          </ac:picMkLst>
        </pc:picChg>
        <pc:picChg chg="mod">
          <ac:chgData name="Marion Lacroix" userId="9df64882-6113-4c49-9d2b-3e68714ee988" providerId="ADAL" clId="{50925B17-DBF0-4DD9-AB5C-F0142C421E6A}" dt="2025-11-14T14:56:00.621" v="636"/>
          <ac:picMkLst>
            <pc:docMk/>
            <pc:sldMk cId="1852055849" sldId="788"/>
            <ac:picMk id="24" creationId="{F5118240-9822-419A-8C4D-58AD15D382C1}"/>
          </ac:picMkLst>
        </pc:picChg>
        <pc:picChg chg="mod">
          <ac:chgData name="Marion Lacroix" userId="9df64882-6113-4c49-9d2b-3e68714ee988" providerId="ADAL" clId="{50925B17-DBF0-4DD9-AB5C-F0142C421E6A}" dt="2025-11-14T14:56:00.621" v="636"/>
          <ac:picMkLst>
            <pc:docMk/>
            <pc:sldMk cId="1852055849" sldId="788"/>
            <ac:picMk id="25" creationId="{A39EC4E3-BA64-41E1-AE79-AE4EA8C35CE2}"/>
          </ac:picMkLst>
        </pc:picChg>
      </pc:sldChg>
    </pc:docChg>
  </pc:docChgLst>
  <pc:docChgLst>
    <pc:chgData name="Pierre-Olivier Hays" userId="ab4c8af9-959b-4170-9e62-3f0e17ed8259" providerId="ADAL" clId="{1A55427F-F0F5-491D-975D-5A441935D28C}"/>
    <pc:docChg chg="custSel addSld modSld">
      <pc:chgData name="Pierre-Olivier Hays" userId="ab4c8af9-959b-4170-9e62-3f0e17ed8259" providerId="ADAL" clId="{1A55427F-F0F5-491D-975D-5A441935D28C}" dt="2025-11-18T18:12:35.625" v="12" actId="20577"/>
      <pc:docMkLst>
        <pc:docMk/>
      </pc:docMkLst>
      <pc:sldChg chg="addSp delSp modSp add mod">
        <pc:chgData name="Pierre-Olivier Hays" userId="ab4c8af9-959b-4170-9e62-3f0e17ed8259" providerId="ADAL" clId="{1A55427F-F0F5-491D-975D-5A441935D28C}" dt="2025-11-18T18:12:17.704" v="5" actId="1076"/>
        <pc:sldMkLst>
          <pc:docMk/>
          <pc:sldMk cId="3610199025" sldId="798"/>
        </pc:sldMkLst>
        <pc:spChg chg="del">
          <ac:chgData name="Pierre-Olivier Hays" userId="ab4c8af9-959b-4170-9e62-3f0e17ed8259" providerId="ADAL" clId="{1A55427F-F0F5-491D-975D-5A441935D28C}" dt="2025-11-18T18:12:03.732" v="3" actId="478"/>
          <ac:spMkLst>
            <pc:docMk/>
            <pc:sldMk cId="3610199025" sldId="798"/>
            <ac:spMk id="3" creationId="{E349287A-835D-4D70-9012-8363C0B1757F}"/>
          </ac:spMkLst>
        </pc:spChg>
        <pc:spChg chg="del">
          <ac:chgData name="Pierre-Olivier Hays" userId="ab4c8af9-959b-4170-9e62-3f0e17ed8259" providerId="ADAL" clId="{1A55427F-F0F5-491D-975D-5A441935D28C}" dt="2025-11-18T18:12:03.732" v="3" actId="478"/>
          <ac:spMkLst>
            <pc:docMk/>
            <pc:sldMk cId="3610199025" sldId="798"/>
            <ac:spMk id="4" creationId="{0368A9B2-4D07-435B-A39B-12D2948FD2A0}"/>
          </ac:spMkLst>
        </pc:spChg>
        <pc:spChg chg="del">
          <ac:chgData name="Pierre-Olivier Hays" userId="ab4c8af9-959b-4170-9e62-3f0e17ed8259" providerId="ADAL" clId="{1A55427F-F0F5-491D-975D-5A441935D28C}" dt="2025-11-18T18:12:03.732" v="3" actId="478"/>
          <ac:spMkLst>
            <pc:docMk/>
            <pc:sldMk cId="3610199025" sldId="798"/>
            <ac:spMk id="5" creationId="{BBEC29A0-6419-4BF3-85A5-C2E32780FDB2}"/>
          </ac:spMkLst>
        </pc:spChg>
        <pc:spChg chg="add mod">
          <ac:chgData name="Pierre-Olivier Hays" userId="ab4c8af9-959b-4170-9e62-3f0e17ed8259" providerId="ADAL" clId="{1A55427F-F0F5-491D-975D-5A441935D28C}" dt="2025-11-18T18:12:17.704" v="5" actId="1076"/>
          <ac:spMkLst>
            <pc:docMk/>
            <pc:sldMk cId="3610199025" sldId="798"/>
            <ac:spMk id="63" creationId="{8FF6F788-A30B-4C50-A547-DC0F83827445}"/>
          </ac:spMkLst>
        </pc:spChg>
        <pc:spChg chg="add mod">
          <ac:chgData name="Pierre-Olivier Hays" userId="ab4c8af9-959b-4170-9e62-3f0e17ed8259" providerId="ADAL" clId="{1A55427F-F0F5-491D-975D-5A441935D28C}" dt="2025-11-18T18:12:17.704" v="5" actId="1076"/>
          <ac:spMkLst>
            <pc:docMk/>
            <pc:sldMk cId="3610199025" sldId="798"/>
            <ac:spMk id="65" creationId="{6F5D86D6-B421-4491-A8DB-CB75F6904E2D}"/>
          </ac:spMkLst>
        </pc:spChg>
        <pc:spChg chg="add mod">
          <ac:chgData name="Pierre-Olivier Hays" userId="ab4c8af9-959b-4170-9e62-3f0e17ed8259" providerId="ADAL" clId="{1A55427F-F0F5-491D-975D-5A441935D28C}" dt="2025-11-18T18:12:11.857" v="4"/>
          <ac:spMkLst>
            <pc:docMk/>
            <pc:sldMk cId="3610199025" sldId="798"/>
            <ac:spMk id="67" creationId="{E04B7482-8640-4A4C-9864-2DBA6524B1F2}"/>
          </ac:spMkLst>
        </pc:spChg>
        <pc:picChg chg="add mod">
          <ac:chgData name="Pierre-Olivier Hays" userId="ab4c8af9-959b-4170-9e62-3f0e17ed8259" providerId="ADAL" clId="{1A55427F-F0F5-491D-975D-5A441935D28C}" dt="2025-11-18T18:11:39.764" v="1"/>
          <ac:picMkLst>
            <pc:docMk/>
            <pc:sldMk cId="3610199025" sldId="798"/>
            <ac:picMk id="61" creationId="{8EF46C54-2C6D-41A7-BD0E-53BB6EBD39E1}"/>
          </ac:picMkLst>
        </pc:picChg>
      </pc:sldChg>
      <pc:sldChg chg="modSp mod">
        <pc:chgData name="Pierre-Olivier Hays" userId="ab4c8af9-959b-4170-9e62-3f0e17ed8259" providerId="ADAL" clId="{1A55427F-F0F5-491D-975D-5A441935D28C}" dt="2025-11-18T18:12:35.625" v="12" actId="20577"/>
        <pc:sldMkLst>
          <pc:docMk/>
          <pc:sldMk cId="3610199025" sldId="802"/>
        </pc:sldMkLst>
        <pc:spChg chg="mod">
          <ac:chgData name="Pierre-Olivier Hays" userId="ab4c8af9-959b-4170-9e62-3f0e17ed8259" providerId="ADAL" clId="{1A55427F-F0F5-491D-975D-5A441935D28C}" dt="2025-11-18T18:12:35.625" v="12" actId="20577"/>
          <ac:spMkLst>
            <pc:docMk/>
            <pc:sldMk cId="3610199025" sldId="802"/>
            <ac:spMk id="72" creationId="{3DF4A323-431D-453D-A4F5-C32B811E0390}"/>
          </ac:spMkLst>
        </pc:spChg>
      </pc:sldChg>
    </pc:docChg>
  </pc:docChgLst>
  <pc:docChgLst>
    <pc:chgData name="Pierre-Olivier Hays" userId="S::pierre-olivier.hays@ign.fr::ab4c8af9-959b-4170-9e62-3f0e17ed8259" providerId="AD" clId="Web-{F2DF9EE6-E7A1-D242-D6D6-C3FB23FD568E}"/>
    <pc:docChg chg="addSld delSld modSld">
      <pc:chgData name="Pierre-Olivier Hays" userId="S::pierre-olivier.hays@ign.fr::ab4c8af9-959b-4170-9e62-3f0e17ed8259" providerId="AD" clId="Web-{F2DF9EE6-E7A1-D242-D6D6-C3FB23FD568E}" dt="2025-11-18T18:11:00.744" v="5"/>
      <pc:docMkLst>
        <pc:docMk/>
      </pc:docMkLst>
      <pc:sldChg chg="addSp delSp modSp">
        <pc:chgData name="Pierre-Olivier Hays" userId="S::pierre-olivier.hays@ign.fr::ab4c8af9-959b-4170-9e62-3f0e17ed8259" providerId="AD" clId="Web-{F2DF9EE6-E7A1-D242-D6D6-C3FB23FD568E}" dt="2025-11-18T18:11:00.744" v="5"/>
        <pc:sldMkLst>
          <pc:docMk/>
          <pc:sldMk cId="3601713197" sldId="778"/>
        </pc:sldMkLst>
        <pc:picChg chg="add del mod">
          <ac:chgData name="Pierre-Olivier Hays" userId="S::pierre-olivier.hays@ign.fr::ab4c8af9-959b-4170-9e62-3f0e17ed8259" providerId="AD" clId="Web-{F2DF9EE6-E7A1-D242-D6D6-C3FB23FD568E}" dt="2025-11-18T18:11:00.744" v="5"/>
          <ac:picMkLst>
            <pc:docMk/>
            <pc:sldMk cId="3601713197" sldId="778"/>
            <ac:picMk id="4" creationId="{7EB936C1-D21C-6A32-A3EB-E9C06F6D1187}"/>
          </ac:picMkLst>
        </pc:picChg>
      </pc:sldChg>
      <pc:sldChg chg="add del replId">
        <pc:chgData name="Pierre-Olivier Hays" userId="S::pierre-olivier.hays@ign.fr::ab4c8af9-959b-4170-9e62-3f0e17ed8259" providerId="AD" clId="Web-{F2DF9EE6-E7A1-D242-D6D6-C3FB23FD568E}" dt="2025-11-18T18:10:22.272" v="1"/>
        <pc:sldMkLst>
          <pc:docMk/>
          <pc:sldMk cId="2308361374" sldId="802"/>
        </pc:sldMkLst>
      </pc:sldChg>
      <pc:sldChg chg="add del replId">
        <pc:chgData name="Pierre-Olivier Hays" userId="S::pierre-olivier.hays@ign.fr::ab4c8af9-959b-4170-9e62-3f0e17ed8259" providerId="AD" clId="Web-{F2DF9EE6-E7A1-D242-D6D6-C3FB23FD568E}" dt="2025-11-18T18:10:33.258" v="3"/>
        <pc:sldMkLst>
          <pc:docMk/>
          <pc:sldMk cId="3369543808" sldId="8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sz="quarter"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u pied de page 3"/>
          <p:cNvSpPr>
            <a:spLocks noGrp="1"/>
          </p:cNvSpPr>
          <p:nvPr>
            <p:ph type="ftr" sz="quarter" idx="2"/>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5" name="Espace réservé du numéro de diapositive 4"/>
          <p:cNvSpPr>
            <a:spLocks noGrp="1"/>
          </p:cNvSpPr>
          <p:nvPr>
            <p:ph type="sldNum" sz="quarter" idx="3"/>
          </p:nvPr>
        </p:nvSpPr>
        <p:spPr>
          <a:xfrm>
            <a:off x="4020508" y="9722309"/>
            <a:ext cx="3077137" cy="512304"/>
          </a:xfrm>
          <a:prstGeom prst="rect">
            <a:avLst/>
          </a:prstGeom>
        </p:spPr>
        <p:txBody>
          <a:bodyPr vert="horz" lIns="94750" tIns="47375" rIns="94750" bIns="47375" rtlCol="0" anchor="b"/>
          <a:lstStyle>
            <a:lvl1pPr algn="r">
              <a:defRPr sz="1100"/>
            </a:lvl1pPr>
          </a:lstStyle>
          <a:p>
            <a:fld id="{768F9535-FCA2-4290-A8B4-639E928017F9}" type="slidenum">
              <a:rPr lang="fr-FR" smtClean="0"/>
              <a:t>‹N°›</a:t>
            </a:fld>
            <a:endParaRPr lang="fr-FR"/>
          </a:p>
        </p:txBody>
      </p:sp>
    </p:spTree>
    <p:extLst>
      <p:ext uri="{BB962C8B-B14F-4D97-AF65-F5344CB8AC3E}">
        <p14:creationId xmlns:p14="http://schemas.microsoft.com/office/powerpoint/2010/main" val="32681730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e l'image des diapositives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750" tIns="47375" rIns="94750" bIns="47375" rtlCol="0" anchor="ctr"/>
          <a:lstStyle/>
          <a:p>
            <a:endParaRPr lang="fr-FR"/>
          </a:p>
        </p:txBody>
      </p:sp>
      <p:sp>
        <p:nvSpPr>
          <p:cNvPr id="5" name="Espace réservé des commentaires 4"/>
          <p:cNvSpPr>
            <a:spLocks noGrp="1"/>
          </p:cNvSpPr>
          <p:nvPr>
            <p:ph type="body" sz="quarter" idx="3"/>
          </p:nvPr>
        </p:nvSpPr>
        <p:spPr>
          <a:xfrm>
            <a:off x="709601" y="4924989"/>
            <a:ext cx="5680103" cy="4029684"/>
          </a:xfrm>
          <a:prstGeom prst="rect">
            <a:avLst/>
          </a:prstGeom>
        </p:spPr>
        <p:txBody>
          <a:bodyPr vert="horz" lIns="94750" tIns="47375" rIns="94750" bIns="47375"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7" name="Espace réservé du numéro de diapositive 6"/>
          <p:cNvSpPr>
            <a:spLocks noGrp="1"/>
          </p:cNvSpPr>
          <p:nvPr>
            <p:ph type="sldNum" sz="quarter" idx="5"/>
          </p:nvPr>
        </p:nvSpPr>
        <p:spPr>
          <a:xfrm>
            <a:off x="4020508" y="9722309"/>
            <a:ext cx="3077137" cy="512304"/>
          </a:xfrm>
          <a:prstGeom prst="rect">
            <a:avLst/>
          </a:prstGeom>
        </p:spPr>
        <p:txBody>
          <a:bodyPr vert="horz" lIns="94750" tIns="47375" rIns="94750" bIns="47375" rtlCol="0" anchor="b"/>
          <a:lstStyle>
            <a:lvl1pPr algn="r">
              <a:defRPr sz="1100"/>
            </a:lvl1pPr>
          </a:lstStyle>
          <a:p>
            <a:fld id="{135E84F5-E102-4049-B206-4567741B1597}" type="slidenum">
              <a:rPr lang="fr-FR" smtClean="0"/>
              <a:t>‹N°›</a:t>
            </a:fld>
            <a:endParaRPr lang="fr-FR"/>
          </a:p>
        </p:txBody>
      </p:sp>
    </p:spTree>
    <p:extLst>
      <p:ext uri="{BB962C8B-B14F-4D97-AF65-F5344CB8AC3E}">
        <p14:creationId xmlns:p14="http://schemas.microsoft.com/office/powerpoint/2010/main" val="378565332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6CD8F-B7ED-4A05-9FB1-A01CC0EF02CC}" type="slidenum">
              <a:rPr kumimoji="0" lang="fr-FR"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6891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0807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07634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2015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3482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88148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6450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4620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0017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6540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9406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5076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9627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82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re 1"/>
          <p:cNvSpPr>
            <a:spLocks noGrp="1"/>
          </p:cNvSpPr>
          <p:nvPr>
            <p:ph type="ctrTitle" hasCustomPrompt="1"/>
          </p:nvPr>
        </p:nvSpPr>
        <p:spPr>
          <a:xfrm>
            <a:off x="1524000" y="2116670"/>
            <a:ext cx="9144000" cy="1638830"/>
          </a:xfrm>
          <a:prstGeom prst="rect">
            <a:avLst/>
          </a:prstGeom>
        </p:spPr>
        <p:txBody>
          <a:bodyPr anchor="ctr">
            <a:normAutofit/>
          </a:bodyPr>
          <a:lstStyle>
            <a:lvl1pPr algn="ct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 de chapitre</a:t>
            </a:r>
          </a:p>
        </p:txBody>
      </p:sp>
      <p:sp>
        <p:nvSpPr>
          <p:cNvPr id="8" name="Sous-titre 2"/>
          <p:cNvSpPr>
            <a:spLocks noGrp="1"/>
          </p:cNvSpPr>
          <p:nvPr>
            <p:ph type="subTitle" idx="1"/>
          </p:nvPr>
        </p:nvSpPr>
        <p:spPr>
          <a:xfrm>
            <a:off x="1524000" y="3847575"/>
            <a:ext cx="9144000" cy="1655762"/>
          </a:xfrm>
          <a:prstGeom prst="rect">
            <a:avLst/>
          </a:prstGeom>
        </p:spPr>
        <p:txBody>
          <a:bodyPr anchor="ctr"/>
          <a:lstStyle>
            <a:lvl1pPr marL="0" indent="0" algn="ctr">
              <a:lnSpc>
                <a:spcPct val="100000"/>
              </a:lnSpc>
              <a:spcBef>
                <a:spcPts val="600"/>
              </a:spcBef>
              <a:buNone/>
              <a:defRPr sz="2400" b="1">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6"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253207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Espace réservé du contenu 2"/>
          <p:cNvSpPr>
            <a:spLocks noGrp="1"/>
          </p:cNvSpPr>
          <p:nvPr>
            <p:ph idx="13"/>
          </p:nvPr>
        </p:nvSpPr>
        <p:spPr>
          <a:xfrm>
            <a:off x="243606" y="2647405"/>
            <a:ext cx="11787535" cy="3723704"/>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1143000" indent="-228600">
              <a:lnSpc>
                <a:spcPct val="100000"/>
              </a:lnSpc>
              <a:spcBef>
                <a:spcPts val="600"/>
              </a:spcBef>
              <a:buFont typeface="Arial" panose="020B0604020202020204" pitchFamily="34" charset="0"/>
              <a:buChar char="−"/>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8"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17763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820333" y="3268133"/>
            <a:ext cx="9144000" cy="1126068"/>
          </a:xfrm>
          <a:prstGeom prst="rect">
            <a:avLst/>
          </a:prstGeom>
        </p:spPr>
        <p:txBody>
          <a:bodyPr anchor="ctr"/>
          <a:lstStyle>
            <a:lvl1pPr algn="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a:t>
            </a:r>
          </a:p>
        </p:txBody>
      </p:sp>
      <p:sp>
        <p:nvSpPr>
          <p:cNvPr id="3" name="Sous-titre 2"/>
          <p:cNvSpPr>
            <a:spLocks noGrp="1"/>
          </p:cNvSpPr>
          <p:nvPr>
            <p:ph type="subTitle" idx="1"/>
          </p:nvPr>
        </p:nvSpPr>
        <p:spPr>
          <a:xfrm>
            <a:off x="1820333" y="4575704"/>
            <a:ext cx="9144000" cy="614362"/>
          </a:xfrm>
          <a:prstGeom prst="rect">
            <a:avLst/>
          </a:prstGeom>
        </p:spPr>
        <p:txBody>
          <a:bodyPr/>
          <a:lstStyle>
            <a:lvl1pPr marL="0" indent="0" algn="r">
              <a:lnSpc>
                <a:spcPct val="100000"/>
              </a:lnSpc>
              <a:spcBef>
                <a:spcPts val="600"/>
              </a:spcBef>
              <a:buNone/>
              <a:defRPr sz="2400">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Tree>
    <p:extLst>
      <p:ext uri="{BB962C8B-B14F-4D97-AF65-F5344CB8AC3E}">
        <p14:creationId xmlns:p14="http://schemas.microsoft.com/office/powerpoint/2010/main" val="1340398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820333" y="3268133"/>
            <a:ext cx="9144000" cy="1126068"/>
          </a:xfrm>
          <a:prstGeom prst="rect">
            <a:avLst/>
          </a:prstGeom>
        </p:spPr>
        <p:txBody>
          <a:bodyPr anchor="ctr"/>
          <a:lstStyle>
            <a:lvl1pPr algn="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a:t>
            </a:r>
          </a:p>
        </p:txBody>
      </p:sp>
      <p:sp>
        <p:nvSpPr>
          <p:cNvPr id="3" name="Sous-titre 2"/>
          <p:cNvSpPr>
            <a:spLocks noGrp="1"/>
          </p:cNvSpPr>
          <p:nvPr>
            <p:ph type="subTitle" idx="1"/>
          </p:nvPr>
        </p:nvSpPr>
        <p:spPr>
          <a:xfrm>
            <a:off x="1820333" y="4575704"/>
            <a:ext cx="9144000" cy="614362"/>
          </a:xfrm>
          <a:prstGeom prst="rect">
            <a:avLst/>
          </a:prstGeom>
        </p:spPr>
        <p:txBody>
          <a:bodyPr/>
          <a:lstStyle>
            <a:lvl1pPr marL="0" indent="0" algn="r">
              <a:lnSpc>
                <a:spcPct val="100000"/>
              </a:lnSpc>
              <a:spcBef>
                <a:spcPts val="600"/>
              </a:spcBef>
              <a:buNone/>
              <a:defRPr sz="2400">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Tree>
    <p:extLst>
      <p:ext uri="{BB962C8B-B14F-4D97-AF65-F5344CB8AC3E}">
        <p14:creationId xmlns:p14="http://schemas.microsoft.com/office/powerpoint/2010/main" val="1340398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_ COUVERTURE">
    <p:spTree>
      <p:nvGrpSpPr>
        <p:cNvPr id="1" name=""/>
        <p:cNvGrpSpPr/>
        <p:nvPr/>
      </p:nvGrpSpPr>
      <p:grpSpPr>
        <a:xfrm>
          <a:off x="0" y="0"/>
          <a:ext cx="0" cy="0"/>
          <a:chOff x="0" y="0"/>
          <a:chExt cx="0" cy="0"/>
        </a:xfrm>
      </p:grpSpPr>
      <p:sp>
        <p:nvSpPr>
          <p:cNvPr id="2939" name="Rectangle 2938"/>
          <p:cNvSpPr/>
          <p:nvPr userDrawn="1"/>
        </p:nvSpPr>
        <p:spPr>
          <a:xfrm>
            <a:off x="0" y="13724"/>
            <a:ext cx="12192000" cy="6844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064" name="Rectangle 1322"/>
          <p:cNvSpPr/>
          <p:nvPr userDrawn="1"/>
        </p:nvSpPr>
        <p:spPr>
          <a:xfrm>
            <a:off x="4792337" y="710996"/>
            <a:ext cx="5513560" cy="5766004"/>
          </a:xfrm>
          <a:custGeom>
            <a:avLst/>
            <a:gdLst>
              <a:gd name="connsiteX0" fmla="*/ 0 w 4163745"/>
              <a:gd name="connsiteY0" fmla="*/ 0 h 5613604"/>
              <a:gd name="connsiteX1" fmla="*/ 4163745 w 4163745"/>
              <a:gd name="connsiteY1" fmla="*/ 0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3268395 w 4163745"/>
              <a:gd name="connsiteY1" fmla="*/ 600075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0 w 4163745"/>
              <a:gd name="connsiteY4" fmla="*/ 5613604 h 5613604"/>
              <a:gd name="connsiteX5" fmla="*/ 0 w 4163745"/>
              <a:gd name="connsiteY5"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762000 w 4163745"/>
              <a:gd name="connsiteY4" fmla="*/ 2994229 h 5613604"/>
              <a:gd name="connsiteX5" fmla="*/ 0 w 4163745"/>
              <a:gd name="connsiteY5"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19050 w 4163745"/>
              <a:gd name="connsiteY4" fmla="*/ 4842079 h 5613604"/>
              <a:gd name="connsiteX5" fmla="*/ 0 w 4163745"/>
              <a:gd name="connsiteY5" fmla="*/ 0 h 5613604"/>
              <a:gd name="connsiteX0" fmla="*/ 0 w 4163745"/>
              <a:gd name="connsiteY0" fmla="*/ 0 h 5766004"/>
              <a:gd name="connsiteX1" fmla="*/ 4011345 w 4163745"/>
              <a:gd name="connsiteY1" fmla="*/ 228600 h 5766004"/>
              <a:gd name="connsiteX2" fmla="*/ 4163745 w 4163745"/>
              <a:gd name="connsiteY2" fmla="*/ 5613604 h 5766004"/>
              <a:gd name="connsiteX3" fmla="*/ 1492098 w 4163745"/>
              <a:gd name="connsiteY3" fmla="*/ 5766004 h 5766004"/>
              <a:gd name="connsiteX4" fmla="*/ 19050 w 4163745"/>
              <a:gd name="connsiteY4" fmla="*/ 4842079 h 5766004"/>
              <a:gd name="connsiteX5" fmla="*/ 0 w 4163745"/>
              <a:gd name="connsiteY5" fmla="*/ 0 h 5766004"/>
              <a:gd name="connsiteX0" fmla="*/ 0 w 4011345"/>
              <a:gd name="connsiteY0" fmla="*/ 0 h 5766004"/>
              <a:gd name="connsiteX1" fmla="*/ 4011345 w 4011345"/>
              <a:gd name="connsiteY1" fmla="*/ 228600 h 5766004"/>
              <a:gd name="connsiteX2" fmla="*/ 3916095 w 4011345"/>
              <a:gd name="connsiteY2" fmla="*/ 4680154 h 5766004"/>
              <a:gd name="connsiteX3" fmla="*/ 1492098 w 4011345"/>
              <a:gd name="connsiteY3" fmla="*/ 5766004 h 5766004"/>
              <a:gd name="connsiteX4" fmla="*/ 19050 w 4011345"/>
              <a:gd name="connsiteY4" fmla="*/ 4842079 h 5766004"/>
              <a:gd name="connsiteX5" fmla="*/ 0 w 4011345"/>
              <a:gd name="connsiteY5" fmla="*/ 0 h 5766004"/>
              <a:gd name="connsiteX0" fmla="*/ 0 w 4135170"/>
              <a:gd name="connsiteY0" fmla="*/ 0 h 5766004"/>
              <a:gd name="connsiteX1" fmla="*/ 4011345 w 4135170"/>
              <a:gd name="connsiteY1" fmla="*/ 228600 h 5766004"/>
              <a:gd name="connsiteX2" fmla="*/ 4135170 w 4135170"/>
              <a:gd name="connsiteY2" fmla="*/ 5413579 h 5766004"/>
              <a:gd name="connsiteX3" fmla="*/ 1492098 w 4135170"/>
              <a:gd name="connsiteY3" fmla="*/ 5766004 h 5766004"/>
              <a:gd name="connsiteX4" fmla="*/ 19050 w 4135170"/>
              <a:gd name="connsiteY4" fmla="*/ 4842079 h 5766004"/>
              <a:gd name="connsiteX5" fmla="*/ 0 w 4135170"/>
              <a:gd name="connsiteY5" fmla="*/ 0 h 5766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5170" h="5766004">
                <a:moveTo>
                  <a:pt x="0" y="0"/>
                </a:moveTo>
                <a:lnTo>
                  <a:pt x="4011345" y="228600"/>
                </a:lnTo>
                <a:lnTo>
                  <a:pt x="4135170" y="5413579"/>
                </a:lnTo>
                <a:lnTo>
                  <a:pt x="1492098" y="5766004"/>
                </a:lnTo>
                <a:lnTo>
                  <a:pt x="19050" y="4842079"/>
                </a:lnTo>
                <a:lnTo>
                  <a:pt x="0" y="0"/>
                </a:lnTo>
                <a:close/>
              </a:path>
            </a:pathLst>
          </a:custGeom>
          <a:gradFill>
            <a:gsLst>
              <a:gs pos="0">
                <a:schemeClr val="accent1"/>
              </a:gs>
              <a:gs pos="94000">
                <a:schemeClr val="accent2"/>
              </a:gs>
            </a:gsLst>
            <a:lin ang="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grpSp>
        <p:nvGrpSpPr>
          <p:cNvPr id="7" name="Group 13"/>
          <p:cNvGrpSpPr>
            <a:grpSpLocks noChangeAspect="1"/>
          </p:cNvGrpSpPr>
          <p:nvPr userDrawn="1"/>
        </p:nvGrpSpPr>
        <p:grpSpPr bwMode="auto">
          <a:xfrm>
            <a:off x="1020356" y="550081"/>
            <a:ext cx="1214845" cy="1000649"/>
            <a:chOff x="2023" y="1221"/>
            <a:chExt cx="1710" cy="1878"/>
          </a:xfrm>
        </p:grpSpPr>
        <p:sp>
          <p:nvSpPr>
            <p:cNvPr id="8" name="Rectangle 14"/>
            <p:cNvSpPr>
              <a:spLocks noChangeArrowheads="1"/>
            </p:cNvSpPr>
            <p:nvPr userDrawn="1"/>
          </p:nvSpPr>
          <p:spPr bwMode="auto">
            <a:xfrm>
              <a:off x="2023"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 name="Freeform 15"/>
            <p:cNvSpPr>
              <a:spLocks/>
            </p:cNvSpPr>
            <p:nvPr userDrawn="1"/>
          </p:nvSpPr>
          <p:spPr bwMode="auto">
            <a:xfrm>
              <a:off x="2073"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5" y="0"/>
                    <a:pt x="17" y="1"/>
                    <a:pt x="19" y="3"/>
                  </a:cubicBezTo>
                  <a:cubicBezTo>
                    <a:pt x="20"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 name="Freeform 16"/>
            <p:cNvSpPr>
              <a:spLocks/>
            </p:cNvSpPr>
            <p:nvPr userDrawn="1"/>
          </p:nvSpPr>
          <p:spPr bwMode="auto">
            <a:xfrm>
              <a:off x="2201" y="2206"/>
              <a:ext cx="88" cy="112"/>
            </a:xfrm>
            <a:custGeom>
              <a:avLst/>
              <a:gdLst>
                <a:gd name="T0" fmla="*/ 58 w 58"/>
                <a:gd name="T1" fmla="*/ 11 h 74"/>
                <a:gd name="T2" fmla="*/ 24 w 58"/>
                <a:gd name="T3" fmla="*/ 11 h 74"/>
                <a:gd name="T4" fmla="*/ 14 w 58"/>
                <a:gd name="T5" fmla="*/ 14 h 74"/>
                <a:gd name="T6" fmla="*/ 13 w 58"/>
                <a:gd name="T7" fmla="*/ 24 h 74"/>
                <a:gd name="T8" fmla="*/ 16 w 58"/>
                <a:gd name="T9" fmla="*/ 30 h 74"/>
                <a:gd name="T10" fmla="*/ 24 w 58"/>
                <a:gd name="T11" fmla="*/ 32 h 74"/>
                <a:gd name="T12" fmla="*/ 38 w 58"/>
                <a:gd name="T13" fmla="*/ 32 h 74"/>
                <a:gd name="T14" fmla="*/ 53 w 58"/>
                <a:gd name="T15" fmla="*/ 36 h 74"/>
                <a:gd name="T16" fmla="*/ 58 w 58"/>
                <a:gd name="T17" fmla="*/ 47 h 74"/>
                <a:gd name="T18" fmla="*/ 58 w 58"/>
                <a:gd name="T19" fmla="*/ 58 h 74"/>
                <a:gd name="T20" fmla="*/ 53 w 58"/>
                <a:gd name="T21" fmla="*/ 70 h 74"/>
                <a:gd name="T22" fmla="*/ 38 w 58"/>
                <a:gd name="T23" fmla="*/ 74 h 74"/>
                <a:gd name="T24" fmla="*/ 0 w 58"/>
                <a:gd name="T25" fmla="*/ 74 h 74"/>
                <a:gd name="T26" fmla="*/ 0 w 58"/>
                <a:gd name="T27" fmla="*/ 63 h 74"/>
                <a:gd name="T28" fmla="*/ 34 w 58"/>
                <a:gd name="T29" fmla="*/ 63 h 74"/>
                <a:gd name="T30" fmla="*/ 44 w 58"/>
                <a:gd name="T31" fmla="*/ 60 h 74"/>
                <a:gd name="T32" fmla="*/ 45 w 58"/>
                <a:gd name="T33" fmla="*/ 50 h 74"/>
                <a:gd name="T34" fmla="*/ 34 w 58"/>
                <a:gd name="T35" fmla="*/ 42 h 74"/>
                <a:gd name="T36" fmla="*/ 20 w 58"/>
                <a:gd name="T37" fmla="*/ 42 h 74"/>
                <a:gd name="T38" fmla="*/ 6 w 58"/>
                <a:gd name="T39" fmla="*/ 38 h 74"/>
                <a:gd name="T40" fmla="*/ 0 w 58"/>
                <a:gd name="T41" fmla="*/ 27 h 74"/>
                <a:gd name="T42" fmla="*/ 0 w 58"/>
                <a:gd name="T43" fmla="*/ 16 h 74"/>
                <a:gd name="T44" fmla="*/ 6 w 58"/>
                <a:gd name="T45" fmla="*/ 3 h 74"/>
                <a:gd name="T46" fmla="*/ 20 w 58"/>
                <a:gd name="T47" fmla="*/ 0 h 74"/>
                <a:gd name="T48" fmla="*/ 58 w 58"/>
                <a:gd name="T49" fmla="*/ 0 h 74"/>
                <a:gd name="T50" fmla="*/ 58 w 58"/>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8" h="74">
                  <a:moveTo>
                    <a:pt x="58" y="11"/>
                  </a:moveTo>
                  <a:cubicBezTo>
                    <a:pt x="24" y="11"/>
                    <a:pt x="24" y="11"/>
                    <a:pt x="24" y="11"/>
                  </a:cubicBezTo>
                  <a:cubicBezTo>
                    <a:pt x="19" y="11"/>
                    <a:pt x="15" y="12"/>
                    <a:pt x="14" y="14"/>
                  </a:cubicBezTo>
                  <a:cubicBezTo>
                    <a:pt x="13" y="16"/>
                    <a:pt x="13" y="19"/>
                    <a:pt x="13" y="24"/>
                  </a:cubicBezTo>
                  <a:cubicBezTo>
                    <a:pt x="13" y="26"/>
                    <a:pt x="14" y="28"/>
                    <a:pt x="16" y="30"/>
                  </a:cubicBezTo>
                  <a:cubicBezTo>
                    <a:pt x="18" y="31"/>
                    <a:pt x="21" y="32"/>
                    <a:pt x="24" y="32"/>
                  </a:cubicBezTo>
                  <a:cubicBezTo>
                    <a:pt x="38" y="32"/>
                    <a:pt x="38" y="32"/>
                    <a:pt x="38" y="32"/>
                  </a:cubicBezTo>
                  <a:cubicBezTo>
                    <a:pt x="44" y="32"/>
                    <a:pt x="49" y="33"/>
                    <a:pt x="53" y="36"/>
                  </a:cubicBezTo>
                  <a:cubicBezTo>
                    <a:pt x="56" y="38"/>
                    <a:pt x="58" y="42"/>
                    <a:pt x="58" y="47"/>
                  </a:cubicBezTo>
                  <a:cubicBezTo>
                    <a:pt x="58" y="58"/>
                    <a:pt x="58" y="58"/>
                    <a:pt x="58" y="58"/>
                  </a:cubicBezTo>
                  <a:cubicBezTo>
                    <a:pt x="58" y="64"/>
                    <a:pt x="56"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1" y="42"/>
                    <a:pt x="34" y="42"/>
                  </a:cubicBezTo>
                  <a:cubicBezTo>
                    <a:pt x="20" y="42"/>
                    <a:pt x="20" y="42"/>
                    <a:pt x="20" y="42"/>
                  </a:cubicBezTo>
                  <a:cubicBezTo>
                    <a:pt x="14" y="42"/>
                    <a:pt x="9" y="41"/>
                    <a:pt x="6" y="38"/>
                  </a:cubicBezTo>
                  <a:cubicBezTo>
                    <a:pt x="2" y="36"/>
                    <a:pt x="0" y="32"/>
                    <a:pt x="0" y="27"/>
                  </a:cubicBezTo>
                  <a:cubicBezTo>
                    <a:pt x="0" y="16"/>
                    <a:pt x="0" y="16"/>
                    <a:pt x="0" y="16"/>
                  </a:cubicBezTo>
                  <a:cubicBezTo>
                    <a:pt x="0" y="11"/>
                    <a:pt x="2" y="7"/>
                    <a:pt x="6" y="3"/>
                  </a:cubicBezTo>
                  <a:cubicBezTo>
                    <a:pt x="9" y="1"/>
                    <a:pt x="14" y="0"/>
                    <a:pt x="20" y="0"/>
                  </a:cubicBezTo>
                  <a:cubicBezTo>
                    <a:pt x="58" y="0"/>
                    <a:pt x="58" y="0"/>
                    <a:pt x="58" y="0"/>
                  </a:cubicBezTo>
                  <a:lnTo>
                    <a:pt x="58"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 name="Freeform 17"/>
            <p:cNvSpPr>
              <a:spLocks/>
            </p:cNvSpPr>
            <p:nvPr userDrawn="1"/>
          </p:nvSpPr>
          <p:spPr bwMode="auto">
            <a:xfrm>
              <a:off x="231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 name="Rectangle 18"/>
            <p:cNvSpPr>
              <a:spLocks noChangeArrowheads="1"/>
            </p:cNvSpPr>
            <p:nvPr userDrawn="1"/>
          </p:nvSpPr>
          <p:spPr bwMode="auto">
            <a:xfrm>
              <a:off x="2422" y="2206"/>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 name="Freeform 19"/>
            <p:cNvSpPr>
              <a:spLocks/>
            </p:cNvSpPr>
            <p:nvPr userDrawn="1"/>
          </p:nvSpPr>
          <p:spPr bwMode="auto">
            <a:xfrm>
              <a:off x="2464" y="2206"/>
              <a:ext cx="87" cy="112"/>
            </a:xfrm>
            <a:custGeom>
              <a:avLst/>
              <a:gdLst>
                <a:gd name="T0" fmla="*/ 87 w 87"/>
                <a:gd name="T1" fmla="*/ 17 h 112"/>
                <a:gd name="T2" fmla="*/ 53 w 87"/>
                <a:gd name="T3" fmla="*/ 17 h 112"/>
                <a:gd name="T4" fmla="*/ 53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3" y="17"/>
                  </a:lnTo>
                  <a:lnTo>
                    <a:pt x="53"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 name="Freeform 20"/>
            <p:cNvSpPr>
              <a:spLocks/>
            </p:cNvSpPr>
            <p:nvPr userDrawn="1"/>
          </p:nvSpPr>
          <p:spPr bwMode="auto">
            <a:xfrm>
              <a:off x="2572" y="2206"/>
              <a:ext cx="100" cy="112"/>
            </a:xfrm>
            <a:custGeom>
              <a:avLst/>
              <a:gdLst>
                <a:gd name="T0" fmla="*/ 66 w 66"/>
                <a:gd name="T1" fmla="*/ 56 h 74"/>
                <a:gd name="T2" fmla="*/ 65 w 66"/>
                <a:gd name="T3" fmla="*/ 63 h 74"/>
                <a:gd name="T4" fmla="*/ 60 w 66"/>
                <a:gd name="T5" fmla="*/ 70 h 74"/>
                <a:gd name="T6" fmla="*/ 52 w 66"/>
                <a:gd name="T7" fmla="*/ 74 h 74"/>
                <a:gd name="T8" fmla="*/ 43 w 66"/>
                <a:gd name="T9" fmla="*/ 74 h 74"/>
                <a:gd name="T10" fmla="*/ 23 w 66"/>
                <a:gd name="T11" fmla="*/ 74 h 74"/>
                <a:gd name="T12" fmla="*/ 14 w 66"/>
                <a:gd name="T13" fmla="*/ 74 h 74"/>
                <a:gd name="T14" fmla="*/ 6 w 66"/>
                <a:gd name="T15" fmla="*/ 70 h 74"/>
                <a:gd name="T16" fmla="*/ 1 w 66"/>
                <a:gd name="T17" fmla="*/ 63 h 74"/>
                <a:gd name="T18" fmla="*/ 0 w 66"/>
                <a:gd name="T19" fmla="*/ 56 h 74"/>
                <a:gd name="T20" fmla="*/ 0 w 66"/>
                <a:gd name="T21" fmla="*/ 0 h 74"/>
                <a:gd name="T22" fmla="*/ 14 w 66"/>
                <a:gd name="T23" fmla="*/ 0 h 74"/>
                <a:gd name="T24" fmla="*/ 14 w 66"/>
                <a:gd name="T25" fmla="*/ 54 h 74"/>
                <a:gd name="T26" fmla="*/ 16 w 66"/>
                <a:gd name="T27" fmla="*/ 61 h 74"/>
                <a:gd name="T28" fmla="*/ 26 w 66"/>
                <a:gd name="T29" fmla="*/ 63 h 74"/>
                <a:gd name="T30" fmla="*/ 40 w 66"/>
                <a:gd name="T31" fmla="*/ 63 h 74"/>
                <a:gd name="T32" fmla="*/ 50 w 66"/>
                <a:gd name="T33" fmla="*/ 61 h 74"/>
                <a:gd name="T34" fmla="*/ 53 w 66"/>
                <a:gd name="T35" fmla="*/ 54 h 74"/>
                <a:gd name="T36" fmla="*/ 53 w 66"/>
                <a:gd name="T37" fmla="*/ 0 h 74"/>
                <a:gd name="T38" fmla="*/ 66 w 66"/>
                <a:gd name="T39" fmla="*/ 0 h 74"/>
                <a:gd name="T40" fmla="*/ 66 w 66"/>
                <a:gd name="T41" fmla="*/ 5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74">
                  <a:moveTo>
                    <a:pt x="66" y="56"/>
                  </a:moveTo>
                  <a:cubicBezTo>
                    <a:pt x="66" y="59"/>
                    <a:pt x="65" y="62"/>
                    <a:pt x="65" y="63"/>
                  </a:cubicBezTo>
                  <a:cubicBezTo>
                    <a:pt x="64" y="66"/>
                    <a:pt x="62" y="68"/>
                    <a:pt x="60" y="70"/>
                  </a:cubicBezTo>
                  <a:cubicBezTo>
                    <a:pt x="58" y="72"/>
                    <a:pt x="55" y="73"/>
                    <a:pt x="52" y="74"/>
                  </a:cubicBezTo>
                  <a:cubicBezTo>
                    <a:pt x="51" y="74"/>
                    <a:pt x="48" y="74"/>
                    <a:pt x="43" y="74"/>
                  </a:cubicBezTo>
                  <a:cubicBezTo>
                    <a:pt x="23" y="74"/>
                    <a:pt x="23" y="74"/>
                    <a:pt x="23" y="74"/>
                  </a:cubicBezTo>
                  <a:cubicBezTo>
                    <a:pt x="19" y="74"/>
                    <a:pt x="16" y="74"/>
                    <a:pt x="14" y="74"/>
                  </a:cubicBezTo>
                  <a:cubicBezTo>
                    <a:pt x="11" y="73"/>
                    <a:pt x="8" y="72"/>
                    <a:pt x="6" y="70"/>
                  </a:cubicBezTo>
                  <a:cubicBezTo>
                    <a:pt x="4" y="68"/>
                    <a:pt x="2" y="66"/>
                    <a:pt x="1" y="63"/>
                  </a:cubicBezTo>
                  <a:cubicBezTo>
                    <a:pt x="1" y="62"/>
                    <a:pt x="0" y="59"/>
                    <a:pt x="0" y="56"/>
                  </a:cubicBezTo>
                  <a:cubicBezTo>
                    <a:pt x="0" y="0"/>
                    <a:pt x="0" y="0"/>
                    <a:pt x="0" y="0"/>
                  </a:cubicBezTo>
                  <a:cubicBezTo>
                    <a:pt x="14" y="0"/>
                    <a:pt x="14" y="0"/>
                    <a:pt x="14" y="0"/>
                  </a:cubicBezTo>
                  <a:cubicBezTo>
                    <a:pt x="14" y="54"/>
                    <a:pt x="14" y="54"/>
                    <a:pt x="14" y="54"/>
                  </a:cubicBezTo>
                  <a:cubicBezTo>
                    <a:pt x="14" y="57"/>
                    <a:pt x="14" y="60"/>
                    <a:pt x="16" y="61"/>
                  </a:cubicBezTo>
                  <a:cubicBezTo>
                    <a:pt x="18" y="63"/>
                    <a:pt x="21" y="63"/>
                    <a:pt x="26" y="63"/>
                  </a:cubicBezTo>
                  <a:cubicBezTo>
                    <a:pt x="40" y="63"/>
                    <a:pt x="40" y="63"/>
                    <a:pt x="40" y="63"/>
                  </a:cubicBezTo>
                  <a:cubicBezTo>
                    <a:pt x="45" y="63"/>
                    <a:pt x="48" y="63"/>
                    <a:pt x="50" y="61"/>
                  </a:cubicBezTo>
                  <a:cubicBezTo>
                    <a:pt x="52" y="60"/>
                    <a:pt x="53" y="58"/>
                    <a:pt x="53" y="54"/>
                  </a:cubicBezTo>
                  <a:cubicBezTo>
                    <a:pt x="53" y="0"/>
                    <a:pt x="53" y="0"/>
                    <a:pt x="53" y="0"/>
                  </a:cubicBezTo>
                  <a:cubicBezTo>
                    <a:pt x="66" y="0"/>
                    <a:pt x="66" y="0"/>
                    <a:pt x="66" y="0"/>
                  </a:cubicBezTo>
                  <a:lnTo>
                    <a:pt x="66"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 name="Freeform 21"/>
            <p:cNvSpPr>
              <a:spLocks/>
            </p:cNvSpPr>
            <p:nvPr userDrawn="1"/>
          </p:nvSpPr>
          <p:spPr bwMode="auto">
            <a:xfrm>
              <a:off x="269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 name="Freeform 22"/>
            <p:cNvSpPr>
              <a:spLocks/>
            </p:cNvSpPr>
            <p:nvPr userDrawn="1"/>
          </p:nvSpPr>
          <p:spPr bwMode="auto">
            <a:xfrm>
              <a:off x="2851"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7" y="1"/>
                    <a:pt x="18" y="3"/>
                  </a:cubicBezTo>
                  <a:cubicBezTo>
                    <a:pt x="19"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 name="Freeform 23"/>
            <p:cNvSpPr>
              <a:spLocks noEditPoints="1"/>
            </p:cNvSpPr>
            <p:nvPr userDrawn="1"/>
          </p:nvSpPr>
          <p:spPr bwMode="auto">
            <a:xfrm>
              <a:off x="2970"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3"/>
                    <a:pt x="35" y="0"/>
                    <a:pt x="40" y="0"/>
                  </a:cubicBezTo>
                  <a:cubicBezTo>
                    <a:pt x="45" y="0"/>
                    <a:pt x="49" y="3"/>
                    <a:pt x="51"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 name="Freeform 24"/>
            <p:cNvSpPr>
              <a:spLocks/>
            </p:cNvSpPr>
            <p:nvPr userDrawn="1"/>
          </p:nvSpPr>
          <p:spPr bwMode="auto">
            <a:xfrm>
              <a:off x="3091" y="2206"/>
              <a:ext cx="88" cy="112"/>
            </a:xfrm>
            <a:custGeom>
              <a:avLst/>
              <a:gdLst>
                <a:gd name="T0" fmla="*/ 88 w 88"/>
                <a:gd name="T1" fmla="*/ 17 h 112"/>
                <a:gd name="T2" fmla="*/ 54 w 88"/>
                <a:gd name="T3" fmla="*/ 17 h 112"/>
                <a:gd name="T4" fmla="*/ 54 w 88"/>
                <a:gd name="T5" fmla="*/ 112 h 112"/>
                <a:gd name="T6" fmla="*/ 35 w 88"/>
                <a:gd name="T7" fmla="*/ 112 h 112"/>
                <a:gd name="T8" fmla="*/ 35 w 88"/>
                <a:gd name="T9" fmla="*/ 17 h 112"/>
                <a:gd name="T10" fmla="*/ 0 w 88"/>
                <a:gd name="T11" fmla="*/ 17 h 112"/>
                <a:gd name="T12" fmla="*/ 0 w 88"/>
                <a:gd name="T13" fmla="*/ 0 h 112"/>
                <a:gd name="T14" fmla="*/ 88 w 88"/>
                <a:gd name="T15" fmla="*/ 0 h 112"/>
                <a:gd name="T16" fmla="*/ 88 w 88"/>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7"/>
                  </a:moveTo>
                  <a:lnTo>
                    <a:pt x="54" y="17"/>
                  </a:lnTo>
                  <a:lnTo>
                    <a:pt x="54" y="112"/>
                  </a:lnTo>
                  <a:lnTo>
                    <a:pt x="35" y="112"/>
                  </a:lnTo>
                  <a:lnTo>
                    <a:pt x="35" y="17"/>
                  </a:lnTo>
                  <a:lnTo>
                    <a:pt x="0" y="17"/>
                  </a:lnTo>
                  <a:lnTo>
                    <a:pt x="0" y="0"/>
                  </a:lnTo>
                  <a:lnTo>
                    <a:pt x="88" y="0"/>
                  </a:lnTo>
                  <a:lnTo>
                    <a:pt x="88"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 name="Rectangle 25"/>
            <p:cNvSpPr>
              <a:spLocks noChangeArrowheads="1"/>
            </p:cNvSpPr>
            <p:nvPr userDrawn="1"/>
          </p:nvSpPr>
          <p:spPr bwMode="auto">
            <a:xfrm>
              <a:off x="3201"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 name="Freeform 26"/>
            <p:cNvSpPr>
              <a:spLocks noEditPoints="1"/>
            </p:cNvSpPr>
            <p:nvPr userDrawn="1"/>
          </p:nvSpPr>
          <p:spPr bwMode="auto">
            <a:xfrm>
              <a:off x="3251" y="2206"/>
              <a:ext cx="96" cy="112"/>
            </a:xfrm>
            <a:custGeom>
              <a:avLst/>
              <a:gdLst>
                <a:gd name="T0" fmla="*/ 64 w 64"/>
                <a:gd name="T1" fmla="*/ 57 h 74"/>
                <a:gd name="T2" fmla="*/ 42 w 64"/>
                <a:gd name="T3" fmla="*/ 74 h 74"/>
                <a:gd name="T4" fmla="*/ 22 w 64"/>
                <a:gd name="T5" fmla="*/ 74 h 74"/>
                <a:gd name="T6" fmla="*/ 7 w 64"/>
                <a:gd name="T7" fmla="*/ 71 h 74"/>
                <a:gd name="T8" fmla="*/ 0 w 64"/>
                <a:gd name="T9" fmla="*/ 58 h 74"/>
                <a:gd name="T10" fmla="*/ 0 w 64"/>
                <a:gd name="T11" fmla="*/ 17 h 74"/>
                <a:gd name="T12" fmla="*/ 7 w 64"/>
                <a:gd name="T13" fmla="*/ 4 h 74"/>
                <a:gd name="T14" fmla="*/ 22 w 64"/>
                <a:gd name="T15" fmla="*/ 0 h 74"/>
                <a:gd name="T16" fmla="*/ 43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6 w 64"/>
                <a:gd name="T31" fmla="*/ 11 h 74"/>
                <a:gd name="T32" fmla="*/ 16 w 64"/>
                <a:gd name="T33" fmla="*/ 13 h 74"/>
                <a:gd name="T34" fmla="*/ 14 w 64"/>
                <a:gd name="T35" fmla="*/ 20 h 74"/>
                <a:gd name="T36" fmla="*/ 14 w 64"/>
                <a:gd name="T37" fmla="*/ 54 h 74"/>
                <a:gd name="T38" fmla="*/ 17 w 64"/>
                <a:gd name="T39" fmla="*/ 62 h 74"/>
                <a:gd name="T40" fmla="*/ 26 w 64"/>
                <a:gd name="T41" fmla="*/ 63 h 74"/>
                <a:gd name="T42" fmla="*/ 39 w 64"/>
                <a:gd name="T43" fmla="*/ 63 h 74"/>
                <a:gd name="T44" fmla="*/ 48 w 64"/>
                <a:gd name="T45" fmla="*/ 62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1"/>
                  </a:cubicBezTo>
                  <a:cubicBezTo>
                    <a:pt x="2" y="68"/>
                    <a:pt x="0" y="63"/>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7"/>
                  </a:lnTo>
                  <a:close/>
                  <a:moveTo>
                    <a:pt x="51" y="55"/>
                  </a:moveTo>
                  <a:cubicBezTo>
                    <a:pt x="51" y="20"/>
                    <a:pt x="51" y="20"/>
                    <a:pt x="51" y="20"/>
                  </a:cubicBezTo>
                  <a:cubicBezTo>
                    <a:pt x="51" y="17"/>
                    <a:pt x="50" y="14"/>
                    <a:pt x="48" y="13"/>
                  </a:cubicBezTo>
                  <a:cubicBezTo>
                    <a:pt x="47" y="12"/>
                    <a:pt x="44" y="11"/>
                    <a:pt x="39" y="11"/>
                  </a:cubicBezTo>
                  <a:cubicBezTo>
                    <a:pt x="26" y="11"/>
                    <a:pt x="26" y="11"/>
                    <a:pt x="26" y="11"/>
                  </a:cubicBezTo>
                  <a:cubicBezTo>
                    <a:pt x="21" y="11"/>
                    <a:pt x="18" y="12"/>
                    <a:pt x="16" y="13"/>
                  </a:cubicBezTo>
                  <a:cubicBezTo>
                    <a:pt x="15" y="14"/>
                    <a:pt x="14" y="17"/>
                    <a:pt x="14" y="20"/>
                  </a:cubicBezTo>
                  <a:cubicBezTo>
                    <a:pt x="14" y="54"/>
                    <a:pt x="14" y="54"/>
                    <a:pt x="14" y="54"/>
                  </a:cubicBezTo>
                  <a:cubicBezTo>
                    <a:pt x="14" y="58"/>
                    <a:pt x="15" y="60"/>
                    <a:pt x="17" y="62"/>
                  </a:cubicBezTo>
                  <a:cubicBezTo>
                    <a:pt x="18" y="63"/>
                    <a:pt x="21" y="63"/>
                    <a:pt x="26" y="63"/>
                  </a:cubicBezTo>
                  <a:cubicBezTo>
                    <a:pt x="39" y="63"/>
                    <a:pt x="39" y="63"/>
                    <a:pt x="39" y="63"/>
                  </a:cubicBezTo>
                  <a:cubicBezTo>
                    <a:pt x="44" y="63"/>
                    <a:pt x="46"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 name="Freeform 27"/>
            <p:cNvSpPr>
              <a:spLocks/>
            </p:cNvSpPr>
            <p:nvPr userDrawn="1"/>
          </p:nvSpPr>
          <p:spPr bwMode="auto">
            <a:xfrm>
              <a:off x="3379" y="2206"/>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2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6" y="1"/>
                    <a:pt x="18" y="3"/>
                  </a:cubicBezTo>
                  <a:cubicBezTo>
                    <a:pt x="19" y="3"/>
                    <a:pt x="20" y="5"/>
                    <a:pt x="22"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 name="Freeform 28"/>
            <p:cNvSpPr>
              <a:spLocks noEditPoints="1"/>
            </p:cNvSpPr>
            <p:nvPr userDrawn="1"/>
          </p:nvSpPr>
          <p:spPr bwMode="auto">
            <a:xfrm>
              <a:off x="3498"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29 w 80"/>
                <a:gd name="T13" fmla="*/ 7 h 74"/>
                <a:gd name="T14" fmla="*/ 40 w 80"/>
                <a:gd name="T15" fmla="*/ 0 h 74"/>
                <a:gd name="T16" fmla="*/ 50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29" y="7"/>
                    <a:pt x="29" y="7"/>
                    <a:pt x="29" y="7"/>
                  </a:cubicBezTo>
                  <a:cubicBezTo>
                    <a:pt x="31" y="3"/>
                    <a:pt x="35" y="0"/>
                    <a:pt x="40" y="0"/>
                  </a:cubicBezTo>
                  <a:cubicBezTo>
                    <a:pt x="45" y="0"/>
                    <a:pt x="48" y="3"/>
                    <a:pt x="50"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 name="Freeform 29"/>
            <p:cNvSpPr>
              <a:spLocks/>
            </p:cNvSpPr>
            <p:nvPr userDrawn="1"/>
          </p:nvSpPr>
          <p:spPr bwMode="auto">
            <a:xfrm>
              <a:off x="3638" y="2206"/>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6 w 59"/>
                <a:gd name="T15" fmla="*/ 62 h 74"/>
                <a:gd name="T16" fmla="*/ 27 w 59"/>
                <a:gd name="T17" fmla="*/ 64 h 74"/>
                <a:gd name="T18" fmla="*/ 59 w 59"/>
                <a:gd name="T19" fmla="*/ 64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8"/>
                    <a:pt x="0" y="63"/>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2" y="64"/>
                    <a:pt x="27" y="64"/>
                  </a:cubicBezTo>
                  <a:cubicBezTo>
                    <a:pt x="59" y="64"/>
                    <a:pt x="59" y="64"/>
                    <a:pt x="59" y="64"/>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 name="Freeform 30"/>
            <p:cNvSpPr>
              <a:spLocks noEditPoints="1"/>
            </p:cNvSpPr>
            <p:nvPr userDrawn="1"/>
          </p:nvSpPr>
          <p:spPr bwMode="auto">
            <a:xfrm>
              <a:off x="2023" y="2467"/>
              <a:ext cx="100" cy="112"/>
            </a:xfrm>
            <a:custGeom>
              <a:avLst/>
              <a:gdLst>
                <a:gd name="T0" fmla="*/ 66 w 66"/>
                <a:gd name="T1" fmla="*/ 57 h 74"/>
                <a:gd name="T2" fmla="*/ 60 w 66"/>
                <a:gd name="T3" fmla="*/ 69 h 74"/>
                <a:gd name="T4" fmla="*/ 46 w 66"/>
                <a:gd name="T5" fmla="*/ 74 h 74"/>
                <a:gd name="T6" fmla="*/ 0 w 66"/>
                <a:gd name="T7" fmla="*/ 74 h 74"/>
                <a:gd name="T8" fmla="*/ 0 w 66"/>
                <a:gd name="T9" fmla="*/ 0 h 74"/>
                <a:gd name="T10" fmla="*/ 46 w 66"/>
                <a:gd name="T11" fmla="*/ 0 h 74"/>
                <a:gd name="T12" fmla="*/ 66 w 66"/>
                <a:gd name="T13" fmla="*/ 16 h 74"/>
                <a:gd name="T14" fmla="*/ 66 w 66"/>
                <a:gd name="T15" fmla="*/ 57 h 74"/>
                <a:gd name="T16" fmla="*/ 52 w 66"/>
                <a:gd name="T17" fmla="*/ 53 h 74"/>
                <a:gd name="T18" fmla="*/ 52 w 66"/>
                <a:gd name="T19" fmla="*/ 19 h 74"/>
                <a:gd name="T20" fmla="*/ 42 w 66"/>
                <a:gd name="T21" fmla="*/ 10 h 74"/>
                <a:gd name="T22" fmla="*/ 13 w 66"/>
                <a:gd name="T23" fmla="*/ 10 h 74"/>
                <a:gd name="T24" fmla="*/ 13 w 66"/>
                <a:gd name="T25" fmla="*/ 63 h 74"/>
                <a:gd name="T26" fmla="*/ 42 w 66"/>
                <a:gd name="T27" fmla="*/ 63 h 74"/>
                <a:gd name="T28" fmla="*/ 52 w 66"/>
                <a:gd name="T29"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74">
                  <a:moveTo>
                    <a:pt x="66" y="57"/>
                  </a:moveTo>
                  <a:cubicBezTo>
                    <a:pt x="66" y="62"/>
                    <a:pt x="64" y="66"/>
                    <a:pt x="60" y="69"/>
                  </a:cubicBezTo>
                  <a:cubicBezTo>
                    <a:pt x="57" y="72"/>
                    <a:pt x="52" y="74"/>
                    <a:pt x="46" y="74"/>
                  </a:cubicBezTo>
                  <a:cubicBezTo>
                    <a:pt x="0" y="74"/>
                    <a:pt x="0" y="74"/>
                    <a:pt x="0" y="74"/>
                  </a:cubicBezTo>
                  <a:cubicBezTo>
                    <a:pt x="0" y="0"/>
                    <a:pt x="0" y="0"/>
                    <a:pt x="0" y="0"/>
                  </a:cubicBezTo>
                  <a:cubicBezTo>
                    <a:pt x="46" y="0"/>
                    <a:pt x="46" y="0"/>
                    <a:pt x="46" y="0"/>
                  </a:cubicBezTo>
                  <a:cubicBezTo>
                    <a:pt x="59" y="0"/>
                    <a:pt x="66" y="5"/>
                    <a:pt x="66" y="16"/>
                  </a:cubicBezTo>
                  <a:lnTo>
                    <a:pt x="66" y="57"/>
                  </a:lnTo>
                  <a:close/>
                  <a:moveTo>
                    <a:pt x="52" y="53"/>
                  </a:moveTo>
                  <a:cubicBezTo>
                    <a:pt x="52" y="19"/>
                    <a:pt x="52" y="19"/>
                    <a:pt x="52" y="19"/>
                  </a:cubicBezTo>
                  <a:cubicBezTo>
                    <a:pt x="52" y="13"/>
                    <a:pt x="49" y="10"/>
                    <a:pt x="42" y="10"/>
                  </a:cubicBezTo>
                  <a:cubicBezTo>
                    <a:pt x="13" y="10"/>
                    <a:pt x="13" y="10"/>
                    <a:pt x="13" y="10"/>
                  </a:cubicBezTo>
                  <a:cubicBezTo>
                    <a:pt x="13" y="63"/>
                    <a:pt x="13" y="63"/>
                    <a:pt x="13" y="63"/>
                  </a:cubicBezTo>
                  <a:cubicBezTo>
                    <a:pt x="42" y="63"/>
                    <a:pt x="42" y="63"/>
                    <a:pt x="42" y="63"/>
                  </a:cubicBezTo>
                  <a:cubicBezTo>
                    <a:pt x="49" y="63"/>
                    <a:pt x="52" y="60"/>
                    <a:pt x="52" y="53"/>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 name="Freeform 31"/>
            <p:cNvSpPr>
              <a:spLocks/>
            </p:cNvSpPr>
            <p:nvPr userDrawn="1"/>
          </p:nvSpPr>
          <p:spPr bwMode="auto">
            <a:xfrm>
              <a:off x="2155" y="2467"/>
              <a:ext cx="89" cy="112"/>
            </a:xfrm>
            <a:custGeom>
              <a:avLst/>
              <a:gdLst>
                <a:gd name="T0" fmla="*/ 56 w 59"/>
                <a:gd name="T1" fmla="*/ 42 h 74"/>
                <a:gd name="T2" fmla="*/ 13 w 59"/>
                <a:gd name="T3" fmla="*/ 42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4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2"/>
                  </a:moveTo>
                  <a:cubicBezTo>
                    <a:pt x="13" y="42"/>
                    <a:pt x="13" y="42"/>
                    <a:pt x="13" y="42"/>
                  </a:cubicBezTo>
                  <a:cubicBezTo>
                    <a:pt x="13" y="55"/>
                    <a:pt x="13" y="55"/>
                    <a:pt x="13" y="55"/>
                  </a:cubicBezTo>
                  <a:cubicBezTo>
                    <a:pt x="13" y="60"/>
                    <a:pt x="17" y="63"/>
                    <a:pt x="25" y="63"/>
                  </a:cubicBezTo>
                  <a:cubicBezTo>
                    <a:pt x="59" y="63"/>
                    <a:pt x="59" y="63"/>
                    <a:pt x="59" y="63"/>
                  </a:cubicBezTo>
                  <a:cubicBezTo>
                    <a:pt x="59" y="74"/>
                    <a:pt x="59" y="74"/>
                    <a:pt x="59" y="74"/>
                  </a:cubicBezTo>
                  <a:cubicBezTo>
                    <a:pt x="21" y="74"/>
                    <a:pt x="21" y="74"/>
                    <a:pt x="21" y="74"/>
                  </a:cubicBezTo>
                  <a:cubicBezTo>
                    <a:pt x="15" y="74"/>
                    <a:pt x="9" y="73"/>
                    <a:pt x="6" y="70"/>
                  </a:cubicBezTo>
                  <a:cubicBezTo>
                    <a:pt x="2" y="67"/>
                    <a:pt x="0" y="63"/>
                    <a:pt x="0" y="58"/>
                  </a:cubicBezTo>
                  <a:cubicBezTo>
                    <a:pt x="0" y="17"/>
                    <a:pt x="0" y="17"/>
                    <a:pt x="0" y="17"/>
                  </a:cubicBezTo>
                  <a:cubicBezTo>
                    <a:pt x="0" y="11"/>
                    <a:pt x="2" y="7"/>
                    <a:pt x="5" y="4"/>
                  </a:cubicBezTo>
                  <a:cubicBezTo>
                    <a:pt x="9" y="1"/>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 name="Freeform 32"/>
            <p:cNvSpPr>
              <a:spLocks/>
            </p:cNvSpPr>
            <p:nvPr userDrawn="1"/>
          </p:nvSpPr>
          <p:spPr bwMode="auto">
            <a:xfrm>
              <a:off x="2351" y="2467"/>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7 w 59"/>
                <a:gd name="T15" fmla="*/ 61 h 74"/>
                <a:gd name="T16" fmla="*/ 27 w 59"/>
                <a:gd name="T17" fmla="*/ 63 h 74"/>
                <a:gd name="T18" fmla="*/ 59 w 59"/>
                <a:gd name="T19" fmla="*/ 63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7"/>
                    <a:pt x="0" y="63"/>
                    <a:pt x="0" y="56"/>
                  </a:cubicBezTo>
                  <a:cubicBezTo>
                    <a:pt x="0" y="0"/>
                    <a:pt x="0" y="0"/>
                    <a:pt x="0" y="0"/>
                  </a:cubicBezTo>
                  <a:cubicBezTo>
                    <a:pt x="13" y="0"/>
                    <a:pt x="13" y="0"/>
                    <a:pt x="13" y="0"/>
                  </a:cubicBezTo>
                  <a:cubicBezTo>
                    <a:pt x="13" y="54"/>
                    <a:pt x="13" y="54"/>
                    <a:pt x="13" y="54"/>
                  </a:cubicBezTo>
                  <a:cubicBezTo>
                    <a:pt x="13" y="57"/>
                    <a:pt x="14" y="60"/>
                    <a:pt x="17" y="61"/>
                  </a:cubicBezTo>
                  <a:cubicBezTo>
                    <a:pt x="18" y="63"/>
                    <a:pt x="22" y="63"/>
                    <a:pt x="27" y="63"/>
                  </a:cubicBezTo>
                  <a:cubicBezTo>
                    <a:pt x="59" y="63"/>
                    <a:pt x="59" y="63"/>
                    <a:pt x="59" y="63"/>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 name="Freeform 33"/>
            <p:cNvSpPr>
              <a:spLocks/>
            </p:cNvSpPr>
            <p:nvPr userDrawn="1"/>
          </p:nvSpPr>
          <p:spPr bwMode="auto">
            <a:xfrm>
              <a:off x="2438" y="2450"/>
              <a:ext cx="20" cy="40"/>
            </a:xfrm>
            <a:custGeom>
              <a:avLst/>
              <a:gdLst>
                <a:gd name="T0" fmla="*/ 13 w 13"/>
                <a:gd name="T1" fmla="*/ 8 h 26"/>
                <a:gd name="T2" fmla="*/ 13 w 13"/>
                <a:gd name="T3" fmla="*/ 12 h 26"/>
                <a:gd name="T4" fmla="*/ 7 w 13"/>
                <a:gd name="T5" fmla="*/ 26 h 26"/>
                <a:gd name="T6" fmla="*/ 0 w 13"/>
                <a:gd name="T7" fmla="*/ 26 h 26"/>
                <a:gd name="T8" fmla="*/ 5 w 13"/>
                <a:gd name="T9" fmla="*/ 14 h 26"/>
                <a:gd name="T10" fmla="*/ 1 w 13"/>
                <a:gd name="T11" fmla="*/ 7 h 26"/>
                <a:gd name="T12" fmla="*/ 3 w 13"/>
                <a:gd name="T13" fmla="*/ 2 h 26"/>
                <a:gd name="T14" fmla="*/ 7 w 13"/>
                <a:gd name="T15" fmla="*/ 0 h 26"/>
                <a:gd name="T16" fmla="*/ 12 w 13"/>
                <a:gd name="T17" fmla="*/ 2 h 26"/>
                <a:gd name="T18" fmla="*/ 13 w 13"/>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26">
                  <a:moveTo>
                    <a:pt x="13" y="8"/>
                  </a:moveTo>
                  <a:cubicBezTo>
                    <a:pt x="13" y="9"/>
                    <a:pt x="13" y="11"/>
                    <a:pt x="13" y="12"/>
                  </a:cubicBezTo>
                  <a:cubicBezTo>
                    <a:pt x="7" y="26"/>
                    <a:pt x="7" y="26"/>
                    <a:pt x="7" y="26"/>
                  </a:cubicBezTo>
                  <a:cubicBezTo>
                    <a:pt x="0" y="26"/>
                    <a:pt x="0" y="26"/>
                    <a:pt x="0" y="26"/>
                  </a:cubicBezTo>
                  <a:cubicBezTo>
                    <a:pt x="5" y="14"/>
                    <a:pt x="5" y="14"/>
                    <a:pt x="5" y="14"/>
                  </a:cubicBezTo>
                  <a:cubicBezTo>
                    <a:pt x="2" y="11"/>
                    <a:pt x="1" y="9"/>
                    <a:pt x="1" y="7"/>
                  </a:cubicBezTo>
                  <a:cubicBezTo>
                    <a:pt x="1" y="5"/>
                    <a:pt x="1" y="3"/>
                    <a:pt x="3" y="2"/>
                  </a:cubicBezTo>
                  <a:cubicBezTo>
                    <a:pt x="4" y="1"/>
                    <a:pt x="5" y="0"/>
                    <a:pt x="7" y="0"/>
                  </a:cubicBezTo>
                  <a:cubicBezTo>
                    <a:pt x="9" y="0"/>
                    <a:pt x="10" y="1"/>
                    <a:pt x="12" y="2"/>
                  </a:cubicBezTo>
                  <a:cubicBezTo>
                    <a:pt x="13" y="4"/>
                    <a:pt x="13" y="6"/>
                    <a:pt x="13" y="8"/>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 name="Rectangle 34"/>
            <p:cNvSpPr>
              <a:spLocks noChangeArrowheads="1"/>
            </p:cNvSpPr>
            <p:nvPr userDrawn="1"/>
          </p:nvSpPr>
          <p:spPr bwMode="auto">
            <a:xfrm>
              <a:off x="2495" y="2467"/>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 name="Freeform 35"/>
            <p:cNvSpPr>
              <a:spLocks/>
            </p:cNvSpPr>
            <p:nvPr userDrawn="1"/>
          </p:nvSpPr>
          <p:spPr bwMode="auto">
            <a:xfrm>
              <a:off x="2547" y="2467"/>
              <a:ext cx="99"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2 h 75"/>
                <a:gd name="T22" fmla="*/ 23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4"/>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5" y="0"/>
                    <a:pt x="17" y="1"/>
                    <a:pt x="19" y="2"/>
                  </a:cubicBezTo>
                  <a:cubicBezTo>
                    <a:pt x="20" y="3"/>
                    <a:pt x="21" y="5"/>
                    <a:pt x="23"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 name="Freeform 36"/>
            <p:cNvSpPr>
              <a:spLocks/>
            </p:cNvSpPr>
            <p:nvPr userDrawn="1"/>
          </p:nvSpPr>
          <p:spPr bwMode="auto">
            <a:xfrm>
              <a:off x="2678" y="2467"/>
              <a:ext cx="90" cy="112"/>
            </a:xfrm>
            <a:custGeom>
              <a:avLst/>
              <a:gdLst>
                <a:gd name="T0" fmla="*/ 60 w 60"/>
                <a:gd name="T1" fmla="*/ 42 h 74"/>
                <a:gd name="T2" fmla="*/ 14 w 60"/>
                <a:gd name="T3" fmla="*/ 42 h 74"/>
                <a:gd name="T4" fmla="*/ 14 w 60"/>
                <a:gd name="T5" fmla="*/ 74 h 74"/>
                <a:gd name="T6" fmla="*/ 0 w 60"/>
                <a:gd name="T7" fmla="*/ 74 h 74"/>
                <a:gd name="T8" fmla="*/ 0 w 60"/>
                <a:gd name="T9" fmla="*/ 15 h 74"/>
                <a:gd name="T10" fmla="*/ 6 w 60"/>
                <a:gd name="T11" fmla="*/ 3 h 74"/>
                <a:gd name="T12" fmla="*/ 21 w 60"/>
                <a:gd name="T13" fmla="*/ 0 h 74"/>
                <a:gd name="T14" fmla="*/ 60 w 60"/>
                <a:gd name="T15" fmla="*/ 0 h 74"/>
                <a:gd name="T16" fmla="*/ 60 w 60"/>
                <a:gd name="T17" fmla="*/ 11 h 74"/>
                <a:gd name="T18" fmla="*/ 25 w 60"/>
                <a:gd name="T19" fmla="*/ 11 h 74"/>
                <a:gd name="T20" fmla="*/ 14 w 60"/>
                <a:gd name="T21" fmla="*/ 18 h 74"/>
                <a:gd name="T22" fmla="*/ 14 w 60"/>
                <a:gd name="T23" fmla="*/ 32 h 74"/>
                <a:gd name="T24" fmla="*/ 60 w 60"/>
                <a:gd name="T25" fmla="*/ 32 h 74"/>
                <a:gd name="T26" fmla="*/ 60 w 60"/>
                <a:gd name="T2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74">
                  <a:moveTo>
                    <a:pt x="60" y="42"/>
                  </a:moveTo>
                  <a:cubicBezTo>
                    <a:pt x="14" y="42"/>
                    <a:pt x="14" y="42"/>
                    <a:pt x="14" y="42"/>
                  </a:cubicBezTo>
                  <a:cubicBezTo>
                    <a:pt x="14" y="74"/>
                    <a:pt x="14" y="74"/>
                    <a:pt x="14" y="74"/>
                  </a:cubicBezTo>
                  <a:cubicBezTo>
                    <a:pt x="0" y="74"/>
                    <a:pt x="0" y="74"/>
                    <a:pt x="0" y="74"/>
                  </a:cubicBezTo>
                  <a:cubicBezTo>
                    <a:pt x="0" y="15"/>
                    <a:pt x="0" y="15"/>
                    <a:pt x="0" y="15"/>
                  </a:cubicBezTo>
                  <a:cubicBezTo>
                    <a:pt x="0" y="10"/>
                    <a:pt x="2" y="6"/>
                    <a:pt x="6" y="3"/>
                  </a:cubicBezTo>
                  <a:cubicBezTo>
                    <a:pt x="10" y="1"/>
                    <a:pt x="15" y="0"/>
                    <a:pt x="21" y="0"/>
                  </a:cubicBezTo>
                  <a:cubicBezTo>
                    <a:pt x="60" y="0"/>
                    <a:pt x="60" y="0"/>
                    <a:pt x="60" y="0"/>
                  </a:cubicBezTo>
                  <a:cubicBezTo>
                    <a:pt x="60" y="11"/>
                    <a:pt x="60" y="11"/>
                    <a:pt x="60" y="11"/>
                  </a:cubicBezTo>
                  <a:cubicBezTo>
                    <a:pt x="25" y="11"/>
                    <a:pt x="25" y="11"/>
                    <a:pt x="25" y="11"/>
                  </a:cubicBezTo>
                  <a:cubicBezTo>
                    <a:pt x="17" y="11"/>
                    <a:pt x="14" y="13"/>
                    <a:pt x="14" y="18"/>
                  </a:cubicBezTo>
                  <a:cubicBezTo>
                    <a:pt x="14" y="32"/>
                    <a:pt x="14" y="32"/>
                    <a:pt x="14" y="32"/>
                  </a:cubicBezTo>
                  <a:cubicBezTo>
                    <a:pt x="60" y="32"/>
                    <a:pt x="60" y="32"/>
                    <a:pt x="60" y="32"/>
                  </a:cubicBezTo>
                  <a:lnTo>
                    <a:pt x="60"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 name="Freeform 37"/>
            <p:cNvSpPr>
              <a:spLocks noEditPoints="1"/>
            </p:cNvSpPr>
            <p:nvPr userDrawn="1"/>
          </p:nvSpPr>
          <p:spPr bwMode="auto">
            <a:xfrm>
              <a:off x="2803"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10"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 name="Freeform 38"/>
            <p:cNvSpPr>
              <a:spLocks/>
            </p:cNvSpPr>
            <p:nvPr userDrawn="1"/>
          </p:nvSpPr>
          <p:spPr bwMode="auto">
            <a:xfrm>
              <a:off x="2931" y="2467"/>
              <a:ext cx="98" cy="112"/>
            </a:xfrm>
            <a:custGeom>
              <a:avLst/>
              <a:gdLst>
                <a:gd name="T0" fmla="*/ 65 w 65"/>
                <a:gd name="T1" fmla="*/ 74 h 74"/>
                <a:gd name="T2" fmla="*/ 48 w 65"/>
                <a:gd name="T3" fmla="*/ 74 h 74"/>
                <a:gd name="T4" fmla="*/ 16 w 65"/>
                <a:gd name="T5" fmla="*/ 45 h 74"/>
                <a:gd name="T6" fmla="*/ 14 w 65"/>
                <a:gd name="T7" fmla="*/ 41 h 74"/>
                <a:gd name="T8" fmla="*/ 23 w 65"/>
                <a:gd name="T9" fmla="*/ 35 h 74"/>
                <a:gd name="T10" fmla="*/ 42 w 65"/>
                <a:gd name="T11" fmla="*/ 34 h 74"/>
                <a:gd name="T12" fmla="*/ 52 w 65"/>
                <a:gd name="T13" fmla="*/ 27 h 74"/>
                <a:gd name="T14" fmla="*/ 52 w 65"/>
                <a:gd name="T15" fmla="*/ 19 h 74"/>
                <a:gd name="T16" fmla="*/ 41 w 65"/>
                <a:gd name="T17" fmla="*/ 11 h 74"/>
                <a:gd name="T18" fmla="*/ 13 w 65"/>
                <a:gd name="T19" fmla="*/ 11 h 74"/>
                <a:gd name="T20" fmla="*/ 13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5"/>
                    <a:pt x="16" y="45"/>
                    <a:pt x="16" y="45"/>
                  </a:cubicBezTo>
                  <a:cubicBezTo>
                    <a:pt x="15" y="45"/>
                    <a:pt x="14" y="43"/>
                    <a:pt x="14" y="41"/>
                  </a:cubicBezTo>
                  <a:cubicBezTo>
                    <a:pt x="14" y="37"/>
                    <a:pt x="17" y="35"/>
                    <a:pt x="23" y="35"/>
                  </a:cubicBezTo>
                  <a:cubicBezTo>
                    <a:pt x="42" y="34"/>
                    <a:pt x="42" y="34"/>
                    <a:pt x="42" y="34"/>
                  </a:cubicBezTo>
                  <a:cubicBezTo>
                    <a:pt x="48" y="34"/>
                    <a:pt x="52" y="32"/>
                    <a:pt x="52" y="27"/>
                  </a:cubicBezTo>
                  <a:cubicBezTo>
                    <a:pt x="52" y="19"/>
                    <a:pt x="52" y="19"/>
                    <a:pt x="52" y="19"/>
                  </a:cubicBezTo>
                  <a:cubicBezTo>
                    <a:pt x="52" y="13"/>
                    <a:pt x="48" y="11"/>
                    <a:pt x="41" y="11"/>
                  </a:cubicBezTo>
                  <a:cubicBezTo>
                    <a:pt x="13" y="11"/>
                    <a:pt x="13" y="11"/>
                    <a:pt x="13" y="11"/>
                  </a:cubicBezTo>
                  <a:cubicBezTo>
                    <a:pt x="13" y="74"/>
                    <a:pt x="13" y="74"/>
                    <a:pt x="13"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3" y="37"/>
                    <a:pt x="60" y="40"/>
                  </a:cubicBezTo>
                  <a:cubicBezTo>
                    <a:pt x="56" y="42"/>
                    <a:pt x="51"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 name="Freeform 39"/>
            <p:cNvSpPr>
              <a:spLocks/>
            </p:cNvSpPr>
            <p:nvPr userDrawn="1"/>
          </p:nvSpPr>
          <p:spPr bwMode="auto">
            <a:xfrm>
              <a:off x="3058" y="2467"/>
              <a:ext cx="137" cy="115"/>
            </a:xfrm>
            <a:custGeom>
              <a:avLst/>
              <a:gdLst>
                <a:gd name="T0" fmla="*/ 91 w 91"/>
                <a:gd name="T1" fmla="*/ 74 h 76"/>
                <a:gd name="T2" fmla="*/ 79 w 91"/>
                <a:gd name="T3" fmla="*/ 74 h 76"/>
                <a:gd name="T4" fmla="*/ 79 w 91"/>
                <a:gd name="T5" fmla="*/ 16 h 76"/>
                <a:gd name="T6" fmla="*/ 55 w 91"/>
                <a:gd name="T7" fmla="*/ 68 h 76"/>
                <a:gd name="T8" fmla="*/ 46 w 91"/>
                <a:gd name="T9" fmla="*/ 76 h 76"/>
                <a:gd name="T10" fmla="*/ 40 w 91"/>
                <a:gd name="T11" fmla="*/ 73 h 76"/>
                <a:gd name="T12" fmla="*/ 37 w 91"/>
                <a:gd name="T13" fmla="*/ 68 h 76"/>
                <a:gd name="T14" fmla="*/ 13 w 91"/>
                <a:gd name="T15" fmla="*/ 16 h 76"/>
                <a:gd name="T16" fmla="*/ 13 w 91"/>
                <a:gd name="T17" fmla="*/ 74 h 76"/>
                <a:gd name="T18" fmla="*/ 0 w 91"/>
                <a:gd name="T19" fmla="*/ 74 h 76"/>
                <a:gd name="T20" fmla="*/ 0 w 91"/>
                <a:gd name="T21" fmla="*/ 10 h 76"/>
                <a:gd name="T22" fmla="*/ 3 w 91"/>
                <a:gd name="T23" fmla="*/ 3 h 76"/>
                <a:gd name="T24" fmla="*/ 12 w 91"/>
                <a:gd name="T25" fmla="*/ 0 h 76"/>
                <a:gd name="T26" fmla="*/ 23 w 91"/>
                <a:gd name="T27" fmla="*/ 7 h 76"/>
                <a:gd name="T28" fmla="*/ 46 w 91"/>
                <a:gd name="T29" fmla="*/ 59 h 76"/>
                <a:gd name="T30" fmla="*/ 69 w 91"/>
                <a:gd name="T31" fmla="*/ 7 h 76"/>
                <a:gd name="T32" fmla="*/ 80 w 91"/>
                <a:gd name="T33" fmla="*/ 0 h 76"/>
                <a:gd name="T34" fmla="*/ 89 w 91"/>
                <a:gd name="T35" fmla="*/ 3 h 76"/>
                <a:gd name="T36" fmla="*/ 91 w 91"/>
                <a:gd name="T37" fmla="*/ 10 h 76"/>
                <a:gd name="T38" fmla="*/ 91 w 91"/>
                <a:gd name="T3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76">
                  <a:moveTo>
                    <a:pt x="91" y="74"/>
                  </a:moveTo>
                  <a:cubicBezTo>
                    <a:pt x="79" y="74"/>
                    <a:pt x="79" y="74"/>
                    <a:pt x="79" y="74"/>
                  </a:cubicBezTo>
                  <a:cubicBezTo>
                    <a:pt x="79" y="16"/>
                    <a:pt x="79" y="16"/>
                    <a:pt x="79" y="16"/>
                  </a:cubicBezTo>
                  <a:cubicBezTo>
                    <a:pt x="55" y="68"/>
                    <a:pt x="55" y="68"/>
                    <a:pt x="55" y="68"/>
                  </a:cubicBezTo>
                  <a:cubicBezTo>
                    <a:pt x="53" y="73"/>
                    <a:pt x="50" y="76"/>
                    <a:pt x="46" y="76"/>
                  </a:cubicBezTo>
                  <a:cubicBezTo>
                    <a:pt x="43" y="76"/>
                    <a:pt x="41" y="75"/>
                    <a:pt x="40" y="73"/>
                  </a:cubicBezTo>
                  <a:cubicBezTo>
                    <a:pt x="39" y="72"/>
                    <a:pt x="38" y="71"/>
                    <a:pt x="37" y="68"/>
                  </a:cubicBezTo>
                  <a:cubicBezTo>
                    <a:pt x="13" y="16"/>
                    <a:pt x="13" y="16"/>
                    <a:pt x="13" y="16"/>
                  </a:cubicBezTo>
                  <a:cubicBezTo>
                    <a:pt x="13" y="74"/>
                    <a:pt x="13" y="74"/>
                    <a:pt x="13" y="74"/>
                  </a:cubicBezTo>
                  <a:cubicBezTo>
                    <a:pt x="0" y="74"/>
                    <a:pt x="0" y="74"/>
                    <a:pt x="0" y="74"/>
                  </a:cubicBezTo>
                  <a:cubicBezTo>
                    <a:pt x="0" y="10"/>
                    <a:pt x="0" y="10"/>
                    <a:pt x="0" y="10"/>
                  </a:cubicBezTo>
                  <a:cubicBezTo>
                    <a:pt x="0" y="7"/>
                    <a:pt x="1" y="5"/>
                    <a:pt x="3" y="3"/>
                  </a:cubicBezTo>
                  <a:cubicBezTo>
                    <a:pt x="5" y="1"/>
                    <a:pt x="8" y="0"/>
                    <a:pt x="12" y="0"/>
                  </a:cubicBezTo>
                  <a:cubicBezTo>
                    <a:pt x="17" y="0"/>
                    <a:pt x="21" y="2"/>
                    <a:pt x="23" y="7"/>
                  </a:cubicBezTo>
                  <a:cubicBezTo>
                    <a:pt x="46" y="59"/>
                    <a:pt x="46" y="59"/>
                    <a:pt x="46" y="59"/>
                  </a:cubicBezTo>
                  <a:cubicBezTo>
                    <a:pt x="69" y="7"/>
                    <a:pt x="69" y="7"/>
                    <a:pt x="69" y="7"/>
                  </a:cubicBezTo>
                  <a:cubicBezTo>
                    <a:pt x="71" y="2"/>
                    <a:pt x="75" y="0"/>
                    <a:pt x="80" y="0"/>
                  </a:cubicBezTo>
                  <a:cubicBezTo>
                    <a:pt x="84" y="0"/>
                    <a:pt x="87" y="1"/>
                    <a:pt x="89" y="3"/>
                  </a:cubicBezTo>
                  <a:cubicBezTo>
                    <a:pt x="90" y="5"/>
                    <a:pt x="91" y="7"/>
                    <a:pt x="91" y="10"/>
                  </a:cubicBezTo>
                  <a:lnTo>
                    <a:pt x="91"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 name="Freeform 40"/>
            <p:cNvSpPr>
              <a:spLocks noEditPoints="1"/>
            </p:cNvSpPr>
            <p:nvPr userDrawn="1"/>
          </p:nvSpPr>
          <p:spPr bwMode="auto">
            <a:xfrm>
              <a:off x="3216" y="2467"/>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40 w 80"/>
                <a:gd name="T23" fmla="*/ 13 h 74"/>
                <a:gd name="T24" fmla="*/ 27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2"/>
                    <a:pt x="35" y="0"/>
                    <a:pt x="40" y="0"/>
                  </a:cubicBezTo>
                  <a:cubicBezTo>
                    <a:pt x="45" y="0"/>
                    <a:pt x="49" y="2"/>
                    <a:pt x="51" y="7"/>
                  </a:cubicBezTo>
                  <a:lnTo>
                    <a:pt x="80" y="74"/>
                  </a:lnTo>
                  <a:close/>
                  <a:moveTo>
                    <a:pt x="54" y="46"/>
                  </a:moveTo>
                  <a:cubicBezTo>
                    <a:pt x="40" y="13"/>
                    <a:pt x="40" y="13"/>
                    <a:pt x="40" y="13"/>
                  </a:cubicBezTo>
                  <a:cubicBezTo>
                    <a:pt x="27" y="46"/>
                    <a:pt x="27" y="46"/>
                    <a:pt x="27"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 name="Freeform 41"/>
            <p:cNvSpPr>
              <a:spLocks/>
            </p:cNvSpPr>
            <p:nvPr userDrawn="1"/>
          </p:nvSpPr>
          <p:spPr bwMode="auto">
            <a:xfrm>
              <a:off x="3338" y="2467"/>
              <a:ext cx="88" cy="112"/>
            </a:xfrm>
            <a:custGeom>
              <a:avLst/>
              <a:gdLst>
                <a:gd name="T0" fmla="*/ 88 w 88"/>
                <a:gd name="T1" fmla="*/ 15 h 112"/>
                <a:gd name="T2" fmla="*/ 55 w 88"/>
                <a:gd name="T3" fmla="*/ 15 h 112"/>
                <a:gd name="T4" fmla="*/ 55 w 88"/>
                <a:gd name="T5" fmla="*/ 112 h 112"/>
                <a:gd name="T6" fmla="*/ 35 w 88"/>
                <a:gd name="T7" fmla="*/ 112 h 112"/>
                <a:gd name="T8" fmla="*/ 35 w 88"/>
                <a:gd name="T9" fmla="*/ 15 h 112"/>
                <a:gd name="T10" fmla="*/ 0 w 88"/>
                <a:gd name="T11" fmla="*/ 15 h 112"/>
                <a:gd name="T12" fmla="*/ 0 w 88"/>
                <a:gd name="T13" fmla="*/ 0 h 112"/>
                <a:gd name="T14" fmla="*/ 88 w 88"/>
                <a:gd name="T15" fmla="*/ 0 h 112"/>
                <a:gd name="T16" fmla="*/ 88 w 88"/>
                <a:gd name="T17" fmla="*/ 1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5"/>
                  </a:moveTo>
                  <a:lnTo>
                    <a:pt x="55" y="15"/>
                  </a:lnTo>
                  <a:lnTo>
                    <a:pt x="55" y="112"/>
                  </a:lnTo>
                  <a:lnTo>
                    <a:pt x="35" y="112"/>
                  </a:lnTo>
                  <a:lnTo>
                    <a:pt x="35" y="15"/>
                  </a:lnTo>
                  <a:lnTo>
                    <a:pt x="0" y="15"/>
                  </a:lnTo>
                  <a:lnTo>
                    <a:pt x="0" y="0"/>
                  </a:lnTo>
                  <a:lnTo>
                    <a:pt x="88" y="0"/>
                  </a:lnTo>
                  <a:lnTo>
                    <a:pt x="88" y="1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 name="Rectangle 42"/>
            <p:cNvSpPr>
              <a:spLocks noChangeArrowheads="1"/>
            </p:cNvSpPr>
            <p:nvPr userDrawn="1"/>
          </p:nvSpPr>
          <p:spPr bwMode="auto">
            <a:xfrm>
              <a:off x="3448" y="2467"/>
              <a:ext cx="22"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 name="Freeform 43"/>
            <p:cNvSpPr>
              <a:spLocks noEditPoints="1"/>
            </p:cNvSpPr>
            <p:nvPr userDrawn="1"/>
          </p:nvSpPr>
          <p:spPr bwMode="auto">
            <a:xfrm>
              <a:off x="3501"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9"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 name="Freeform 44"/>
            <p:cNvSpPr>
              <a:spLocks/>
            </p:cNvSpPr>
            <p:nvPr userDrawn="1"/>
          </p:nvSpPr>
          <p:spPr bwMode="auto">
            <a:xfrm>
              <a:off x="3629" y="2467"/>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2 h 75"/>
                <a:gd name="T22" fmla="*/ 22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4"/>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4" y="0"/>
                    <a:pt x="17" y="1"/>
                    <a:pt x="18" y="2"/>
                  </a:cubicBezTo>
                  <a:cubicBezTo>
                    <a:pt x="19" y="3"/>
                    <a:pt x="21" y="5"/>
                    <a:pt x="22"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 name="Freeform 45"/>
            <p:cNvSpPr>
              <a:spLocks/>
            </p:cNvSpPr>
            <p:nvPr userDrawn="1"/>
          </p:nvSpPr>
          <p:spPr bwMode="auto">
            <a:xfrm>
              <a:off x="2023" y="2726"/>
              <a:ext cx="98" cy="114"/>
            </a:xfrm>
            <a:custGeom>
              <a:avLst/>
              <a:gdLst>
                <a:gd name="T0" fmla="*/ 65 w 65"/>
                <a:gd name="T1" fmla="*/ 57 h 75"/>
                <a:gd name="T2" fmla="*/ 60 w 65"/>
                <a:gd name="T3" fmla="*/ 70 h 75"/>
                <a:gd name="T4" fmla="*/ 45 w 65"/>
                <a:gd name="T5" fmla="*/ 75 h 75"/>
                <a:gd name="T6" fmla="*/ 22 w 65"/>
                <a:gd name="T7" fmla="*/ 75 h 75"/>
                <a:gd name="T8" fmla="*/ 5 w 65"/>
                <a:gd name="T9" fmla="*/ 70 h 75"/>
                <a:gd name="T10" fmla="*/ 0 w 65"/>
                <a:gd name="T11" fmla="*/ 63 h 75"/>
                <a:gd name="T12" fmla="*/ 0 w 65"/>
                <a:gd name="T13" fmla="*/ 55 h 75"/>
                <a:gd name="T14" fmla="*/ 0 w 65"/>
                <a:gd name="T15" fmla="*/ 18 h 75"/>
                <a:gd name="T16" fmla="*/ 1 w 65"/>
                <a:gd name="T17" fmla="*/ 10 h 75"/>
                <a:gd name="T18" fmla="*/ 6 w 65"/>
                <a:gd name="T19" fmla="*/ 4 h 75"/>
                <a:gd name="T20" fmla="*/ 22 w 65"/>
                <a:gd name="T21" fmla="*/ 0 h 75"/>
                <a:gd name="T22" fmla="*/ 60 w 65"/>
                <a:gd name="T23" fmla="*/ 0 h 75"/>
                <a:gd name="T24" fmla="*/ 60 w 65"/>
                <a:gd name="T25" fmla="*/ 11 h 75"/>
                <a:gd name="T26" fmla="*/ 24 w 65"/>
                <a:gd name="T27" fmla="*/ 11 h 75"/>
                <a:gd name="T28" fmla="*/ 16 w 65"/>
                <a:gd name="T29" fmla="*/ 13 h 75"/>
                <a:gd name="T30" fmla="*/ 13 w 65"/>
                <a:gd name="T31" fmla="*/ 20 h 75"/>
                <a:gd name="T32" fmla="*/ 13 w 65"/>
                <a:gd name="T33" fmla="*/ 55 h 75"/>
                <a:gd name="T34" fmla="*/ 16 w 65"/>
                <a:gd name="T35" fmla="*/ 62 h 75"/>
                <a:gd name="T36" fmla="*/ 24 w 65"/>
                <a:gd name="T37" fmla="*/ 64 h 75"/>
                <a:gd name="T38" fmla="*/ 41 w 65"/>
                <a:gd name="T39" fmla="*/ 64 h 75"/>
                <a:gd name="T40" fmla="*/ 51 w 65"/>
                <a:gd name="T41" fmla="*/ 55 h 75"/>
                <a:gd name="T42" fmla="*/ 51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3" y="67"/>
                    <a:pt x="60" y="70"/>
                  </a:cubicBezTo>
                  <a:cubicBezTo>
                    <a:pt x="56" y="73"/>
                    <a:pt x="51" y="75"/>
                    <a:pt x="45" y="75"/>
                  </a:cubicBezTo>
                  <a:cubicBezTo>
                    <a:pt x="22" y="75"/>
                    <a:pt x="22" y="75"/>
                    <a:pt x="22" y="75"/>
                  </a:cubicBezTo>
                  <a:cubicBezTo>
                    <a:pt x="15" y="75"/>
                    <a:pt x="9" y="73"/>
                    <a:pt x="5" y="70"/>
                  </a:cubicBezTo>
                  <a:cubicBezTo>
                    <a:pt x="3" y="68"/>
                    <a:pt x="1" y="66"/>
                    <a:pt x="0" y="63"/>
                  </a:cubicBezTo>
                  <a:cubicBezTo>
                    <a:pt x="0" y="62"/>
                    <a:pt x="0" y="59"/>
                    <a:pt x="0" y="55"/>
                  </a:cubicBezTo>
                  <a:cubicBezTo>
                    <a:pt x="0" y="18"/>
                    <a:pt x="0" y="18"/>
                    <a:pt x="0" y="18"/>
                  </a:cubicBezTo>
                  <a:cubicBezTo>
                    <a:pt x="0" y="15"/>
                    <a:pt x="0" y="12"/>
                    <a:pt x="1" y="10"/>
                  </a:cubicBezTo>
                  <a:cubicBezTo>
                    <a:pt x="2" y="8"/>
                    <a:pt x="4" y="6"/>
                    <a:pt x="6" y="4"/>
                  </a:cubicBezTo>
                  <a:cubicBezTo>
                    <a:pt x="10" y="2"/>
                    <a:pt x="15" y="0"/>
                    <a:pt x="22" y="0"/>
                  </a:cubicBezTo>
                  <a:cubicBezTo>
                    <a:pt x="60" y="0"/>
                    <a:pt x="60" y="0"/>
                    <a:pt x="60" y="0"/>
                  </a:cubicBezTo>
                  <a:cubicBezTo>
                    <a:pt x="60" y="11"/>
                    <a:pt x="60" y="11"/>
                    <a:pt x="60" y="11"/>
                  </a:cubicBezTo>
                  <a:cubicBezTo>
                    <a:pt x="24" y="11"/>
                    <a:pt x="24" y="11"/>
                    <a:pt x="24" y="11"/>
                  </a:cubicBezTo>
                  <a:cubicBezTo>
                    <a:pt x="20" y="11"/>
                    <a:pt x="17" y="12"/>
                    <a:pt x="16" y="13"/>
                  </a:cubicBezTo>
                  <a:cubicBezTo>
                    <a:pt x="14" y="14"/>
                    <a:pt x="13" y="16"/>
                    <a:pt x="13" y="20"/>
                  </a:cubicBezTo>
                  <a:cubicBezTo>
                    <a:pt x="13" y="55"/>
                    <a:pt x="13" y="55"/>
                    <a:pt x="13" y="55"/>
                  </a:cubicBezTo>
                  <a:cubicBezTo>
                    <a:pt x="13" y="58"/>
                    <a:pt x="14" y="61"/>
                    <a:pt x="16" y="62"/>
                  </a:cubicBezTo>
                  <a:cubicBezTo>
                    <a:pt x="18" y="63"/>
                    <a:pt x="20" y="64"/>
                    <a:pt x="24" y="64"/>
                  </a:cubicBezTo>
                  <a:cubicBezTo>
                    <a:pt x="41" y="64"/>
                    <a:pt x="41" y="64"/>
                    <a:pt x="41" y="64"/>
                  </a:cubicBezTo>
                  <a:cubicBezTo>
                    <a:pt x="48" y="64"/>
                    <a:pt x="51" y="61"/>
                    <a:pt x="51" y="55"/>
                  </a:cubicBezTo>
                  <a:cubicBezTo>
                    <a:pt x="51" y="34"/>
                    <a:pt x="51" y="34"/>
                    <a:pt x="51"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 name="Freeform 46"/>
            <p:cNvSpPr>
              <a:spLocks noEditPoints="1"/>
            </p:cNvSpPr>
            <p:nvPr userDrawn="1"/>
          </p:nvSpPr>
          <p:spPr bwMode="auto">
            <a:xfrm>
              <a:off x="2179" y="2698"/>
              <a:ext cx="89" cy="142"/>
            </a:xfrm>
            <a:custGeom>
              <a:avLst/>
              <a:gdLst>
                <a:gd name="T0" fmla="*/ 59 w 59"/>
                <a:gd name="T1" fmla="*/ 94 h 94"/>
                <a:gd name="T2" fmla="*/ 21 w 59"/>
                <a:gd name="T3" fmla="*/ 94 h 94"/>
                <a:gd name="T4" fmla="*/ 6 w 59"/>
                <a:gd name="T5" fmla="*/ 90 h 94"/>
                <a:gd name="T6" fmla="*/ 0 w 59"/>
                <a:gd name="T7" fmla="*/ 78 h 94"/>
                <a:gd name="T8" fmla="*/ 0 w 59"/>
                <a:gd name="T9" fmla="*/ 36 h 94"/>
                <a:gd name="T10" fmla="*/ 5 w 59"/>
                <a:gd name="T11" fmla="*/ 24 h 94"/>
                <a:gd name="T12" fmla="*/ 20 w 59"/>
                <a:gd name="T13" fmla="*/ 19 h 94"/>
                <a:gd name="T14" fmla="*/ 59 w 59"/>
                <a:gd name="T15" fmla="*/ 19 h 94"/>
                <a:gd name="T16" fmla="*/ 59 w 59"/>
                <a:gd name="T17" fmla="*/ 30 h 94"/>
                <a:gd name="T18" fmla="*/ 24 w 59"/>
                <a:gd name="T19" fmla="*/ 30 h 94"/>
                <a:gd name="T20" fmla="*/ 13 w 59"/>
                <a:gd name="T21" fmla="*/ 39 h 94"/>
                <a:gd name="T22" fmla="*/ 13 w 59"/>
                <a:gd name="T23" fmla="*/ 51 h 94"/>
                <a:gd name="T24" fmla="*/ 59 w 59"/>
                <a:gd name="T25" fmla="*/ 51 h 94"/>
                <a:gd name="T26" fmla="*/ 59 w 59"/>
                <a:gd name="T27" fmla="*/ 62 h 94"/>
                <a:gd name="T28" fmla="*/ 13 w 59"/>
                <a:gd name="T29" fmla="*/ 62 h 94"/>
                <a:gd name="T30" fmla="*/ 13 w 59"/>
                <a:gd name="T31" fmla="*/ 74 h 94"/>
                <a:gd name="T32" fmla="*/ 24 w 59"/>
                <a:gd name="T33" fmla="*/ 83 h 94"/>
                <a:gd name="T34" fmla="*/ 59 w 59"/>
                <a:gd name="T35" fmla="*/ 83 h 94"/>
                <a:gd name="T36" fmla="*/ 59 w 59"/>
                <a:gd name="T37" fmla="*/ 94 h 94"/>
                <a:gd name="T38" fmla="*/ 44 w 59"/>
                <a:gd name="T39" fmla="*/ 0 h 94"/>
                <a:gd name="T40" fmla="*/ 34 w 59"/>
                <a:gd name="T41" fmla="*/ 13 h 94"/>
                <a:gd name="T42" fmla="*/ 24 w 59"/>
                <a:gd name="T43" fmla="*/ 13 h 94"/>
                <a:gd name="T44" fmla="*/ 33 w 59"/>
                <a:gd name="T45" fmla="*/ 0 h 94"/>
                <a:gd name="T46" fmla="*/ 44 w 59"/>
                <a:gd name="T4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4">
                  <a:moveTo>
                    <a:pt x="59" y="94"/>
                  </a:moveTo>
                  <a:cubicBezTo>
                    <a:pt x="21" y="94"/>
                    <a:pt x="21" y="94"/>
                    <a:pt x="21" y="94"/>
                  </a:cubicBezTo>
                  <a:cubicBezTo>
                    <a:pt x="14" y="94"/>
                    <a:pt x="9" y="92"/>
                    <a:pt x="6" y="90"/>
                  </a:cubicBezTo>
                  <a:cubicBezTo>
                    <a:pt x="2" y="87"/>
                    <a:pt x="0" y="83"/>
                    <a:pt x="0" y="78"/>
                  </a:cubicBezTo>
                  <a:cubicBezTo>
                    <a:pt x="0" y="36"/>
                    <a:pt x="0" y="36"/>
                    <a:pt x="0" y="36"/>
                  </a:cubicBezTo>
                  <a:cubicBezTo>
                    <a:pt x="0" y="31"/>
                    <a:pt x="1" y="27"/>
                    <a:pt x="5" y="24"/>
                  </a:cubicBezTo>
                  <a:cubicBezTo>
                    <a:pt x="8" y="21"/>
                    <a:pt x="13" y="19"/>
                    <a:pt x="20" y="19"/>
                  </a:cubicBezTo>
                  <a:cubicBezTo>
                    <a:pt x="59" y="19"/>
                    <a:pt x="59" y="19"/>
                    <a:pt x="59" y="19"/>
                  </a:cubicBezTo>
                  <a:cubicBezTo>
                    <a:pt x="59" y="30"/>
                    <a:pt x="59" y="30"/>
                    <a:pt x="59" y="30"/>
                  </a:cubicBezTo>
                  <a:cubicBezTo>
                    <a:pt x="24" y="30"/>
                    <a:pt x="24" y="30"/>
                    <a:pt x="24" y="30"/>
                  </a:cubicBezTo>
                  <a:cubicBezTo>
                    <a:pt x="17" y="30"/>
                    <a:pt x="13" y="33"/>
                    <a:pt x="13" y="39"/>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3"/>
                    <a:pt x="24" y="83"/>
                  </a:cubicBezTo>
                  <a:cubicBezTo>
                    <a:pt x="59" y="83"/>
                    <a:pt x="59" y="83"/>
                    <a:pt x="59" y="83"/>
                  </a:cubicBezTo>
                  <a:lnTo>
                    <a:pt x="59" y="94"/>
                  </a:lnTo>
                  <a:close/>
                  <a:moveTo>
                    <a:pt x="44" y="0"/>
                  </a:moveTo>
                  <a:cubicBezTo>
                    <a:pt x="34" y="13"/>
                    <a:pt x="34" y="13"/>
                    <a:pt x="34" y="13"/>
                  </a:cubicBezTo>
                  <a:cubicBezTo>
                    <a:pt x="24" y="13"/>
                    <a:pt x="24" y="13"/>
                    <a:pt x="24" y="13"/>
                  </a:cubicBezTo>
                  <a:cubicBezTo>
                    <a:pt x="33" y="0"/>
                    <a:pt x="33" y="0"/>
                    <a:pt x="33" y="0"/>
                  </a:cubicBezTo>
                  <a:lnTo>
                    <a:pt x="44" y="0"/>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 name="Freeform 47"/>
            <p:cNvSpPr>
              <a:spLocks noEditPoints="1"/>
            </p:cNvSpPr>
            <p:nvPr userDrawn="1"/>
          </p:nvSpPr>
          <p:spPr bwMode="auto">
            <a:xfrm>
              <a:off x="2322" y="2726"/>
              <a:ext cx="97" cy="114"/>
            </a:xfrm>
            <a:custGeom>
              <a:avLst/>
              <a:gdLst>
                <a:gd name="T0" fmla="*/ 64 w 64"/>
                <a:gd name="T1" fmla="*/ 58 h 75"/>
                <a:gd name="T2" fmla="*/ 42 w 64"/>
                <a:gd name="T3" fmla="*/ 75 h 75"/>
                <a:gd name="T4" fmla="*/ 22 w 64"/>
                <a:gd name="T5" fmla="*/ 75 h 75"/>
                <a:gd name="T6" fmla="*/ 7 w 64"/>
                <a:gd name="T7" fmla="*/ 71 h 75"/>
                <a:gd name="T8" fmla="*/ 0 w 64"/>
                <a:gd name="T9" fmla="*/ 58 h 75"/>
                <a:gd name="T10" fmla="*/ 0 w 64"/>
                <a:gd name="T11" fmla="*/ 17 h 75"/>
                <a:gd name="T12" fmla="*/ 7 w 64"/>
                <a:gd name="T13" fmla="*/ 4 h 75"/>
                <a:gd name="T14" fmla="*/ 22 w 64"/>
                <a:gd name="T15" fmla="*/ 0 h 75"/>
                <a:gd name="T16" fmla="*/ 43 w 64"/>
                <a:gd name="T17" fmla="*/ 0 h 75"/>
                <a:gd name="T18" fmla="*/ 64 w 64"/>
                <a:gd name="T19" fmla="*/ 17 h 75"/>
                <a:gd name="T20" fmla="*/ 64 w 64"/>
                <a:gd name="T21" fmla="*/ 58 h 75"/>
                <a:gd name="T22" fmla="*/ 51 w 64"/>
                <a:gd name="T23" fmla="*/ 55 h 75"/>
                <a:gd name="T24" fmla="*/ 51 w 64"/>
                <a:gd name="T25" fmla="*/ 21 h 75"/>
                <a:gd name="T26" fmla="*/ 48 w 64"/>
                <a:gd name="T27" fmla="*/ 13 h 75"/>
                <a:gd name="T28" fmla="*/ 39 w 64"/>
                <a:gd name="T29" fmla="*/ 11 h 75"/>
                <a:gd name="T30" fmla="*/ 26 w 64"/>
                <a:gd name="T31" fmla="*/ 11 h 75"/>
                <a:gd name="T32" fmla="*/ 16 w 64"/>
                <a:gd name="T33" fmla="*/ 13 h 75"/>
                <a:gd name="T34" fmla="*/ 14 w 64"/>
                <a:gd name="T35" fmla="*/ 21 h 75"/>
                <a:gd name="T36" fmla="*/ 14 w 64"/>
                <a:gd name="T37" fmla="*/ 55 h 75"/>
                <a:gd name="T38" fmla="*/ 17 w 64"/>
                <a:gd name="T39" fmla="*/ 62 h 75"/>
                <a:gd name="T40" fmla="*/ 26 w 64"/>
                <a:gd name="T41" fmla="*/ 64 h 75"/>
                <a:gd name="T42" fmla="*/ 39 w 64"/>
                <a:gd name="T43" fmla="*/ 64 h 75"/>
                <a:gd name="T44" fmla="*/ 48 w 64"/>
                <a:gd name="T45" fmla="*/ 62 h 75"/>
                <a:gd name="T46" fmla="*/ 51 w 64"/>
                <a:gd name="T47"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5">
                  <a:moveTo>
                    <a:pt x="64" y="58"/>
                  </a:moveTo>
                  <a:cubicBezTo>
                    <a:pt x="64" y="69"/>
                    <a:pt x="57" y="75"/>
                    <a:pt x="42" y="75"/>
                  </a:cubicBezTo>
                  <a:cubicBezTo>
                    <a:pt x="22" y="75"/>
                    <a:pt x="22" y="75"/>
                    <a:pt x="22" y="75"/>
                  </a:cubicBezTo>
                  <a:cubicBezTo>
                    <a:pt x="15" y="75"/>
                    <a:pt x="10" y="73"/>
                    <a:pt x="7" y="71"/>
                  </a:cubicBezTo>
                  <a:cubicBezTo>
                    <a:pt x="3" y="68"/>
                    <a:pt x="0" y="64"/>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8"/>
                  </a:lnTo>
                  <a:close/>
                  <a:moveTo>
                    <a:pt x="51" y="55"/>
                  </a:moveTo>
                  <a:cubicBezTo>
                    <a:pt x="51" y="21"/>
                    <a:pt x="51" y="21"/>
                    <a:pt x="51" y="21"/>
                  </a:cubicBezTo>
                  <a:cubicBezTo>
                    <a:pt x="51" y="17"/>
                    <a:pt x="50" y="15"/>
                    <a:pt x="48" y="13"/>
                  </a:cubicBezTo>
                  <a:cubicBezTo>
                    <a:pt x="47" y="12"/>
                    <a:pt x="44" y="11"/>
                    <a:pt x="39" y="11"/>
                  </a:cubicBezTo>
                  <a:cubicBezTo>
                    <a:pt x="26" y="11"/>
                    <a:pt x="26" y="11"/>
                    <a:pt x="26" y="11"/>
                  </a:cubicBezTo>
                  <a:cubicBezTo>
                    <a:pt x="21" y="11"/>
                    <a:pt x="18" y="12"/>
                    <a:pt x="16" y="13"/>
                  </a:cubicBezTo>
                  <a:cubicBezTo>
                    <a:pt x="15" y="15"/>
                    <a:pt x="14" y="17"/>
                    <a:pt x="14" y="21"/>
                  </a:cubicBezTo>
                  <a:cubicBezTo>
                    <a:pt x="14" y="55"/>
                    <a:pt x="14" y="55"/>
                    <a:pt x="14" y="55"/>
                  </a:cubicBezTo>
                  <a:cubicBezTo>
                    <a:pt x="14" y="58"/>
                    <a:pt x="15" y="60"/>
                    <a:pt x="17" y="62"/>
                  </a:cubicBezTo>
                  <a:cubicBezTo>
                    <a:pt x="18" y="63"/>
                    <a:pt x="21" y="64"/>
                    <a:pt x="26" y="64"/>
                  </a:cubicBezTo>
                  <a:cubicBezTo>
                    <a:pt x="39" y="64"/>
                    <a:pt x="39" y="64"/>
                    <a:pt x="39" y="64"/>
                  </a:cubicBezTo>
                  <a:cubicBezTo>
                    <a:pt x="44" y="64"/>
                    <a:pt x="47"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 name="Freeform 48"/>
            <p:cNvSpPr>
              <a:spLocks/>
            </p:cNvSpPr>
            <p:nvPr userDrawn="1"/>
          </p:nvSpPr>
          <p:spPr bwMode="auto">
            <a:xfrm>
              <a:off x="2476" y="2726"/>
              <a:ext cx="98" cy="114"/>
            </a:xfrm>
            <a:custGeom>
              <a:avLst/>
              <a:gdLst>
                <a:gd name="T0" fmla="*/ 65 w 65"/>
                <a:gd name="T1" fmla="*/ 57 h 75"/>
                <a:gd name="T2" fmla="*/ 60 w 65"/>
                <a:gd name="T3" fmla="*/ 70 h 75"/>
                <a:gd name="T4" fmla="*/ 45 w 65"/>
                <a:gd name="T5" fmla="*/ 75 h 75"/>
                <a:gd name="T6" fmla="*/ 22 w 65"/>
                <a:gd name="T7" fmla="*/ 75 h 75"/>
                <a:gd name="T8" fmla="*/ 6 w 65"/>
                <a:gd name="T9" fmla="*/ 70 h 75"/>
                <a:gd name="T10" fmla="*/ 1 w 65"/>
                <a:gd name="T11" fmla="*/ 63 h 75"/>
                <a:gd name="T12" fmla="*/ 0 w 65"/>
                <a:gd name="T13" fmla="*/ 55 h 75"/>
                <a:gd name="T14" fmla="*/ 0 w 65"/>
                <a:gd name="T15" fmla="*/ 18 h 75"/>
                <a:gd name="T16" fmla="*/ 1 w 65"/>
                <a:gd name="T17" fmla="*/ 10 h 75"/>
                <a:gd name="T18" fmla="*/ 7 w 65"/>
                <a:gd name="T19" fmla="*/ 4 h 75"/>
                <a:gd name="T20" fmla="*/ 22 w 65"/>
                <a:gd name="T21" fmla="*/ 0 h 75"/>
                <a:gd name="T22" fmla="*/ 60 w 65"/>
                <a:gd name="T23" fmla="*/ 0 h 75"/>
                <a:gd name="T24" fmla="*/ 60 w 65"/>
                <a:gd name="T25" fmla="*/ 11 h 75"/>
                <a:gd name="T26" fmla="*/ 25 w 65"/>
                <a:gd name="T27" fmla="*/ 11 h 75"/>
                <a:gd name="T28" fmla="*/ 16 w 65"/>
                <a:gd name="T29" fmla="*/ 13 h 75"/>
                <a:gd name="T30" fmla="*/ 14 w 65"/>
                <a:gd name="T31" fmla="*/ 20 h 75"/>
                <a:gd name="T32" fmla="*/ 14 w 65"/>
                <a:gd name="T33" fmla="*/ 55 h 75"/>
                <a:gd name="T34" fmla="*/ 17 w 65"/>
                <a:gd name="T35" fmla="*/ 62 h 75"/>
                <a:gd name="T36" fmla="*/ 25 w 65"/>
                <a:gd name="T37" fmla="*/ 64 h 75"/>
                <a:gd name="T38" fmla="*/ 42 w 65"/>
                <a:gd name="T39" fmla="*/ 64 h 75"/>
                <a:gd name="T40" fmla="*/ 52 w 65"/>
                <a:gd name="T41" fmla="*/ 55 h 75"/>
                <a:gd name="T42" fmla="*/ 52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4" y="67"/>
                    <a:pt x="60" y="70"/>
                  </a:cubicBezTo>
                  <a:cubicBezTo>
                    <a:pt x="57" y="73"/>
                    <a:pt x="52" y="75"/>
                    <a:pt x="45" y="75"/>
                  </a:cubicBezTo>
                  <a:cubicBezTo>
                    <a:pt x="22" y="75"/>
                    <a:pt x="22" y="75"/>
                    <a:pt x="22" y="75"/>
                  </a:cubicBezTo>
                  <a:cubicBezTo>
                    <a:pt x="15" y="75"/>
                    <a:pt x="10" y="73"/>
                    <a:pt x="6" y="70"/>
                  </a:cubicBezTo>
                  <a:cubicBezTo>
                    <a:pt x="4" y="68"/>
                    <a:pt x="2" y="66"/>
                    <a:pt x="1" y="63"/>
                  </a:cubicBezTo>
                  <a:cubicBezTo>
                    <a:pt x="1" y="62"/>
                    <a:pt x="0" y="59"/>
                    <a:pt x="0" y="55"/>
                  </a:cubicBezTo>
                  <a:cubicBezTo>
                    <a:pt x="0" y="18"/>
                    <a:pt x="0" y="18"/>
                    <a:pt x="0" y="18"/>
                  </a:cubicBezTo>
                  <a:cubicBezTo>
                    <a:pt x="0" y="15"/>
                    <a:pt x="1" y="12"/>
                    <a:pt x="1" y="10"/>
                  </a:cubicBezTo>
                  <a:cubicBezTo>
                    <a:pt x="2" y="8"/>
                    <a:pt x="4" y="6"/>
                    <a:pt x="7" y="4"/>
                  </a:cubicBezTo>
                  <a:cubicBezTo>
                    <a:pt x="11" y="2"/>
                    <a:pt x="16" y="0"/>
                    <a:pt x="22" y="0"/>
                  </a:cubicBezTo>
                  <a:cubicBezTo>
                    <a:pt x="60" y="0"/>
                    <a:pt x="60" y="0"/>
                    <a:pt x="60" y="0"/>
                  </a:cubicBezTo>
                  <a:cubicBezTo>
                    <a:pt x="60" y="11"/>
                    <a:pt x="60" y="11"/>
                    <a:pt x="60" y="11"/>
                  </a:cubicBezTo>
                  <a:cubicBezTo>
                    <a:pt x="25" y="11"/>
                    <a:pt x="25" y="11"/>
                    <a:pt x="25" y="11"/>
                  </a:cubicBezTo>
                  <a:cubicBezTo>
                    <a:pt x="21" y="11"/>
                    <a:pt x="18" y="12"/>
                    <a:pt x="16" y="13"/>
                  </a:cubicBezTo>
                  <a:cubicBezTo>
                    <a:pt x="15" y="14"/>
                    <a:pt x="14" y="16"/>
                    <a:pt x="14" y="20"/>
                  </a:cubicBezTo>
                  <a:cubicBezTo>
                    <a:pt x="14" y="55"/>
                    <a:pt x="14" y="55"/>
                    <a:pt x="14" y="55"/>
                  </a:cubicBezTo>
                  <a:cubicBezTo>
                    <a:pt x="14" y="58"/>
                    <a:pt x="15" y="61"/>
                    <a:pt x="17" y="62"/>
                  </a:cubicBezTo>
                  <a:cubicBezTo>
                    <a:pt x="18" y="63"/>
                    <a:pt x="21" y="64"/>
                    <a:pt x="25" y="64"/>
                  </a:cubicBezTo>
                  <a:cubicBezTo>
                    <a:pt x="42" y="64"/>
                    <a:pt x="42" y="64"/>
                    <a:pt x="42" y="64"/>
                  </a:cubicBezTo>
                  <a:cubicBezTo>
                    <a:pt x="49" y="64"/>
                    <a:pt x="52" y="61"/>
                    <a:pt x="52" y="55"/>
                  </a:cubicBezTo>
                  <a:cubicBezTo>
                    <a:pt x="52" y="34"/>
                    <a:pt x="52" y="34"/>
                    <a:pt x="52"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 name="Freeform 49"/>
            <p:cNvSpPr>
              <a:spLocks/>
            </p:cNvSpPr>
            <p:nvPr userDrawn="1"/>
          </p:nvSpPr>
          <p:spPr bwMode="auto">
            <a:xfrm>
              <a:off x="2631" y="2728"/>
              <a:ext cx="98" cy="112"/>
            </a:xfrm>
            <a:custGeom>
              <a:avLst/>
              <a:gdLst>
                <a:gd name="T0" fmla="*/ 65 w 65"/>
                <a:gd name="T1" fmla="*/ 74 h 74"/>
                <a:gd name="T2" fmla="*/ 49 w 65"/>
                <a:gd name="T3" fmla="*/ 74 h 74"/>
                <a:gd name="T4" fmla="*/ 16 w 65"/>
                <a:gd name="T5" fmla="*/ 45 h 74"/>
                <a:gd name="T6" fmla="*/ 15 w 65"/>
                <a:gd name="T7" fmla="*/ 40 h 74"/>
                <a:gd name="T8" fmla="*/ 23 w 65"/>
                <a:gd name="T9" fmla="*/ 34 h 74"/>
                <a:gd name="T10" fmla="*/ 42 w 65"/>
                <a:gd name="T11" fmla="*/ 34 h 74"/>
                <a:gd name="T12" fmla="*/ 52 w 65"/>
                <a:gd name="T13" fmla="*/ 27 h 74"/>
                <a:gd name="T14" fmla="*/ 52 w 65"/>
                <a:gd name="T15" fmla="*/ 18 h 74"/>
                <a:gd name="T16" fmla="*/ 41 w 65"/>
                <a:gd name="T17" fmla="*/ 10 h 74"/>
                <a:gd name="T18" fmla="*/ 14 w 65"/>
                <a:gd name="T19" fmla="*/ 10 h 74"/>
                <a:gd name="T20" fmla="*/ 14 w 65"/>
                <a:gd name="T21" fmla="*/ 74 h 74"/>
                <a:gd name="T22" fmla="*/ 0 w 65"/>
                <a:gd name="T23" fmla="*/ 74 h 74"/>
                <a:gd name="T24" fmla="*/ 0 w 65"/>
                <a:gd name="T25" fmla="*/ 0 h 74"/>
                <a:gd name="T26" fmla="*/ 45 w 65"/>
                <a:gd name="T27" fmla="*/ 0 h 74"/>
                <a:gd name="T28" fmla="*/ 65 w 65"/>
                <a:gd name="T29" fmla="*/ 15 h 74"/>
                <a:gd name="T30" fmla="*/ 65 w 65"/>
                <a:gd name="T31" fmla="*/ 28 h 74"/>
                <a:gd name="T32" fmla="*/ 60 w 65"/>
                <a:gd name="T33" fmla="*/ 39 h 74"/>
                <a:gd name="T34" fmla="*/ 46 w 65"/>
                <a:gd name="T35" fmla="*/ 43 h 74"/>
                <a:gd name="T36" fmla="*/ 31 w 65"/>
                <a:gd name="T37" fmla="*/ 43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5"/>
                    <a:pt x="16" y="45"/>
                    <a:pt x="16" y="45"/>
                  </a:cubicBezTo>
                  <a:cubicBezTo>
                    <a:pt x="15" y="44"/>
                    <a:pt x="15" y="43"/>
                    <a:pt x="15" y="40"/>
                  </a:cubicBezTo>
                  <a:cubicBezTo>
                    <a:pt x="15" y="36"/>
                    <a:pt x="17" y="34"/>
                    <a:pt x="23" y="34"/>
                  </a:cubicBezTo>
                  <a:cubicBezTo>
                    <a:pt x="42" y="34"/>
                    <a:pt x="42" y="34"/>
                    <a:pt x="42" y="34"/>
                  </a:cubicBezTo>
                  <a:cubicBezTo>
                    <a:pt x="49" y="34"/>
                    <a:pt x="52" y="32"/>
                    <a:pt x="52" y="27"/>
                  </a:cubicBezTo>
                  <a:cubicBezTo>
                    <a:pt x="52" y="18"/>
                    <a:pt x="52" y="18"/>
                    <a:pt x="52" y="18"/>
                  </a:cubicBezTo>
                  <a:cubicBezTo>
                    <a:pt x="52" y="13"/>
                    <a:pt x="48" y="10"/>
                    <a:pt x="41" y="10"/>
                  </a:cubicBezTo>
                  <a:cubicBezTo>
                    <a:pt x="14" y="10"/>
                    <a:pt x="14" y="10"/>
                    <a:pt x="14" y="10"/>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5"/>
                  </a:cubicBezTo>
                  <a:cubicBezTo>
                    <a:pt x="65" y="28"/>
                    <a:pt x="65" y="28"/>
                    <a:pt x="65" y="28"/>
                  </a:cubicBezTo>
                  <a:cubicBezTo>
                    <a:pt x="65" y="33"/>
                    <a:pt x="63" y="36"/>
                    <a:pt x="60" y="39"/>
                  </a:cubicBezTo>
                  <a:cubicBezTo>
                    <a:pt x="56" y="42"/>
                    <a:pt x="52" y="43"/>
                    <a:pt x="46" y="43"/>
                  </a:cubicBezTo>
                  <a:cubicBezTo>
                    <a:pt x="31" y="43"/>
                    <a:pt x="31" y="43"/>
                    <a:pt x="31" y="43"/>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 name="Freeform 50"/>
            <p:cNvSpPr>
              <a:spLocks noEditPoints="1"/>
            </p:cNvSpPr>
            <p:nvPr userDrawn="1"/>
          </p:nvSpPr>
          <p:spPr bwMode="auto">
            <a:xfrm>
              <a:off x="2773" y="2728"/>
              <a:ext cx="121" cy="112"/>
            </a:xfrm>
            <a:custGeom>
              <a:avLst/>
              <a:gdLst>
                <a:gd name="T0" fmla="*/ 80 w 80"/>
                <a:gd name="T1" fmla="*/ 74 h 74"/>
                <a:gd name="T2" fmla="*/ 66 w 80"/>
                <a:gd name="T3" fmla="*/ 74 h 74"/>
                <a:gd name="T4" fmla="*/ 58 w 80"/>
                <a:gd name="T5" fmla="*/ 55 h 74"/>
                <a:gd name="T6" fmla="*/ 22 w 80"/>
                <a:gd name="T7" fmla="*/ 55 h 74"/>
                <a:gd name="T8" fmla="*/ 14 w 80"/>
                <a:gd name="T9" fmla="*/ 74 h 74"/>
                <a:gd name="T10" fmla="*/ 0 w 80"/>
                <a:gd name="T11" fmla="*/ 74 h 74"/>
                <a:gd name="T12" fmla="*/ 29 w 80"/>
                <a:gd name="T13" fmla="*/ 6 h 74"/>
                <a:gd name="T14" fmla="*/ 40 w 80"/>
                <a:gd name="T15" fmla="*/ 0 h 74"/>
                <a:gd name="T16" fmla="*/ 50 w 80"/>
                <a:gd name="T17" fmla="*/ 6 h 74"/>
                <a:gd name="T18" fmla="*/ 80 w 80"/>
                <a:gd name="T19" fmla="*/ 74 h 74"/>
                <a:gd name="T20" fmla="*/ 54 w 80"/>
                <a:gd name="T21" fmla="*/ 45 h 74"/>
                <a:gd name="T22" fmla="*/ 39 w 80"/>
                <a:gd name="T23" fmla="*/ 12 h 74"/>
                <a:gd name="T24" fmla="*/ 26 w 80"/>
                <a:gd name="T25" fmla="*/ 45 h 74"/>
                <a:gd name="T26" fmla="*/ 54 w 80"/>
                <a:gd name="T27" fmla="*/ 4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5"/>
                    <a:pt x="58" y="55"/>
                    <a:pt x="58" y="55"/>
                  </a:cubicBezTo>
                  <a:cubicBezTo>
                    <a:pt x="22" y="55"/>
                    <a:pt x="22" y="55"/>
                    <a:pt x="22" y="55"/>
                  </a:cubicBezTo>
                  <a:cubicBezTo>
                    <a:pt x="14" y="74"/>
                    <a:pt x="14" y="74"/>
                    <a:pt x="14" y="74"/>
                  </a:cubicBezTo>
                  <a:cubicBezTo>
                    <a:pt x="0" y="74"/>
                    <a:pt x="0" y="74"/>
                    <a:pt x="0" y="74"/>
                  </a:cubicBezTo>
                  <a:cubicBezTo>
                    <a:pt x="29" y="6"/>
                    <a:pt x="29" y="6"/>
                    <a:pt x="29" y="6"/>
                  </a:cubicBezTo>
                  <a:cubicBezTo>
                    <a:pt x="31" y="2"/>
                    <a:pt x="35" y="0"/>
                    <a:pt x="40" y="0"/>
                  </a:cubicBezTo>
                  <a:cubicBezTo>
                    <a:pt x="45" y="0"/>
                    <a:pt x="48" y="2"/>
                    <a:pt x="50" y="6"/>
                  </a:cubicBezTo>
                  <a:lnTo>
                    <a:pt x="80" y="74"/>
                  </a:lnTo>
                  <a:close/>
                  <a:moveTo>
                    <a:pt x="54" y="45"/>
                  </a:moveTo>
                  <a:cubicBezTo>
                    <a:pt x="39" y="12"/>
                    <a:pt x="39" y="12"/>
                    <a:pt x="39" y="12"/>
                  </a:cubicBezTo>
                  <a:cubicBezTo>
                    <a:pt x="26" y="45"/>
                    <a:pt x="26" y="45"/>
                    <a:pt x="26" y="45"/>
                  </a:cubicBezTo>
                  <a:lnTo>
                    <a:pt x="54" y="4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 name="Freeform 51"/>
            <p:cNvSpPr>
              <a:spLocks noEditPoints="1"/>
            </p:cNvSpPr>
            <p:nvPr userDrawn="1"/>
          </p:nvSpPr>
          <p:spPr bwMode="auto">
            <a:xfrm>
              <a:off x="2939" y="2726"/>
              <a:ext cx="99" cy="114"/>
            </a:xfrm>
            <a:custGeom>
              <a:avLst/>
              <a:gdLst>
                <a:gd name="T0" fmla="*/ 66 w 66"/>
                <a:gd name="T1" fmla="*/ 31 h 75"/>
                <a:gd name="T2" fmla="*/ 60 w 66"/>
                <a:gd name="T3" fmla="*/ 42 h 75"/>
                <a:gd name="T4" fmla="*/ 46 w 66"/>
                <a:gd name="T5" fmla="*/ 47 h 75"/>
                <a:gd name="T6" fmla="*/ 14 w 66"/>
                <a:gd name="T7" fmla="*/ 47 h 75"/>
                <a:gd name="T8" fmla="*/ 14 w 66"/>
                <a:gd name="T9" fmla="*/ 75 h 75"/>
                <a:gd name="T10" fmla="*/ 0 w 66"/>
                <a:gd name="T11" fmla="*/ 75 h 75"/>
                <a:gd name="T12" fmla="*/ 0 w 66"/>
                <a:gd name="T13" fmla="*/ 0 h 75"/>
                <a:gd name="T14" fmla="*/ 45 w 66"/>
                <a:gd name="T15" fmla="*/ 0 h 75"/>
                <a:gd name="T16" fmla="*/ 60 w 66"/>
                <a:gd name="T17" fmla="*/ 4 h 75"/>
                <a:gd name="T18" fmla="*/ 66 w 66"/>
                <a:gd name="T19" fmla="*/ 15 h 75"/>
                <a:gd name="T20" fmla="*/ 66 w 66"/>
                <a:gd name="T21" fmla="*/ 31 h 75"/>
                <a:gd name="T22" fmla="*/ 52 w 66"/>
                <a:gd name="T23" fmla="*/ 27 h 75"/>
                <a:gd name="T24" fmla="*/ 52 w 66"/>
                <a:gd name="T25" fmla="*/ 18 h 75"/>
                <a:gd name="T26" fmla="*/ 42 w 66"/>
                <a:gd name="T27" fmla="*/ 11 h 75"/>
                <a:gd name="T28" fmla="*/ 14 w 66"/>
                <a:gd name="T29" fmla="*/ 11 h 75"/>
                <a:gd name="T30" fmla="*/ 14 w 66"/>
                <a:gd name="T31" fmla="*/ 36 h 75"/>
                <a:gd name="T32" fmla="*/ 41 w 66"/>
                <a:gd name="T33" fmla="*/ 36 h 75"/>
                <a:gd name="T34" fmla="*/ 52 w 66"/>
                <a:gd name="T35" fmla="*/ 2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75">
                  <a:moveTo>
                    <a:pt x="66" y="31"/>
                  </a:moveTo>
                  <a:cubicBezTo>
                    <a:pt x="66" y="36"/>
                    <a:pt x="64" y="40"/>
                    <a:pt x="60" y="42"/>
                  </a:cubicBezTo>
                  <a:cubicBezTo>
                    <a:pt x="57" y="45"/>
                    <a:pt x="52" y="47"/>
                    <a:pt x="46" y="47"/>
                  </a:cubicBezTo>
                  <a:cubicBezTo>
                    <a:pt x="14" y="47"/>
                    <a:pt x="14" y="47"/>
                    <a:pt x="14" y="47"/>
                  </a:cubicBezTo>
                  <a:cubicBezTo>
                    <a:pt x="14" y="75"/>
                    <a:pt x="14" y="75"/>
                    <a:pt x="14" y="75"/>
                  </a:cubicBezTo>
                  <a:cubicBezTo>
                    <a:pt x="0" y="75"/>
                    <a:pt x="0" y="75"/>
                    <a:pt x="0" y="75"/>
                  </a:cubicBezTo>
                  <a:cubicBezTo>
                    <a:pt x="0" y="0"/>
                    <a:pt x="0" y="0"/>
                    <a:pt x="0" y="0"/>
                  </a:cubicBezTo>
                  <a:cubicBezTo>
                    <a:pt x="45" y="0"/>
                    <a:pt x="45" y="0"/>
                    <a:pt x="45" y="0"/>
                  </a:cubicBezTo>
                  <a:cubicBezTo>
                    <a:pt x="51" y="0"/>
                    <a:pt x="56" y="1"/>
                    <a:pt x="60" y="4"/>
                  </a:cubicBezTo>
                  <a:cubicBezTo>
                    <a:pt x="63" y="7"/>
                    <a:pt x="65" y="10"/>
                    <a:pt x="66" y="15"/>
                  </a:cubicBezTo>
                  <a:cubicBezTo>
                    <a:pt x="66" y="20"/>
                    <a:pt x="66" y="25"/>
                    <a:pt x="66" y="31"/>
                  </a:cubicBezTo>
                  <a:close/>
                  <a:moveTo>
                    <a:pt x="52" y="27"/>
                  </a:moveTo>
                  <a:cubicBezTo>
                    <a:pt x="52" y="18"/>
                    <a:pt x="52" y="18"/>
                    <a:pt x="52" y="18"/>
                  </a:cubicBezTo>
                  <a:cubicBezTo>
                    <a:pt x="52" y="14"/>
                    <a:pt x="49" y="11"/>
                    <a:pt x="42" y="11"/>
                  </a:cubicBezTo>
                  <a:cubicBezTo>
                    <a:pt x="14" y="11"/>
                    <a:pt x="14" y="11"/>
                    <a:pt x="14" y="11"/>
                  </a:cubicBezTo>
                  <a:cubicBezTo>
                    <a:pt x="14" y="36"/>
                    <a:pt x="14" y="36"/>
                    <a:pt x="14" y="36"/>
                  </a:cubicBezTo>
                  <a:cubicBezTo>
                    <a:pt x="41" y="36"/>
                    <a:pt x="41" y="36"/>
                    <a:pt x="41" y="36"/>
                  </a:cubicBezTo>
                  <a:cubicBezTo>
                    <a:pt x="49" y="36"/>
                    <a:pt x="52" y="33"/>
                    <a:pt x="52" y="27"/>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 name="Freeform 52"/>
            <p:cNvSpPr>
              <a:spLocks/>
            </p:cNvSpPr>
            <p:nvPr userDrawn="1"/>
          </p:nvSpPr>
          <p:spPr bwMode="auto">
            <a:xfrm>
              <a:off x="3094" y="2726"/>
              <a:ext cx="100" cy="114"/>
            </a:xfrm>
            <a:custGeom>
              <a:avLst/>
              <a:gdLst>
                <a:gd name="T0" fmla="*/ 100 w 100"/>
                <a:gd name="T1" fmla="*/ 114 h 114"/>
                <a:gd name="T2" fmla="*/ 80 w 100"/>
                <a:gd name="T3" fmla="*/ 114 h 114"/>
                <a:gd name="T4" fmla="*/ 80 w 100"/>
                <a:gd name="T5" fmla="*/ 65 h 114"/>
                <a:gd name="T6" fmla="*/ 20 w 100"/>
                <a:gd name="T7" fmla="*/ 65 h 114"/>
                <a:gd name="T8" fmla="*/ 20 w 100"/>
                <a:gd name="T9" fmla="*/ 114 h 114"/>
                <a:gd name="T10" fmla="*/ 0 w 100"/>
                <a:gd name="T11" fmla="*/ 114 h 114"/>
                <a:gd name="T12" fmla="*/ 0 w 100"/>
                <a:gd name="T13" fmla="*/ 0 h 114"/>
                <a:gd name="T14" fmla="*/ 20 w 100"/>
                <a:gd name="T15" fmla="*/ 0 h 114"/>
                <a:gd name="T16" fmla="*/ 20 w 100"/>
                <a:gd name="T17" fmla="*/ 49 h 114"/>
                <a:gd name="T18" fmla="*/ 80 w 100"/>
                <a:gd name="T19" fmla="*/ 49 h 114"/>
                <a:gd name="T20" fmla="*/ 80 w 100"/>
                <a:gd name="T21" fmla="*/ 0 h 114"/>
                <a:gd name="T22" fmla="*/ 100 w 100"/>
                <a:gd name="T23" fmla="*/ 0 h 114"/>
                <a:gd name="T24" fmla="*/ 100 w 100"/>
                <a:gd name="T25"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4">
                  <a:moveTo>
                    <a:pt x="100" y="114"/>
                  </a:moveTo>
                  <a:lnTo>
                    <a:pt x="80" y="114"/>
                  </a:lnTo>
                  <a:lnTo>
                    <a:pt x="80" y="65"/>
                  </a:lnTo>
                  <a:lnTo>
                    <a:pt x="20" y="65"/>
                  </a:lnTo>
                  <a:lnTo>
                    <a:pt x="20" y="114"/>
                  </a:lnTo>
                  <a:lnTo>
                    <a:pt x="0" y="114"/>
                  </a:lnTo>
                  <a:lnTo>
                    <a:pt x="0" y="0"/>
                  </a:lnTo>
                  <a:lnTo>
                    <a:pt x="20" y="0"/>
                  </a:lnTo>
                  <a:lnTo>
                    <a:pt x="20" y="49"/>
                  </a:lnTo>
                  <a:lnTo>
                    <a:pt x="80" y="49"/>
                  </a:lnTo>
                  <a:lnTo>
                    <a:pt x="80" y="0"/>
                  </a:lnTo>
                  <a:lnTo>
                    <a:pt x="100" y="0"/>
                  </a:lnTo>
                  <a:lnTo>
                    <a:pt x="100" y="11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 name="Rectangle 53"/>
            <p:cNvSpPr>
              <a:spLocks noChangeArrowheads="1"/>
            </p:cNvSpPr>
            <p:nvPr userDrawn="1"/>
          </p:nvSpPr>
          <p:spPr bwMode="auto">
            <a:xfrm>
              <a:off x="3251" y="2726"/>
              <a:ext cx="20" cy="114"/>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 name="Freeform 54"/>
            <p:cNvSpPr>
              <a:spLocks noEditPoints="1"/>
            </p:cNvSpPr>
            <p:nvPr userDrawn="1"/>
          </p:nvSpPr>
          <p:spPr bwMode="auto">
            <a:xfrm>
              <a:off x="3328" y="2726"/>
              <a:ext cx="98" cy="129"/>
            </a:xfrm>
            <a:custGeom>
              <a:avLst/>
              <a:gdLst>
                <a:gd name="T0" fmla="*/ 65 w 65"/>
                <a:gd name="T1" fmla="*/ 58 h 85"/>
                <a:gd name="T2" fmla="*/ 51 w 65"/>
                <a:gd name="T3" fmla="*/ 74 h 85"/>
                <a:gd name="T4" fmla="*/ 64 w 65"/>
                <a:gd name="T5" fmla="*/ 85 h 85"/>
                <a:gd name="T6" fmla="*/ 46 w 65"/>
                <a:gd name="T7" fmla="*/ 85 h 85"/>
                <a:gd name="T8" fmla="*/ 33 w 65"/>
                <a:gd name="T9" fmla="*/ 75 h 85"/>
                <a:gd name="T10" fmla="*/ 22 w 65"/>
                <a:gd name="T11" fmla="*/ 75 h 85"/>
                <a:gd name="T12" fmla="*/ 7 w 65"/>
                <a:gd name="T13" fmla="*/ 71 h 85"/>
                <a:gd name="T14" fmla="*/ 0 w 65"/>
                <a:gd name="T15" fmla="*/ 58 h 85"/>
                <a:gd name="T16" fmla="*/ 0 w 65"/>
                <a:gd name="T17" fmla="*/ 17 h 85"/>
                <a:gd name="T18" fmla="*/ 7 w 65"/>
                <a:gd name="T19" fmla="*/ 4 h 85"/>
                <a:gd name="T20" fmla="*/ 22 w 65"/>
                <a:gd name="T21" fmla="*/ 0 h 85"/>
                <a:gd name="T22" fmla="*/ 43 w 65"/>
                <a:gd name="T23" fmla="*/ 0 h 85"/>
                <a:gd name="T24" fmla="*/ 58 w 65"/>
                <a:gd name="T25" fmla="*/ 4 h 85"/>
                <a:gd name="T26" fmla="*/ 65 w 65"/>
                <a:gd name="T27" fmla="*/ 17 h 85"/>
                <a:gd name="T28" fmla="*/ 65 w 65"/>
                <a:gd name="T29" fmla="*/ 58 h 85"/>
                <a:gd name="T30" fmla="*/ 52 w 65"/>
                <a:gd name="T31" fmla="*/ 56 h 85"/>
                <a:gd name="T32" fmla="*/ 52 w 65"/>
                <a:gd name="T33" fmla="*/ 20 h 85"/>
                <a:gd name="T34" fmla="*/ 49 w 65"/>
                <a:gd name="T35" fmla="*/ 13 h 85"/>
                <a:gd name="T36" fmla="*/ 39 w 65"/>
                <a:gd name="T37" fmla="*/ 11 h 85"/>
                <a:gd name="T38" fmla="*/ 26 w 65"/>
                <a:gd name="T39" fmla="*/ 11 h 85"/>
                <a:gd name="T40" fmla="*/ 16 w 65"/>
                <a:gd name="T41" fmla="*/ 13 h 85"/>
                <a:gd name="T42" fmla="*/ 14 w 65"/>
                <a:gd name="T43" fmla="*/ 20 h 85"/>
                <a:gd name="T44" fmla="*/ 14 w 65"/>
                <a:gd name="T45" fmla="*/ 55 h 85"/>
                <a:gd name="T46" fmla="*/ 17 w 65"/>
                <a:gd name="T47" fmla="*/ 62 h 85"/>
                <a:gd name="T48" fmla="*/ 26 w 65"/>
                <a:gd name="T49" fmla="*/ 64 h 85"/>
                <a:gd name="T50" fmla="*/ 39 w 65"/>
                <a:gd name="T51" fmla="*/ 64 h 85"/>
                <a:gd name="T52" fmla="*/ 49 w 65"/>
                <a:gd name="T53" fmla="*/ 62 h 85"/>
                <a:gd name="T54" fmla="*/ 52 w 65"/>
                <a:gd name="T55" fmla="*/ 5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85">
                  <a:moveTo>
                    <a:pt x="65" y="58"/>
                  </a:moveTo>
                  <a:cubicBezTo>
                    <a:pt x="65" y="67"/>
                    <a:pt x="60" y="72"/>
                    <a:pt x="51" y="74"/>
                  </a:cubicBezTo>
                  <a:cubicBezTo>
                    <a:pt x="64" y="85"/>
                    <a:pt x="64" y="85"/>
                    <a:pt x="64" y="85"/>
                  </a:cubicBezTo>
                  <a:cubicBezTo>
                    <a:pt x="46" y="85"/>
                    <a:pt x="46" y="85"/>
                    <a:pt x="46" y="85"/>
                  </a:cubicBezTo>
                  <a:cubicBezTo>
                    <a:pt x="33" y="75"/>
                    <a:pt x="33" y="75"/>
                    <a:pt x="33" y="75"/>
                  </a:cubicBezTo>
                  <a:cubicBezTo>
                    <a:pt x="22" y="75"/>
                    <a:pt x="22" y="75"/>
                    <a:pt x="22" y="75"/>
                  </a:cubicBezTo>
                  <a:cubicBezTo>
                    <a:pt x="15" y="75"/>
                    <a:pt x="10" y="74"/>
                    <a:pt x="7" y="71"/>
                  </a:cubicBezTo>
                  <a:cubicBezTo>
                    <a:pt x="2" y="69"/>
                    <a:pt x="0" y="64"/>
                    <a:pt x="0" y="58"/>
                  </a:cubicBezTo>
                  <a:cubicBezTo>
                    <a:pt x="0" y="17"/>
                    <a:pt x="0" y="17"/>
                    <a:pt x="0" y="17"/>
                  </a:cubicBezTo>
                  <a:cubicBezTo>
                    <a:pt x="0" y="11"/>
                    <a:pt x="2" y="7"/>
                    <a:pt x="7" y="4"/>
                  </a:cubicBezTo>
                  <a:cubicBezTo>
                    <a:pt x="10" y="2"/>
                    <a:pt x="15" y="0"/>
                    <a:pt x="22" y="0"/>
                  </a:cubicBezTo>
                  <a:cubicBezTo>
                    <a:pt x="43" y="0"/>
                    <a:pt x="43" y="0"/>
                    <a:pt x="43" y="0"/>
                  </a:cubicBezTo>
                  <a:cubicBezTo>
                    <a:pt x="50" y="0"/>
                    <a:pt x="55" y="2"/>
                    <a:pt x="58" y="4"/>
                  </a:cubicBezTo>
                  <a:cubicBezTo>
                    <a:pt x="63" y="7"/>
                    <a:pt x="65" y="11"/>
                    <a:pt x="65" y="17"/>
                  </a:cubicBezTo>
                  <a:lnTo>
                    <a:pt x="65" y="58"/>
                  </a:lnTo>
                  <a:close/>
                  <a:moveTo>
                    <a:pt x="52" y="56"/>
                  </a:moveTo>
                  <a:cubicBezTo>
                    <a:pt x="52" y="20"/>
                    <a:pt x="52" y="20"/>
                    <a:pt x="52" y="20"/>
                  </a:cubicBezTo>
                  <a:cubicBezTo>
                    <a:pt x="52" y="17"/>
                    <a:pt x="51" y="14"/>
                    <a:pt x="49" y="13"/>
                  </a:cubicBezTo>
                  <a:cubicBezTo>
                    <a:pt x="47" y="12"/>
                    <a:pt x="44" y="11"/>
                    <a:pt x="39" y="11"/>
                  </a:cubicBezTo>
                  <a:cubicBezTo>
                    <a:pt x="26" y="11"/>
                    <a:pt x="26" y="11"/>
                    <a:pt x="26" y="11"/>
                  </a:cubicBezTo>
                  <a:cubicBezTo>
                    <a:pt x="21" y="11"/>
                    <a:pt x="18" y="12"/>
                    <a:pt x="16" y="13"/>
                  </a:cubicBezTo>
                  <a:cubicBezTo>
                    <a:pt x="14" y="14"/>
                    <a:pt x="14" y="17"/>
                    <a:pt x="14" y="20"/>
                  </a:cubicBezTo>
                  <a:cubicBezTo>
                    <a:pt x="14" y="55"/>
                    <a:pt x="14" y="55"/>
                    <a:pt x="14" y="55"/>
                  </a:cubicBezTo>
                  <a:cubicBezTo>
                    <a:pt x="14" y="59"/>
                    <a:pt x="15" y="61"/>
                    <a:pt x="17" y="62"/>
                  </a:cubicBezTo>
                  <a:cubicBezTo>
                    <a:pt x="18" y="63"/>
                    <a:pt x="21" y="64"/>
                    <a:pt x="26" y="64"/>
                  </a:cubicBezTo>
                  <a:cubicBezTo>
                    <a:pt x="39" y="64"/>
                    <a:pt x="39" y="64"/>
                    <a:pt x="39" y="64"/>
                  </a:cubicBezTo>
                  <a:cubicBezTo>
                    <a:pt x="44" y="64"/>
                    <a:pt x="47" y="63"/>
                    <a:pt x="49" y="62"/>
                  </a:cubicBezTo>
                  <a:cubicBezTo>
                    <a:pt x="51" y="61"/>
                    <a:pt x="52" y="59"/>
                    <a:pt x="52" y="56"/>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 name="Freeform 55"/>
            <p:cNvSpPr>
              <a:spLocks/>
            </p:cNvSpPr>
            <p:nvPr userDrawn="1"/>
          </p:nvSpPr>
          <p:spPr bwMode="auto">
            <a:xfrm>
              <a:off x="3483" y="2726"/>
              <a:ext cx="98" cy="114"/>
            </a:xfrm>
            <a:custGeom>
              <a:avLst/>
              <a:gdLst>
                <a:gd name="T0" fmla="*/ 65 w 65"/>
                <a:gd name="T1" fmla="*/ 56 h 75"/>
                <a:gd name="T2" fmla="*/ 64 w 65"/>
                <a:gd name="T3" fmla="*/ 64 h 75"/>
                <a:gd name="T4" fmla="*/ 60 w 65"/>
                <a:gd name="T5" fmla="*/ 70 h 75"/>
                <a:gd name="T6" fmla="*/ 52 w 65"/>
                <a:gd name="T7" fmla="*/ 74 h 75"/>
                <a:gd name="T8" fmla="*/ 43 w 65"/>
                <a:gd name="T9" fmla="*/ 75 h 75"/>
                <a:gd name="T10" fmla="*/ 22 w 65"/>
                <a:gd name="T11" fmla="*/ 75 h 75"/>
                <a:gd name="T12" fmla="*/ 13 w 65"/>
                <a:gd name="T13" fmla="*/ 74 h 75"/>
                <a:gd name="T14" fmla="*/ 6 w 65"/>
                <a:gd name="T15" fmla="*/ 70 h 75"/>
                <a:gd name="T16" fmla="*/ 1 w 65"/>
                <a:gd name="T17" fmla="*/ 64 h 75"/>
                <a:gd name="T18" fmla="*/ 0 w 65"/>
                <a:gd name="T19" fmla="*/ 56 h 75"/>
                <a:gd name="T20" fmla="*/ 0 w 65"/>
                <a:gd name="T21" fmla="*/ 0 h 75"/>
                <a:gd name="T22" fmla="*/ 13 w 65"/>
                <a:gd name="T23" fmla="*/ 0 h 75"/>
                <a:gd name="T24" fmla="*/ 13 w 65"/>
                <a:gd name="T25" fmla="*/ 54 h 75"/>
                <a:gd name="T26" fmla="*/ 16 w 65"/>
                <a:gd name="T27" fmla="*/ 62 h 75"/>
                <a:gd name="T28" fmla="*/ 26 w 65"/>
                <a:gd name="T29" fmla="*/ 64 h 75"/>
                <a:gd name="T30" fmla="*/ 40 w 65"/>
                <a:gd name="T31" fmla="*/ 64 h 75"/>
                <a:gd name="T32" fmla="*/ 49 w 65"/>
                <a:gd name="T33" fmla="*/ 62 h 75"/>
                <a:gd name="T34" fmla="*/ 52 w 65"/>
                <a:gd name="T35" fmla="*/ 54 h 75"/>
                <a:gd name="T36" fmla="*/ 52 w 65"/>
                <a:gd name="T37" fmla="*/ 0 h 75"/>
                <a:gd name="T38" fmla="*/ 65 w 65"/>
                <a:gd name="T39" fmla="*/ 0 h 75"/>
                <a:gd name="T40" fmla="*/ 65 w 65"/>
                <a:gd name="T41" fmla="*/ 5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75">
                  <a:moveTo>
                    <a:pt x="65" y="56"/>
                  </a:moveTo>
                  <a:cubicBezTo>
                    <a:pt x="65" y="59"/>
                    <a:pt x="65" y="62"/>
                    <a:pt x="64" y="64"/>
                  </a:cubicBezTo>
                  <a:cubicBezTo>
                    <a:pt x="64" y="66"/>
                    <a:pt x="62" y="68"/>
                    <a:pt x="60" y="70"/>
                  </a:cubicBezTo>
                  <a:cubicBezTo>
                    <a:pt x="57" y="72"/>
                    <a:pt x="55" y="73"/>
                    <a:pt x="52" y="74"/>
                  </a:cubicBezTo>
                  <a:cubicBezTo>
                    <a:pt x="50" y="74"/>
                    <a:pt x="47" y="75"/>
                    <a:pt x="43" y="75"/>
                  </a:cubicBezTo>
                  <a:cubicBezTo>
                    <a:pt x="22" y="75"/>
                    <a:pt x="22" y="75"/>
                    <a:pt x="22" y="75"/>
                  </a:cubicBezTo>
                  <a:cubicBezTo>
                    <a:pt x="18" y="75"/>
                    <a:pt x="15" y="74"/>
                    <a:pt x="13" y="74"/>
                  </a:cubicBezTo>
                  <a:cubicBezTo>
                    <a:pt x="11" y="73"/>
                    <a:pt x="8" y="72"/>
                    <a:pt x="6" y="70"/>
                  </a:cubicBezTo>
                  <a:cubicBezTo>
                    <a:pt x="3" y="68"/>
                    <a:pt x="2" y="66"/>
                    <a:pt x="1" y="64"/>
                  </a:cubicBezTo>
                  <a:cubicBezTo>
                    <a:pt x="0" y="62"/>
                    <a:pt x="0" y="59"/>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1" y="64"/>
                    <a:pt x="26" y="64"/>
                  </a:cubicBezTo>
                  <a:cubicBezTo>
                    <a:pt x="40" y="64"/>
                    <a:pt x="40" y="64"/>
                    <a:pt x="40" y="64"/>
                  </a:cubicBezTo>
                  <a:cubicBezTo>
                    <a:pt x="44" y="64"/>
                    <a:pt x="48" y="63"/>
                    <a:pt x="49" y="62"/>
                  </a:cubicBezTo>
                  <a:cubicBezTo>
                    <a:pt x="51" y="60"/>
                    <a:pt x="52" y="58"/>
                    <a:pt x="52" y="54"/>
                  </a:cubicBezTo>
                  <a:cubicBezTo>
                    <a:pt x="52" y="0"/>
                    <a:pt x="52" y="0"/>
                    <a:pt x="52" y="0"/>
                  </a:cubicBezTo>
                  <a:cubicBezTo>
                    <a:pt x="65" y="0"/>
                    <a:pt x="65" y="0"/>
                    <a:pt x="65" y="0"/>
                  </a:cubicBezTo>
                  <a:lnTo>
                    <a:pt x="65"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 name="Freeform 56"/>
            <p:cNvSpPr>
              <a:spLocks/>
            </p:cNvSpPr>
            <p:nvPr userDrawn="1"/>
          </p:nvSpPr>
          <p:spPr bwMode="auto">
            <a:xfrm>
              <a:off x="3638" y="2728"/>
              <a:ext cx="89" cy="112"/>
            </a:xfrm>
            <a:custGeom>
              <a:avLst/>
              <a:gdLst>
                <a:gd name="T0" fmla="*/ 57 w 59"/>
                <a:gd name="T1" fmla="*/ 42 h 74"/>
                <a:gd name="T2" fmla="*/ 14 w 59"/>
                <a:gd name="T3" fmla="*/ 42 h 74"/>
                <a:gd name="T4" fmla="*/ 14 w 59"/>
                <a:gd name="T5" fmla="*/ 54 h 74"/>
                <a:gd name="T6" fmla="*/ 25 w 59"/>
                <a:gd name="T7" fmla="*/ 63 h 74"/>
                <a:gd name="T8" fmla="*/ 59 w 59"/>
                <a:gd name="T9" fmla="*/ 63 h 74"/>
                <a:gd name="T10" fmla="*/ 59 w 59"/>
                <a:gd name="T11" fmla="*/ 74 h 74"/>
                <a:gd name="T12" fmla="*/ 22 w 59"/>
                <a:gd name="T13" fmla="*/ 74 h 74"/>
                <a:gd name="T14" fmla="*/ 6 w 59"/>
                <a:gd name="T15" fmla="*/ 70 h 74"/>
                <a:gd name="T16" fmla="*/ 0 w 59"/>
                <a:gd name="T17" fmla="*/ 58 h 74"/>
                <a:gd name="T18" fmla="*/ 0 w 59"/>
                <a:gd name="T19" fmla="*/ 16 h 74"/>
                <a:gd name="T20" fmla="*/ 6 w 59"/>
                <a:gd name="T21" fmla="*/ 4 h 74"/>
                <a:gd name="T22" fmla="*/ 20 w 59"/>
                <a:gd name="T23" fmla="*/ 0 h 74"/>
                <a:gd name="T24" fmla="*/ 59 w 59"/>
                <a:gd name="T25" fmla="*/ 0 h 74"/>
                <a:gd name="T26" fmla="*/ 59 w 59"/>
                <a:gd name="T27" fmla="*/ 10 h 74"/>
                <a:gd name="T28" fmla="*/ 25 w 59"/>
                <a:gd name="T29" fmla="*/ 10 h 74"/>
                <a:gd name="T30" fmla="*/ 14 w 59"/>
                <a:gd name="T31" fmla="*/ 19 h 74"/>
                <a:gd name="T32" fmla="*/ 14 w 59"/>
                <a:gd name="T33" fmla="*/ 31 h 74"/>
                <a:gd name="T34" fmla="*/ 57 w 59"/>
                <a:gd name="T35" fmla="*/ 31 h 74"/>
                <a:gd name="T36" fmla="*/ 57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2"/>
                  </a:moveTo>
                  <a:cubicBezTo>
                    <a:pt x="14" y="42"/>
                    <a:pt x="14" y="42"/>
                    <a:pt x="14" y="42"/>
                  </a:cubicBezTo>
                  <a:cubicBezTo>
                    <a:pt x="14" y="54"/>
                    <a:pt x="14" y="54"/>
                    <a:pt x="14" y="54"/>
                  </a:cubicBezTo>
                  <a:cubicBezTo>
                    <a:pt x="14" y="60"/>
                    <a:pt x="17" y="63"/>
                    <a:pt x="25" y="63"/>
                  </a:cubicBezTo>
                  <a:cubicBezTo>
                    <a:pt x="59" y="63"/>
                    <a:pt x="59" y="63"/>
                    <a:pt x="59" y="63"/>
                  </a:cubicBezTo>
                  <a:cubicBezTo>
                    <a:pt x="59" y="74"/>
                    <a:pt x="59" y="74"/>
                    <a:pt x="59" y="74"/>
                  </a:cubicBezTo>
                  <a:cubicBezTo>
                    <a:pt x="22" y="74"/>
                    <a:pt x="22" y="74"/>
                    <a:pt x="22" y="74"/>
                  </a:cubicBezTo>
                  <a:cubicBezTo>
                    <a:pt x="15" y="74"/>
                    <a:pt x="10" y="72"/>
                    <a:pt x="6" y="70"/>
                  </a:cubicBezTo>
                  <a:cubicBezTo>
                    <a:pt x="2" y="67"/>
                    <a:pt x="0" y="63"/>
                    <a:pt x="0" y="58"/>
                  </a:cubicBezTo>
                  <a:cubicBezTo>
                    <a:pt x="0" y="16"/>
                    <a:pt x="0" y="16"/>
                    <a:pt x="0" y="16"/>
                  </a:cubicBezTo>
                  <a:cubicBezTo>
                    <a:pt x="0" y="11"/>
                    <a:pt x="2" y="7"/>
                    <a:pt x="6" y="4"/>
                  </a:cubicBezTo>
                  <a:cubicBezTo>
                    <a:pt x="9" y="1"/>
                    <a:pt x="14" y="0"/>
                    <a:pt x="20" y="0"/>
                  </a:cubicBezTo>
                  <a:cubicBezTo>
                    <a:pt x="59" y="0"/>
                    <a:pt x="59" y="0"/>
                    <a:pt x="59" y="0"/>
                  </a:cubicBezTo>
                  <a:cubicBezTo>
                    <a:pt x="59" y="10"/>
                    <a:pt x="59" y="10"/>
                    <a:pt x="59" y="10"/>
                  </a:cubicBezTo>
                  <a:cubicBezTo>
                    <a:pt x="25" y="10"/>
                    <a:pt x="25" y="10"/>
                    <a:pt x="25" y="10"/>
                  </a:cubicBezTo>
                  <a:cubicBezTo>
                    <a:pt x="17" y="10"/>
                    <a:pt x="14" y="13"/>
                    <a:pt x="14" y="19"/>
                  </a:cubicBezTo>
                  <a:cubicBezTo>
                    <a:pt x="14" y="31"/>
                    <a:pt x="14" y="31"/>
                    <a:pt x="14" y="31"/>
                  </a:cubicBezTo>
                  <a:cubicBezTo>
                    <a:pt x="57" y="31"/>
                    <a:pt x="57" y="31"/>
                    <a:pt x="57" y="31"/>
                  </a:cubicBezTo>
                  <a:lnTo>
                    <a:pt x="57"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 name="Freeform 57"/>
            <p:cNvSpPr>
              <a:spLocks/>
            </p:cNvSpPr>
            <p:nvPr userDrawn="1"/>
          </p:nvSpPr>
          <p:spPr bwMode="auto">
            <a:xfrm>
              <a:off x="2023" y="2987"/>
              <a:ext cx="89" cy="112"/>
            </a:xfrm>
            <a:custGeom>
              <a:avLst/>
              <a:gdLst>
                <a:gd name="T0" fmla="*/ 56 w 59"/>
                <a:gd name="T1" fmla="*/ 43 h 74"/>
                <a:gd name="T2" fmla="*/ 13 w 59"/>
                <a:gd name="T3" fmla="*/ 43 h 74"/>
                <a:gd name="T4" fmla="*/ 13 w 59"/>
                <a:gd name="T5" fmla="*/ 55 h 74"/>
                <a:gd name="T6" fmla="*/ 24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4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4" y="63"/>
                  </a:cubicBezTo>
                  <a:cubicBezTo>
                    <a:pt x="59" y="63"/>
                    <a:pt x="59" y="63"/>
                    <a:pt x="59" y="63"/>
                  </a:cubicBezTo>
                  <a:cubicBezTo>
                    <a:pt x="59" y="74"/>
                    <a:pt x="59" y="74"/>
                    <a:pt x="59" y="74"/>
                  </a:cubicBezTo>
                  <a:cubicBezTo>
                    <a:pt x="21" y="74"/>
                    <a:pt x="21" y="74"/>
                    <a:pt x="21" y="74"/>
                  </a:cubicBezTo>
                  <a:cubicBezTo>
                    <a:pt x="14" y="74"/>
                    <a:pt x="9" y="73"/>
                    <a:pt x="6" y="70"/>
                  </a:cubicBezTo>
                  <a:cubicBezTo>
                    <a:pt x="2" y="68"/>
                    <a:pt x="0" y="64"/>
                    <a:pt x="0" y="58"/>
                  </a:cubicBezTo>
                  <a:cubicBezTo>
                    <a:pt x="0" y="17"/>
                    <a:pt x="0" y="17"/>
                    <a:pt x="0" y="17"/>
                  </a:cubicBezTo>
                  <a:cubicBezTo>
                    <a:pt x="0" y="12"/>
                    <a:pt x="1" y="8"/>
                    <a:pt x="5" y="5"/>
                  </a:cubicBezTo>
                  <a:cubicBezTo>
                    <a:pt x="9" y="2"/>
                    <a:pt x="13" y="0"/>
                    <a:pt x="20" y="0"/>
                  </a:cubicBezTo>
                  <a:cubicBezTo>
                    <a:pt x="59" y="0"/>
                    <a:pt x="59" y="0"/>
                    <a:pt x="59" y="0"/>
                  </a:cubicBezTo>
                  <a:cubicBezTo>
                    <a:pt x="59" y="11"/>
                    <a:pt x="59" y="11"/>
                    <a:pt x="59" y="11"/>
                  </a:cubicBezTo>
                  <a:cubicBezTo>
                    <a:pt x="24" y="11"/>
                    <a:pt x="24" y="11"/>
                    <a:pt x="24"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 name="Freeform 58"/>
            <p:cNvSpPr>
              <a:spLocks/>
            </p:cNvSpPr>
            <p:nvPr userDrawn="1"/>
          </p:nvSpPr>
          <p:spPr bwMode="auto">
            <a:xfrm>
              <a:off x="2164"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 name="Freeform 59"/>
            <p:cNvSpPr>
              <a:spLocks/>
            </p:cNvSpPr>
            <p:nvPr userDrawn="1"/>
          </p:nvSpPr>
          <p:spPr bwMode="auto">
            <a:xfrm>
              <a:off x="2394" y="2987"/>
              <a:ext cx="89" cy="112"/>
            </a:xfrm>
            <a:custGeom>
              <a:avLst/>
              <a:gdLst>
                <a:gd name="T0" fmla="*/ 59 w 59"/>
                <a:gd name="T1" fmla="*/ 43 h 74"/>
                <a:gd name="T2" fmla="*/ 13 w 59"/>
                <a:gd name="T3" fmla="*/ 43 h 74"/>
                <a:gd name="T4" fmla="*/ 13 w 59"/>
                <a:gd name="T5" fmla="*/ 74 h 74"/>
                <a:gd name="T6" fmla="*/ 0 w 59"/>
                <a:gd name="T7" fmla="*/ 74 h 74"/>
                <a:gd name="T8" fmla="*/ 0 w 59"/>
                <a:gd name="T9" fmla="*/ 15 h 74"/>
                <a:gd name="T10" fmla="*/ 6 w 59"/>
                <a:gd name="T11" fmla="*/ 4 h 74"/>
                <a:gd name="T12" fmla="*/ 20 w 59"/>
                <a:gd name="T13" fmla="*/ 0 h 74"/>
                <a:gd name="T14" fmla="*/ 59 w 59"/>
                <a:gd name="T15" fmla="*/ 0 h 74"/>
                <a:gd name="T16" fmla="*/ 59 w 59"/>
                <a:gd name="T17" fmla="*/ 11 h 74"/>
                <a:gd name="T18" fmla="*/ 24 w 59"/>
                <a:gd name="T19" fmla="*/ 11 h 74"/>
                <a:gd name="T20" fmla="*/ 13 w 59"/>
                <a:gd name="T21" fmla="*/ 19 h 74"/>
                <a:gd name="T22" fmla="*/ 13 w 59"/>
                <a:gd name="T23" fmla="*/ 32 h 74"/>
                <a:gd name="T24" fmla="*/ 59 w 59"/>
                <a:gd name="T25" fmla="*/ 32 h 74"/>
                <a:gd name="T26" fmla="*/ 59 w 59"/>
                <a:gd name="T2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74">
                  <a:moveTo>
                    <a:pt x="59" y="43"/>
                  </a:moveTo>
                  <a:cubicBezTo>
                    <a:pt x="13" y="43"/>
                    <a:pt x="13" y="43"/>
                    <a:pt x="13" y="43"/>
                  </a:cubicBezTo>
                  <a:cubicBezTo>
                    <a:pt x="13" y="74"/>
                    <a:pt x="13" y="74"/>
                    <a:pt x="13" y="74"/>
                  </a:cubicBezTo>
                  <a:cubicBezTo>
                    <a:pt x="0" y="74"/>
                    <a:pt x="0" y="74"/>
                    <a:pt x="0" y="74"/>
                  </a:cubicBezTo>
                  <a:cubicBezTo>
                    <a:pt x="0" y="15"/>
                    <a:pt x="0" y="15"/>
                    <a:pt x="0" y="15"/>
                  </a:cubicBezTo>
                  <a:cubicBezTo>
                    <a:pt x="0" y="11"/>
                    <a:pt x="2" y="7"/>
                    <a:pt x="6" y="4"/>
                  </a:cubicBezTo>
                  <a:cubicBezTo>
                    <a:pt x="9" y="1"/>
                    <a:pt x="14" y="0"/>
                    <a:pt x="20" y="0"/>
                  </a:cubicBezTo>
                  <a:cubicBezTo>
                    <a:pt x="59" y="0"/>
                    <a:pt x="59" y="0"/>
                    <a:pt x="59" y="0"/>
                  </a:cubicBezTo>
                  <a:cubicBezTo>
                    <a:pt x="59" y="11"/>
                    <a:pt x="59" y="11"/>
                    <a:pt x="59" y="11"/>
                  </a:cubicBezTo>
                  <a:cubicBezTo>
                    <a:pt x="24" y="11"/>
                    <a:pt x="24" y="11"/>
                    <a:pt x="24" y="11"/>
                  </a:cubicBezTo>
                  <a:cubicBezTo>
                    <a:pt x="16" y="11"/>
                    <a:pt x="13" y="14"/>
                    <a:pt x="13" y="19"/>
                  </a:cubicBezTo>
                  <a:cubicBezTo>
                    <a:pt x="13" y="32"/>
                    <a:pt x="13" y="32"/>
                    <a:pt x="13" y="32"/>
                  </a:cubicBezTo>
                  <a:cubicBezTo>
                    <a:pt x="59" y="32"/>
                    <a:pt x="59" y="32"/>
                    <a:pt x="59" y="32"/>
                  </a:cubicBezTo>
                  <a:lnTo>
                    <a:pt x="59"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 name="Freeform 60"/>
            <p:cNvSpPr>
              <a:spLocks noEditPoints="1"/>
            </p:cNvSpPr>
            <p:nvPr userDrawn="1"/>
          </p:nvSpPr>
          <p:spPr bwMode="auto">
            <a:xfrm>
              <a:off x="2542" y="2987"/>
              <a:ext cx="97" cy="112"/>
            </a:xfrm>
            <a:custGeom>
              <a:avLst/>
              <a:gdLst>
                <a:gd name="T0" fmla="*/ 64 w 64"/>
                <a:gd name="T1" fmla="*/ 57 h 74"/>
                <a:gd name="T2" fmla="*/ 42 w 64"/>
                <a:gd name="T3" fmla="*/ 74 h 74"/>
                <a:gd name="T4" fmla="*/ 22 w 64"/>
                <a:gd name="T5" fmla="*/ 74 h 74"/>
                <a:gd name="T6" fmla="*/ 7 w 64"/>
                <a:gd name="T7" fmla="*/ 70 h 74"/>
                <a:gd name="T8" fmla="*/ 0 w 64"/>
                <a:gd name="T9" fmla="*/ 57 h 74"/>
                <a:gd name="T10" fmla="*/ 0 w 64"/>
                <a:gd name="T11" fmla="*/ 17 h 74"/>
                <a:gd name="T12" fmla="*/ 7 w 64"/>
                <a:gd name="T13" fmla="*/ 4 h 74"/>
                <a:gd name="T14" fmla="*/ 22 w 64"/>
                <a:gd name="T15" fmla="*/ 0 h 74"/>
                <a:gd name="T16" fmla="*/ 42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5 w 64"/>
                <a:gd name="T31" fmla="*/ 11 h 74"/>
                <a:gd name="T32" fmla="*/ 16 w 64"/>
                <a:gd name="T33" fmla="*/ 13 h 74"/>
                <a:gd name="T34" fmla="*/ 14 w 64"/>
                <a:gd name="T35" fmla="*/ 20 h 74"/>
                <a:gd name="T36" fmla="*/ 14 w 64"/>
                <a:gd name="T37" fmla="*/ 54 h 74"/>
                <a:gd name="T38" fmla="*/ 17 w 64"/>
                <a:gd name="T39" fmla="*/ 61 h 74"/>
                <a:gd name="T40" fmla="*/ 25 w 64"/>
                <a:gd name="T41" fmla="*/ 63 h 74"/>
                <a:gd name="T42" fmla="*/ 39 w 64"/>
                <a:gd name="T43" fmla="*/ 63 h 74"/>
                <a:gd name="T44" fmla="*/ 48 w 64"/>
                <a:gd name="T45" fmla="*/ 61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0"/>
                  </a:cubicBezTo>
                  <a:cubicBezTo>
                    <a:pt x="2" y="67"/>
                    <a:pt x="0" y="63"/>
                    <a:pt x="0" y="57"/>
                  </a:cubicBezTo>
                  <a:cubicBezTo>
                    <a:pt x="0" y="17"/>
                    <a:pt x="0" y="17"/>
                    <a:pt x="0" y="17"/>
                  </a:cubicBezTo>
                  <a:cubicBezTo>
                    <a:pt x="0" y="11"/>
                    <a:pt x="2" y="7"/>
                    <a:pt x="7" y="4"/>
                  </a:cubicBezTo>
                  <a:cubicBezTo>
                    <a:pt x="10" y="1"/>
                    <a:pt x="15" y="0"/>
                    <a:pt x="22" y="0"/>
                  </a:cubicBezTo>
                  <a:cubicBezTo>
                    <a:pt x="42" y="0"/>
                    <a:pt x="42" y="0"/>
                    <a:pt x="42" y="0"/>
                  </a:cubicBezTo>
                  <a:cubicBezTo>
                    <a:pt x="57" y="0"/>
                    <a:pt x="64" y="6"/>
                    <a:pt x="64" y="17"/>
                  </a:cubicBezTo>
                  <a:lnTo>
                    <a:pt x="64" y="57"/>
                  </a:lnTo>
                  <a:close/>
                  <a:moveTo>
                    <a:pt x="51" y="55"/>
                  </a:moveTo>
                  <a:cubicBezTo>
                    <a:pt x="51" y="20"/>
                    <a:pt x="51" y="20"/>
                    <a:pt x="51" y="20"/>
                  </a:cubicBezTo>
                  <a:cubicBezTo>
                    <a:pt x="51" y="17"/>
                    <a:pt x="50" y="14"/>
                    <a:pt x="48" y="13"/>
                  </a:cubicBezTo>
                  <a:cubicBezTo>
                    <a:pt x="46" y="12"/>
                    <a:pt x="43" y="11"/>
                    <a:pt x="39" y="11"/>
                  </a:cubicBezTo>
                  <a:cubicBezTo>
                    <a:pt x="25" y="11"/>
                    <a:pt x="25" y="11"/>
                    <a:pt x="25" y="11"/>
                  </a:cubicBezTo>
                  <a:cubicBezTo>
                    <a:pt x="21" y="11"/>
                    <a:pt x="18" y="12"/>
                    <a:pt x="16" y="13"/>
                  </a:cubicBezTo>
                  <a:cubicBezTo>
                    <a:pt x="14" y="14"/>
                    <a:pt x="14" y="17"/>
                    <a:pt x="14" y="20"/>
                  </a:cubicBezTo>
                  <a:cubicBezTo>
                    <a:pt x="14" y="54"/>
                    <a:pt x="14" y="54"/>
                    <a:pt x="14" y="54"/>
                  </a:cubicBezTo>
                  <a:cubicBezTo>
                    <a:pt x="14" y="57"/>
                    <a:pt x="15" y="60"/>
                    <a:pt x="17" y="61"/>
                  </a:cubicBezTo>
                  <a:cubicBezTo>
                    <a:pt x="18" y="63"/>
                    <a:pt x="21" y="63"/>
                    <a:pt x="25" y="63"/>
                  </a:cubicBezTo>
                  <a:cubicBezTo>
                    <a:pt x="39" y="63"/>
                    <a:pt x="39" y="63"/>
                    <a:pt x="39" y="63"/>
                  </a:cubicBezTo>
                  <a:cubicBezTo>
                    <a:pt x="43" y="63"/>
                    <a:pt x="46" y="63"/>
                    <a:pt x="48" y="61"/>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 name="Freeform 61"/>
            <p:cNvSpPr>
              <a:spLocks/>
            </p:cNvSpPr>
            <p:nvPr userDrawn="1"/>
          </p:nvSpPr>
          <p:spPr bwMode="auto">
            <a:xfrm>
              <a:off x="2696" y="2987"/>
              <a:ext cx="98" cy="112"/>
            </a:xfrm>
            <a:custGeom>
              <a:avLst/>
              <a:gdLst>
                <a:gd name="T0" fmla="*/ 65 w 65"/>
                <a:gd name="T1" fmla="*/ 74 h 74"/>
                <a:gd name="T2" fmla="*/ 48 w 65"/>
                <a:gd name="T3" fmla="*/ 74 h 74"/>
                <a:gd name="T4" fmla="*/ 16 w 65"/>
                <a:gd name="T5" fmla="*/ 46 h 74"/>
                <a:gd name="T6" fmla="*/ 14 w 65"/>
                <a:gd name="T7" fmla="*/ 41 h 74"/>
                <a:gd name="T8" fmla="*/ 22 w 65"/>
                <a:gd name="T9" fmla="*/ 35 h 74"/>
                <a:gd name="T10" fmla="*/ 42 w 65"/>
                <a:gd name="T11" fmla="*/ 35 h 74"/>
                <a:gd name="T12" fmla="*/ 51 w 65"/>
                <a:gd name="T13" fmla="*/ 27 h 74"/>
                <a:gd name="T14" fmla="*/ 51 w 65"/>
                <a:gd name="T15" fmla="*/ 19 h 74"/>
                <a:gd name="T16" fmla="*/ 40 w 65"/>
                <a:gd name="T17" fmla="*/ 11 h 74"/>
                <a:gd name="T18" fmla="*/ 13 w 65"/>
                <a:gd name="T19" fmla="*/ 11 h 74"/>
                <a:gd name="T20" fmla="*/ 13 w 65"/>
                <a:gd name="T21" fmla="*/ 74 h 74"/>
                <a:gd name="T22" fmla="*/ 0 w 65"/>
                <a:gd name="T23" fmla="*/ 74 h 74"/>
                <a:gd name="T24" fmla="*/ 0 w 65"/>
                <a:gd name="T25" fmla="*/ 0 h 74"/>
                <a:gd name="T26" fmla="*/ 44 w 65"/>
                <a:gd name="T27" fmla="*/ 0 h 74"/>
                <a:gd name="T28" fmla="*/ 65 w 65"/>
                <a:gd name="T29" fmla="*/ 16 h 74"/>
                <a:gd name="T30" fmla="*/ 65 w 65"/>
                <a:gd name="T31" fmla="*/ 29 h 74"/>
                <a:gd name="T32" fmla="*/ 59 w 65"/>
                <a:gd name="T33" fmla="*/ 40 h 74"/>
                <a:gd name="T34" fmla="*/ 45 w 65"/>
                <a:gd name="T35" fmla="*/ 44 h 74"/>
                <a:gd name="T36" fmla="*/ 30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6"/>
                    <a:pt x="16" y="46"/>
                    <a:pt x="16" y="46"/>
                  </a:cubicBezTo>
                  <a:cubicBezTo>
                    <a:pt x="15" y="45"/>
                    <a:pt x="14" y="43"/>
                    <a:pt x="14" y="41"/>
                  </a:cubicBezTo>
                  <a:cubicBezTo>
                    <a:pt x="14" y="37"/>
                    <a:pt x="17" y="35"/>
                    <a:pt x="22" y="35"/>
                  </a:cubicBezTo>
                  <a:cubicBezTo>
                    <a:pt x="42" y="35"/>
                    <a:pt x="42" y="35"/>
                    <a:pt x="42" y="35"/>
                  </a:cubicBezTo>
                  <a:cubicBezTo>
                    <a:pt x="48" y="35"/>
                    <a:pt x="51" y="32"/>
                    <a:pt x="51" y="27"/>
                  </a:cubicBezTo>
                  <a:cubicBezTo>
                    <a:pt x="51" y="19"/>
                    <a:pt x="51" y="19"/>
                    <a:pt x="51" y="19"/>
                  </a:cubicBezTo>
                  <a:cubicBezTo>
                    <a:pt x="51" y="14"/>
                    <a:pt x="48" y="11"/>
                    <a:pt x="40" y="11"/>
                  </a:cubicBezTo>
                  <a:cubicBezTo>
                    <a:pt x="13" y="11"/>
                    <a:pt x="13" y="11"/>
                    <a:pt x="13" y="11"/>
                  </a:cubicBezTo>
                  <a:cubicBezTo>
                    <a:pt x="13" y="74"/>
                    <a:pt x="13" y="74"/>
                    <a:pt x="13" y="74"/>
                  </a:cubicBezTo>
                  <a:cubicBezTo>
                    <a:pt x="0" y="74"/>
                    <a:pt x="0" y="74"/>
                    <a:pt x="0" y="74"/>
                  </a:cubicBezTo>
                  <a:cubicBezTo>
                    <a:pt x="0" y="0"/>
                    <a:pt x="0" y="0"/>
                    <a:pt x="0" y="0"/>
                  </a:cubicBezTo>
                  <a:cubicBezTo>
                    <a:pt x="44" y="0"/>
                    <a:pt x="44" y="0"/>
                    <a:pt x="44" y="0"/>
                  </a:cubicBezTo>
                  <a:cubicBezTo>
                    <a:pt x="58" y="0"/>
                    <a:pt x="65" y="5"/>
                    <a:pt x="65" y="16"/>
                  </a:cubicBezTo>
                  <a:cubicBezTo>
                    <a:pt x="65" y="29"/>
                    <a:pt x="65" y="29"/>
                    <a:pt x="65" y="29"/>
                  </a:cubicBezTo>
                  <a:cubicBezTo>
                    <a:pt x="65" y="33"/>
                    <a:pt x="63" y="37"/>
                    <a:pt x="59" y="40"/>
                  </a:cubicBezTo>
                  <a:cubicBezTo>
                    <a:pt x="56" y="43"/>
                    <a:pt x="51" y="44"/>
                    <a:pt x="45" y="44"/>
                  </a:cubicBezTo>
                  <a:cubicBezTo>
                    <a:pt x="30" y="44"/>
                    <a:pt x="30" y="44"/>
                    <a:pt x="30"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 name="Freeform 62"/>
            <p:cNvSpPr>
              <a:spLocks/>
            </p:cNvSpPr>
            <p:nvPr userDrawn="1"/>
          </p:nvSpPr>
          <p:spPr bwMode="auto">
            <a:xfrm>
              <a:off x="2847" y="2987"/>
              <a:ext cx="89" cy="112"/>
            </a:xfrm>
            <a:custGeom>
              <a:avLst/>
              <a:gdLst>
                <a:gd name="T0" fmla="*/ 57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6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7 w 59"/>
                <a:gd name="T35" fmla="*/ 32 h 74"/>
                <a:gd name="T36" fmla="*/ 57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6"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7" y="32"/>
                    <a:pt x="57" y="32"/>
                    <a:pt x="57" y="32"/>
                  </a:cubicBezTo>
                  <a:lnTo>
                    <a:pt x="57"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 name="Freeform 63"/>
            <p:cNvSpPr>
              <a:spLocks/>
            </p:cNvSpPr>
            <p:nvPr userDrawn="1"/>
          </p:nvSpPr>
          <p:spPr bwMode="auto">
            <a:xfrm>
              <a:off x="2995" y="2987"/>
              <a:ext cx="89" cy="112"/>
            </a:xfrm>
            <a:custGeom>
              <a:avLst/>
              <a:gdLst>
                <a:gd name="T0" fmla="*/ 59 w 59"/>
                <a:gd name="T1" fmla="*/ 11 h 74"/>
                <a:gd name="T2" fmla="*/ 25 w 59"/>
                <a:gd name="T3" fmla="*/ 11 h 74"/>
                <a:gd name="T4" fmla="*/ 14 w 59"/>
                <a:gd name="T5" fmla="*/ 14 h 74"/>
                <a:gd name="T6" fmla="*/ 13 w 59"/>
                <a:gd name="T7" fmla="*/ 24 h 74"/>
                <a:gd name="T8" fmla="*/ 16 w 59"/>
                <a:gd name="T9" fmla="*/ 30 h 74"/>
                <a:gd name="T10" fmla="*/ 25 w 59"/>
                <a:gd name="T11" fmla="*/ 31 h 74"/>
                <a:gd name="T12" fmla="*/ 39 w 59"/>
                <a:gd name="T13" fmla="*/ 31 h 74"/>
                <a:gd name="T14" fmla="*/ 53 w 59"/>
                <a:gd name="T15" fmla="*/ 35 h 74"/>
                <a:gd name="T16" fmla="*/ 58 w 59"/>
                <a:gd name="T17" fmla="*/ 47 h 74"/>
                <a:gd name="T18" fmla="*/ 58 w 59"/>
                <a:gd name="T19" fmla="*/ 58 h 74"/>
                <a:gd name="T20" fmla="*/ 53 w 59"/>
                <a:gd name="T21" fmla="*/ 70 h 74"/>
                <a:gd name="T22" fmla="*/ 38 w 59"/>
                <a:gd name="T23" fmla="*/ 74 h 74"/>
                <a:gd name="T24" fmla="*/ 0 w 59"/>
                <a:gd name="T25" fmla="*/ 74 h 74"/>
                <a:gd name="T26" fmla="*/ 0 w 59"/>
                <a:gd name="T27" fmla="*/ 63 h 74"/>
                <a:gd name="T28" fmla="*/ 34 w 59"/>
                <a:gd name="T29" fmla="*/ 63 h 74"/>
                <a:gd name="T30" fmla="*/ 44 w 59"/>
                <a:gd name="T31" fmla="*/ 60 h 74"/>
                <a:gd name="T32" fmla="*/ 45 w 59"/>
                <a:gd name="T33" fmla="*/ 50 h 74"/>
                <a:gd name="T34" fmla="*/ 34 w 59"/>
                <a:gd name="T35" fmla="*/ 42 h 74"/>
                <a:gd name="T36" fmla="*/ 20 w 59"/>
                <a:gd name="T37" fmla="*/ 42 h 74"/>
                <a:gd name="T38" fmla="*/ 6 w 59"/>
                <a:gd name="T39" fmla="*/ 38 h 74"/>
                <a:gd name="T40" fmla="*/ 0 w 59"/>
                <a:gd name="T41" fmla="*/ 27 h 74"/>
                <a:gd name="T42" fmla="*/ 0 w 59"/>
                <a:gd name="T43" fmla="*/ 16 h 74"/>
                <a:gd name="T44" fmla="*/ 6 w 59"/>
                <a:gd name="T45" fmla="*/ 3 h 74"/>
                <a:gd name="T46" fmla="*/ 20 w 59"/>
                <a:gd name="T47" fmla="*/ 0 h 74"/>
                <a:gd name="T48" fmla="*/ 59 w 59"/>
                <a:gd name="T49" fmla="*/ 0 h 74"/>
                <a:gd name="T50" fmla="*/ 59 w 59"/>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 h="74">
                  <a:moveTo>
                    <a:pt x="59" y="11"/>
                  </a:moveTo>
                  <a:cubicBezTo>
                    <a:pt x="25" y="11"/>
                    <a:pt x="25" y="11"/>
                    <a:pt x="25" y="11"/>
                  </a:cubicBezTo>
                  <a:cubicBezTo>
                    <a:pt x="19" y="11"/>
                    <a:pt x="16" y="12"/>
                    <a:pt x="14" y="14"/>
                  </a:cubicBezTo>
                  <a:cubicBezTo>
                    <a:pt x="13" y="16"/>
                    <a:pt x="13" y="19"/>
                    <a:pt x="13" y="24"/>
                  </a:cubicBezTo>
                  <a:cubicBezTo>
                    <a:pt x="13" y="26"/>
                    <a:pt x="14" y="28"/>
                    <a:pt x="16" y="30"/>
                  </a:cubicBezTo>
                  <a:cubicBezTo>
                    <a:pt x="18" y="31"/>
                    <a:pt x="21" y="31"/>
                    <a:pt x="25" y="31"/>
                  </a:cubicBezTo>
                  <a:cubicBezTo>
                    <a:pt x="39" y="31"/>
                    <a:pt x="39" y="31"/>
                    <a:pt x="39" y="31"/>
                  </a:cubicBezTo>
                  <a:cubicBezTo>
                    <a:pt x="45" y="31"/>
                    <a:pt x="49" y="33"/>
                    <a:pt x="53" y="35"/>
                  </a:cubicBezTo>
                  <a:cubicBezTo>
                    <a:pt x="57" y="38"/>
                    <a:pt x="58" y="42"/>
                    <a:pt x="58" y="47"/>
                  </a:cubicBezTo>
                  <a:cubicBezTo>
                    <a:pt x="58" y="58"/>
                    <a:pt x="58" y="58"/>
                    <a:pt x="58" y="58"/>
                  </a:cubicBezTo>
                  <a:cubicBezTo>
                    <a:pt x="58" y="63"/>
                    <a:pt x="57"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2" y="42"/>
                    <a:pt x="34" y="42"/>
                  </a:cubicBezTo>
                  <a:cubicBezTo>
                    <a:pt x="20" y="42"/>
                    <a:pt x="20" y="42"/>
                    <a:pt x="20" y="42"/>
                  </a:cubicBezTo>
                  <a:cubicBezTo>
                    <a:pt x="14" y="42"/>
                    <a:pt x="10" y="41"/>
                    <a:pt x="6" y="38"/>
                  </a:cubicBezTo>
                  <a:cubicBezTo>
                    <a:pt x="2" y="36"/>
                    <a:pt x="0" y="32"/>
                    <a:pt x="0" y="27"/>
                  </a:cubicBezTo>
                  <a:cubicBezTo>
                    <a:pt x="0" y="16"/>
                    <a:pt x="0" y="16"/>
                    <a:pt x="0" y="16"/>
                  </a:cubicBezTo>
                  <a:cubicBezTo>
                    <a:pt x="0" y="11"/>
                    <a:pt x="2" y="6"/>
                    <a:pt x="6" y="3"/>
                  </a:cubicBezTo>
                  <a:cubicBezTo>
                    <a:pt x="9" y="1"/>
                    <a:pt x="14" y="0"/>
                    <a:pt x="20" y="0"/>
                  </a:cubicBezTo>
                  <a:cubicBezTo>
                    <a:pt x="59" y="0"/>
                    <a:pt x="59" y="0"/>
                    <a:pt x="59" y="0"/>
                  </a:cubicBezTo>
                  <a:lnTo>
                    <a:pt x="59"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 name="Freeform 64"/>
            <p:cNvSpPr>
              <a:spLocks/>
            </p:cNvSpPr>
            <p:nvPr userDrawn="1"/>
          </p:nvSpPr>
          <p:spPr bwMode="auto">
            <a:xfrm>
              <a:off x="3132"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 name="Rectangle 65"/>
            <p:cNvSpPr>
              <a:spLocks noChangeArrowheads="1"/>
            </p:cNvSpPr>
            <p:nvPr userDrawn="1"/>
          </p:nvSpPr>
          <p:spPr bwMode="auto">
            <a:xfrm>
              <a:off x="3266" y="2987"/>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 name="Freeform 66"/>
            <p:cNvSpPr>
              <a:spLocks noEditPoints="1"/>
            </p:cNvSpPr>
            <p:nvPr userDrawn="1"/>
          </p:nvSpPr>
          <p:spPr bwMode="auto">
            <a:xfrm>
              <a:off x="3343" y="2959"/>
              <a:ext cx="89" cy="140"/>
            </a:xfrm>
            <a:custGeom>
              <a:avLst/>
              <a:gdLst>
                <a:gd name="T0" fmla="*/ 59 w 59"/>
                <a:gd name="T1" fmla="*/ 93 h 93"/>
                <a:gd name="T2" fmla="*/ 21 w 59"/>
                <a:gd name="T3" fmla="*/ 93 h 93"/>
                <a:gd name="T4" fmla="*/ 6 w 59"/>
                <a:gd name="T5" fmla="*/ 89 h 93"/>
                <a:gd name="T6" fmla="*/ 0 w 59"/>
                <a:gd name="T7" fmla="*/ 77 h 93"/>
                <a:gd name="T8" fmla="*/ 0 w 59"/>
                <a:gd name="T9" fmla="*/ 36 h 93"/>
                <a:gd name="T10" fmla="*/ 5 w 59"/>
                <a:gd name="T11" fmla="*/ 23 h 93"/>
                <a:gd name="T12" fmla="*/ 20 w 59"/>
                <a:gd name="T13" fmla="*/ 19 h 93"/>
                <a:gd name="T14" fmla="*/ 59 w 59"/>
                <a:gd name="T15" fmla="*/ 19 h 93"/>
                <a:gd name="T16" fmla="*/ 59 w 59"/>
                <a:gd name="T17" fmla="*/ 30 h 93"/>
                <a:gd name="T18" fmla="*/ 25 w 59"/>
                <a:gd name="T19" fmla="*/ 30 h 93"/>
                <a:gd name="T20" fmla="*/ 13 w 59"/>
                <a:gd name="T21" fmla="*/ 38 h 93"/>
                <a:gd name="T22" fmla="*/ 13 w 59"/>
                <a:gd name="T23" fmla="*/ 51 h 93"/>
                <a:gd name="T24" fmla="*/ 59 w 59"/>
                <a:gd name="T25" fmla="*/ 51 h 93"/>
                <a:gd name="T26" fmla="*/ 59 w 59"/>
                <a:gd name="T27" fmla="*/ 62 h 93"/>
                <a:gd name="T28" fmla="*/ 13 w 59"/>
                <a:gd name="T29" fmla="*/ 62 h 93"/>
                <a:gd name="T30" fmla="*/ 13 w 59"/>
                <a:gd name="T31" fmla="*/ 74 h 93"/>
                <a:gd name="T32" fmla="*/ 25 w 59"/>
                <a:gd name="T33" fmla="*/ 82 h 93"/>
                <a:gd name="T34" fmla="*/ 59 w 59"/>
                <a:gd name="T35" fmla="*/ 82 h 93"/>
                <a:gd name="T36" fmla="*/ 59 w 59"/>
                <a:gd name="T37" fmla="*/ 93 h 93"/>
                <a:gd name="T38" fmla="*/ 44 w 59"/>
                <a:gd name="T39" fmla="*/ 13 h 93"/>
                <a:gd name="T40" fmla="*/ 34 w 59"/>
                <a:gd name="T41" fmla="*/ 13 h 93"/>
                <a:gd name="T42" fmla="*/ 24 w 59"/>
                <a:gd name="T43" fmla="*/ 0 h 93"/>
                <a:gd name="T44" fmla="*/ 35 w 59"/>
                <a:gd name="T45" fmla="*/ 0 h 93"/>
                <a:gd name="T46" fmla="*/ 44 w 59"/>
                <a:gd name="T47" fmla="*/ 1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3">
                  <a:moveTo>
                    <a:pt x="59" y="93"/>
                  </a:moveTo>
                  <a:cubicBezTo>
                    <a:pt x="21" y="93"/>
                    <a:pt x="21" y="93"/>
                    <a:pt x="21" y="93"/>
                  </a:cubicBezTo>
                  <a:cubicBezTo>
                    <a:pt x="15" y="93"/>
                    <a:pt x="10" y="92"/>
                    <a:pt x="6" y="89"/>
                  </a:cubicBezTo>
                  <a:cubicBezTo>
                    <a:pt x="2" y="87"/>
                    <a:pt x="0" y="83"/>
                    <a:pt x="0" y="77"/>
                  </a:cubicBezTo>
                  <a:cubicBezTo>
                    <a:pt x="0" y="36"/>
                    <a:pt x="0" y="36"/>
                    <a:pt x="0" y="36"/>
                  </a:cubicBezTo>
                  <a:cubicBezTo>
                    <a:pt x="0" y="30"/>
                    <a:pt x="2" y="26"/>
                    <a:pt x="5" y="23"/>
                  </a:cubicBezTo>
                  <a:cubicBezTo>
                    <a:pt x="9" y="21"/>
                    <a:pt x="14" y="19"/>
                    <a:pt x="20" y="19"/>
                  </a:cubicBezTo>
                  <a:cubicBezTo>
                    <a:pt x="59" y="19"/>
                    <a:pt x="59" y="19"/>
                    <a:pt x="59" y="19"/>
                  </a:cubicBezTo>
                  <a:cubicBezTo>
                    <a:pt x="59" y="30"/>
                    <a:pt x="59" y="30"/>
                    <a:pt x="59" y="30"/>
                  </a:cubicBezTo>
                  <a:cubicBezTo>
                    <a:pt x="25" y="30"/>
                    <a:pt x="25" y="30"/>
                    <a:pt x="25" y="30"/>
                  </a:cubicBezTo>
                  <a:cubicBezTo>
                    <a:pt x="17" y="30"/>
                    <a:pt x="13" y="33"/>
                    <a:pt x="13" y="38"/>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2"/>
                    <a:pt x="25" y="82"/>
                  </a:cubicBezTo>
                  <a:cubicBezTo>
                    <a:pt x="59" y="82"/>
                    <a:pt x="59" y="82"/>
                    <a:pt x="59" y="82"/>
                  </a:cubicBezTo>
                  <a:lnTo>
                    <a:pt x="59" y="93"/>
                  </a:lnTo>
                  <a:close/>
                  <a:moveTo>
                    <a:pt x="44" y="13"/>
                  </a:moveTo>
                  <a:cubicBezTo>
                    <a:pt x="34" y="13"/>
                    <a:pt x="34" y="13"/>
                    <a:pt x="34" y="13"/>
                  </a:cubicBezTo>
                  <a:cubicBezTo>
                    <a:pt x="24" y="0"/>
                    <a:pt x="24" y="0"/>
                    <a:pt x="24" y="0"/>
                  </a:cubicBezTo>
                  <a:cubicBezTo>
                    <a:pt x="35" y="0"/>
                    <a:pt x="35" y="0"/>
                    <a:pt x="35" y="0"/>
                  </a:cubicBezTo>
                  <a:lnTo>
                    <a:pt x="44" y="1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 name="Freeform 67"/>
            <p:cNvSpPr>
              <a:spLocks/>
            </p:cNvSpPr>
            <p:nvPr userDrawn="1"/>
          </p:nvSpPr>
          <p:spPr bwMode="auto">
            <a:xfrm>
              <a:off x="3486" y="2987"/>
              <a:ext cx="98" cy="112"/>
            </a:xfrm>
            <a:custGeom>
              <a:avLst/>
              <a:gdLst>
                <a:gd name="T0" fmla="*/ 65 w 65"/>
                <a:gd name="T1" fmla="*/ 74 h 74"/>
                <a:gd name="T2" fmla="*/ 49 w 65"/>
                <a:gd name="T3" fmla="*/ 74 h 74"/>
                <a:gd name="T4" fmla="*/ 16 w 65"/>
                <a:gd name="T5" fmla="*/ 46 h 74"/>
                <a:gd name="T6" fmla="*/ 15 w 65"/>
                <a:gd name="T7" fmla="*/ 41 h 74"/>
                <a:gd name="T8" fmla="*/ 23 w 65"/>
                <a:gd name="T9" fmla="*/ 35 h 74"/>
                <a:gd name="T10" fmla="*/ 42 w 65"/>
                <a:gd name="T11" fmla="*/ 35 h 74"/>
                <a:gd name="T12" fmla="*/ 52 w 65"/>
                <a:gd name="T13" fmla="*/ 27 h 74"/>
                <a:gd name="T14" fmla="*/ 52 w 65"/>
                <a:gd name="T15" fmla="*/ 19 h 74"/>
                <a:gd name="T16" fmla="*/ 41 w 65"/>
                <a:gd name="T17" fmla="*/ 11 h 74"/>
                <a:gd name="T18" fmla="*/ 14 w 65"/>
                <a:gd name="T19" fmla="*/ 11 h 74"/>
                <a:gd name="T20" fmla="*/ 14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6"/>
                    <a:pt x="16" y="46"/>
                    <a:pt x="16" y="46"/>
                  </a:cubicBezTo>
                  <a:cubicBezTo>
                    <a:pt x="15" y="45"/>
                    <a:pt x="15" y="43"/>
                    <a:pt x="15" y="41"/>
                  </a:cubicBezTo>
                  <a:cubicBezTo>
                    <a:pt x="15" y="37"/>
                    <a:pt x="18" y="35"/>
                    <a:pt x="23" y="35"/>
                  </a:cubicBezTo>
                  <a:cubicBezTo>
                    <a:pt x="42" y="35"/>
                    <a:pt x="42" y="35"/>
                    <a:pt x="42" y="35"/>
                  </a:cubicBezTo>
                  <a:cubicBezTo>
                    <a:pt x="49" y="35"/>
                    <a:pt x="52" y="32"/>
                    <a:pt x="52" y="27"/>
                  </a:cubicBezTo>
                  <a:cubicBezTo>
                    <a:pt x="52" y="19"/>
                    <a:pt x="52" y="19"/>
                    <a:pt x="52" y="19"/>
                  </a:cubicBezTo>
                  <a:cubicBezTo>
                    <a:pt x="52" y="14"/>
                    <a:pt x="48" y="11"/>
                    <a:pt x="41" y="11"/>
                  </a:cubicBezTo>
                  <a:cubicBezTo>
                    <a:pt x="14" y="11"/>
                    <a:pt x="14" y="11"/>
                    <a:pt x="14" y="11"/>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4" y="37"/>
                    <a:pt x="60" y="40"/>
                  </a:cubicBezTo>
                  <a:cubicBezTo>
                    <a:pt x="57" y="43"/>
                    <a:pt x="52"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 name="Freeform 68"/>
            <p:cNvSpPr>
              <a:spLocks/>
            </p:cNvSpPr>
            <p:nvPr userDrawn="1"/>
          </p:nvSpPr>
          <p:spPr bwMode="auto">
            <a:xfrm>
              <a:off x="3638" y="2987"/>
              <a:ext cx="89" cy="112"/>
            </a:xfrm>
            <a:custGeom>
              <a:avLst/>
              <a:gdLst>
                <a:gd name="T0" fmla="*/ 56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5"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 name="Rectangle 69"/>
            <p:cNvSpPr>
              <a:spLocks noChangeArrowheads="1"/>
            </p:cNvSpPr>
            <p:nvPr userDrawn="1"/>
          </p:nvSpPr>
          <p:spPr bwMode="auto">
            <a:xfrm>
              <a:off x="2023" y="1245"/>
              <a:ext cx="148" cy="751"/>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 name="Freeform 70"/>
            <p:cNvSpPr>
              <a:spLocks/>
            </p:cNvSpPr>
            <p:nvPr userDrawn="1"/>
          </p:nvSpPr>
          <p:spPr bwMode="auto">
            <a:xfrm>
              <a:off x="3145" y="1221"/>
              <a:ext cx="588" cy="801"/>
            </a:xfrm>
            <a:custGeom>
              <a:avLst/>
              <a:gdLst>
                <a:gd name="T0" fmla="*/ 299 w 390"/>
                <a:gd name="T1" fmla="*/ 16 h 531"/>
                <a:gd name="T2" fmla="*/ 299 w 390"/>
                <a:gd name="T3" fmla="*/ 314 h 531"/>
                <a:gd name="T4" fmla="*/ 15 w 390"/>
                <a:gd name="T5" fmla="*/ 0 h 531"/>
                <a:gd name="T6" fmla="*/ 0 w 390"/>
                <a:gd name="T7" fmla="*/ 0 h 531"/>
                <a:gd name="T8" fmla="*/ 0 w 390"/>
                <a:gd name="T9" fmla="*/ 514 h 531"/>
                <a:gd name="T10" fmla="*/ 91 w 390"/>
                <a:gd name="T11" fmla="*/ 514 h 531"/>
                <a:gd name="T12" fmla="*/ 91 w 390"/>
                <a:gd name="T13" fmla="*/ 220 h 531"/>
                <a:gd name="T14" fmla="*/ 374 w 390"/>
                <a:gd name="T15" fmla="*/ 531 h 531"/>
                <a:gd name="T16" fmla="*/ 390 w 390"/>
                <a:gd name="T17" fmla="*/ 531 h 531"/>
                <a:gd name="T18" fmla="*/ 390 w 390"/>
                <a:gd name="T19" fmla="*/ 16 h 531"/>
                <a:gd name="T20" fmla="*/ 299 w 390"/>
                <a:gd name="T21" fmla="*/ 1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0" h="531">
                  <a:moveTo>
                    <a:pt x="299" y="16"/>
                  </a:moveTo>
                  <a:cubicBezTo>
                    <a:pt x="299" y="314"/>
                    <a:pt x="299" y="314"/>
                    <a:pt x="299" y="314"/>
                  </a:cubicBezTo>
                  <a:cubicBezTo>
                    <a:pt x="283" y="296"/>
                    <a:pt x="15" y="0"/>
                    <a:pt x="15" y="0"/>
                  </a:cubicBezTo>
                  <a:cubicBezTo>
                    <a:pt x="0" y="0"/>
                    <a:pt x="0" y="0"/>
                    <a:pt x="0" y="0"/>
                  </a:cubicBezTo>
                  <a:cubicBezTo>
                    <a:pt x="0" y="514"/>
                    <a:pt x="0" y="514"/>
                    <a:pt x="0" y="514"/>
                  </a:cubicBezTo>
                  <a:cubicBezTo>
                    <a:pt x="91" y="514"/>
                    <a:pt x="91" y="514"/>
                    <a:pt x="91" y="514"/>
                  </a:cubicBezTo>
                  <a:cubicBezTo>
                    <a:pt x="91" y="220"/>
                    <a:pt x="91" y="220"/>
                    <a:pt x="91" y="220"/>
                  </a:cubicBezTo>
                  <a:cubicBezTo>
                    <a:pt x="107" y="238"/>
                    <a:pt x="374" y="531"/>
                    <a:pt x="374" y="531"/>
                  </a:cubicBezTo>
                  <a:cubicBezTo>
                    <a:pt x="390" y="531"/>
                    <a:pt x="390" y="531"/>
                    <a:pt x="390" y="531"/>
                  </a:cubicBezTo>
                  <a:cubicBezTo>
                    <a:pt x="390" y="16"/>
                    <a:pt x="390" y="16"/>
                    <a:pt x="390" y="16"/>
                  </a:cubicBezTo>
                  <a:lnTo>
                    <a:pt x="299" y="1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 name="Freeform 71"/>
            <p:cNvSpPr>
              <a:spLocks/>
            </p:cNvSpPr>
            <p:nvPr userDrawn="1"/>
          </p:nvSpPr>
          <p:spPr bwMode="auto">
            <a:xfrm>
              <a:off x="2286" y="1221"/>
              <a:ext cx="687" cy="801"/>
            </a:xfrm>
            <a:custGeom>
              <a:avLst/>
              <a:gdLst>
                <a:gd name="T0" fmla="*/ 365 w 456"/>
                <a:gd name="T1" fmla="*/ 370 h 531"/>
                <a:gd name="T2" fmla="*/ 360 w 456"/>
                <a:gd name="T3" fmla="*/ 370 h 531"/>
                <a:gd name="T4" fmla="*/ 360 w 456"/>
                <a:gd name="T5" fmla="*/ 422 h 531"/>
                <a:gd name="T6" fmla="*/ 272 w 456"/>
                <a:gd name="T7" fmla="*/ 439 h 531"/>
                <a:gd name="T8" fmla="*/ 97 w 456"/>
                <a:gd name="T9" fmla="*/ 257 h 531"/>
                <a:gd name="T10" fmla="*/ 266 w 456"/>
                <a:gd name="T11" fmla="*/ 88 h 531"/>
                <a:gd name="T12" fmla="*/ 411 w 456"/>
                <a:gd name="T13" fmla="*/ 153 h 531"/>
                <a:gd name="T14" fmla="*/ 419 w 456"/>
                <a:gd name="T15" fmla="*/ 162 h 531"/>
                <a:gd name="T16" fmla="*/ 426 w 456"/>
                <a:gd name="T17" fmla="*/ 49 h 531"/>
                <a:gd name="T18" fmla="*/ 424 w 456"/>
                <a:gd name="T19" fmla="*/ 47 h 531"/>
                <a:gd name="T20" fmla="*/ 382 w 456"/>
                <a:gd name="T21" fmla="*/ 24 h 531"/>
                <a:gd name="T22" fmla="*/ 268 w 456"/>
                <a:gd name="T23" fmla="*/ 0 h 531"/>
                <a:gd name="T24" fmla="*/ 75 w 456"/>
                <a:gd name="T25" fmla="*/ 74 h 531"/>
                <a:gd name="T26" fmla="*/ 0 w 456"/>
                <a:gd name="T27" fmla="*/ 264 h 531"/>
                <a:gd name="T28" fmla="*/ 262 w 456"/>
                <a:gd name="T29" fmla="*/ 531 h 531"/>
                <a:gd name="T30" fmla="*/ 380 w 456"/>
                <a:gd name="T31" fmla="*/ 512 h 531"/>
                <a:gd name="T32" fmla="*/ 453 w 456"/>
                <a:gd name="T33" fmla="*/ 482 h 531"/>
                <a:gd name="T34" fmla="*/ 456 w 456"/>
                <a:gd name="T35" fmla="*/ 481 h 531"/>
                <a:gd name="T36" fmla="*/ 456 w 456"/>
                <a:gd name="T37" fmla="*/ 355 h 531"/>
                <a:gd name="T38" fmla="*/ 450 w 456"/>
                <a:gd name="T39" fmla="*/ 357 h 531"/>
                <a:gd name="T40" fmla="*/ 365 w 456"/>
                <a:gd name="T41" fmla="*/ 37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6" h="531">
                  <a:moveTo>
                    <a:pt x="365" y="370"/>
                  </a:moveTo>
                  <a:cubicBezTo>
                    <a:pt x="360" y="370"/>
                    <a:pt x="360" y="370"/>
                    <a:pt x="360" y="370"/>
                  </a:cubicBezTo>
                  <a:cubicBezTo>
                    <a:pt x="360" y="422"/>
                    <a:pt x="360" y="422"/>
                    <a:pt x="360" y="422"/>
                  </a:cubicBezTo>
                  <a:cubicBezTo>
                    <a:pt x="327" y="434"/>
                    <a:pt x="302" y="439"/>
                    <a:pt x="272" y="439"/>
                  </a:cubicBezTo>
                  <a:cubicBezTo>
                    <a:pt x="166" y="439"/>
                    <a:pt x="97" y="368"/>
                    <a:pt x="97" y="257"/>
                  </a:cubicBezTo>
                  <a:cubicBezTo>
                    <a:pt x="97" y="153"/>
                    <a:pt x="162" y="88"/>
                    <a:pt x="266" y="88"/>
                  </a:cubicBezTo>
                  <a:cubicBezTo>
                    <a:pt x="325" y="88"/>
                    <a:pt x="374" y="110"/>
                    <a:pt x="411" y="153"/>
                  </a:cubicBezTo>
                  <a:cubicBezTo>
                    <a:pt x="419" y="162"/>
                    <a:pt x="419" y="162"/>
                    <a:pt x="419" y="162"/>
                  </a:cubicBezTo>
                  <a:cubicBezTo>
                    <a:pt x="426" y="49"/>
                    <a:pt x="426" y="49"/>
                    <a:pt x="426" y="49"/>
                  </a:cubicBezTo>
                  <a:cubicBezTo>
                    <a:pt x="424" y="47"/>
                    <a:pt x="424" y="47"/>
                    <a:pt x="424" y="47"/>
                  </a:cubicBezTo>
                  <a:cubicBezTo>
                    <a:pt x="408" y="36"/>
                    <a:pt x="401" y="32"/>
                    <a:pt x="382" y="24"/>
                  </a:cubicBezTo>
                  <a:cubicBezTo>
                    <a:pt x="343" y="7"/>
                    <a:pt x="310" y="0"/>
                    <a:pt x="268" y="0"/>
                  </a:cubicBezTo>
                  <a:cubicBezTo>
                    <a:pt x="192" y="0"/>
                    <a:pt x="124" y="26"/>
                    <a:pt x="75" y="74"/>
                  </a:cubicBezTo>
                  <a:cubicBezTo>
                    <a:pt x="27" y="121"/>
                    <a:pt x="0" y="189"/>
                    <a:pt x="0" y="264"/>
                  </a:cubicBezTo>
                  <a:cubicBezTo>
                    <a:pt x="0" y="418"/>
                    <a:pt x="110" y="531"/>
                    <a:pt x="262" y="531"/>
                  </a:cubicBezTo>
                  <a:cubicBezTo>
                    <a:pt x="300" y="531"/>
                    <a:pt x="343" y="524"/>
                    <a:pt x="380" y="512"/>
                  </a:cubicBezTo>
                  <a:cubicBezTo>
                    <a:pt x="406" y="505"/>
                    <a:pt x="420" y="499"/>
                    <a:pt x="453" y="482"/>
                  </a:cubicBezTo>
                  <a:cubicBezTo>
                    <a:pt x="456" y="481"/>
                    <a:pt x="456" y="481"/>
                    <a:pt x="456" y="481"/>
                  </a:cubicBezTo>
                  <a:cubicBezTo>
                    <a:pt x="456" y="355"/>
                    <a:pt x="456" y="355"/>
                    <a:pt x="456" y="355"/>
                  </a:cubicBezTo>
                  <a:cubicBezTo>
                    <a:pt x="450" y="357"/>
                    <a:pt x="450" y="357"/>
                    <a:pt x="450" y="357"/>
                  </a:cubicBezTo>
                  <a:cubicBezTo>
                    <a:pt x="423" y="367"/>
                    <a:pt x="395" y="371"/>
                    <a:pt x="365" y="370"/>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 name="Freeform 72"/>
            <p:cNvSpPr>
              <a:spLocks/>
            </p:cNvSpPr>
            <p:nvPr userDrawn="1"/>
          </p:nvSpPr>
          <p:spPr bwMode="auto">
            <a:xfrm>
              <a:off x="2547" y="1514"/>
              <a:ext cx="469" cy="241"/>
            </a:xfrm>
            <a:custGeom>
              <a:avLst/>
              <a:gdLst>
                <a:gd name="T0" fmla="*/ 173 w 311"/>
                <a:gd name="T1" fmla="*/ 16 h 160"/>
                <a:gd name="T2" fmla="*/ 172 w 311"/>
                <a:gd name="T3" fmla="*/ 16 h 160"/>
                <a:gd name="T4" fmla="*/ 0 w 311"/>
                <a:gd name="T5" fmla="*/ 40 h 160"/>
                <a:gd name="T6" fmla="*/ 139 w 311"/>
                <a:gd name="T7" fmla="*/ 144 h 160"/>
                <a:gd name="T8" fmla="*/ 139 w 311"/>
                <a:gd name="T9" fmla="*/ 144 h 160"/>
                <a:gd name="T10" fmla="*/ 311 w 311"/>
                <a:gd name="T11" fmla="*/ 120 h 160"/>
                <a:gd name="T12" fmla="*/ 173 w 311"/>
                <a:gd name="T13" fmla="*/ 16 h 160"/>
              </a:gdLst>
              <a:ahLst/>
              <a:cxnLst>
                <a:cxn ang="0">
                  <a:pos x="T0" y="T1"/>
                </a:cxn>
                <a:cxn ang="0">
                  <a:pos x="T2" y="T3"/>
                </a:cxn>
                <a:cxn ang="0">
                  <a:pos x="T4" y="T5"/>
                </a:cxn>
                <a:cxn ang="0">
                  <a:pos x="T6" y="T7"/>
                </a:cxn>
                <a:cxn ang="0">
                  <a:pos x="T8" y="T9"/>
                </a:cxn>
                <a:cxn ang="0">
                  <a:pos x="T10" y="T11"/>
                </a:cxn>
                <a:cxn ang="0">
                  <a:pos x="T12" y="T13"/>
                </a:cxn>
              </a:cxnLst>
              <a:rect l="0" t="0" r="r" b="b"/>
              <a:pathLst>
                <a:path w="311" h="160">
                  <a:moveTo>
                    <a:pt x="173" y="16"/>
                  </a:moveTo>
                  <a:cubicBezTo>
                    <a:pt x="172" y="16"/>
                    <a:pt x="172" y="16"/>
                    <a:pt x="172" y="16"/>
                  </a:cubicBezTo>
                  <a:cubicBezTo>
                    <a:pt x="110" y="0"/>
                    <a:pt x="47" y="9"/>
                    <a:pt x="0" y="40"/>
                  </a:cubicBezTo>
                  <a:cubicBezTo>
                    <a:pt x="26" y="89"/>
                    <a:pt x="77" y="127"/>
                    <a:pt x="139" y="144"/>
                  </a:cubicBezTo>
                  <a:cubicBezTo>
                    <a:pt x="139" y="144"/>
                    <a:pt x="139" y="144"/>
                    <a:pt x="139" y="144"/>
                  </a:cubicBezTo>
                  <a:cubicBezTo>
                    <a:pt x="201" y="160"/>
                    <a:pt x="264" y="151"/>
                    <a:pt x="311" y="120"/>
                  </a:cubicBezTo>
                  <a:cubicBezTo>
                    <a:pt x="285" y="71"/>
                    <a:pt x="234" y="32"/>
                    <a:pt x="173" y="16"/>
                  </a:cubicBezTo>
                  <a:close/>
                </a:path>
              </a:pathLst>
            </a:custGeom>
            <a:solidFill>
              <a:srgbClr val="94C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937" name="Groupe 2936"/>
          <p:cNvGrpSpPr/>
          <p:nvPr userDrawn="1"/>
        </p:nvGrpSpPr>
        <p:grpSpPr>
          <a:xfrm>
            <a:off x="3660861" y="570436"/>
            <a:ext cx="4516967" cy="2699223"/>
            <a:chOff x="2745640" y="570435"/>
            <a:chExt cx="3387725" cy="2699223"/>
          </a:xfrm>
        </p:grpSpPr>
        <p:grpSp>
          <p:nvGrpSpPr>
            <p:cNvPr id="2011" name="Groupe 2010"/>
            <p:cNvGrpSpPr/>
            <p:nvPr userDrawn="1"/>
          </p:nvGrpSpPr>
          <p:grpSpPr>
            <a:xfrm>
              <a:off x="2745640" y="570435"/>
              <a:ext cx="3387725" cy="111917"/>
              <a:chOff x="2746375" y="570435"/>
              <a:chExt cx="3387725" cy="111917"/>
            </a:xfrm>
          </p:grpSpPr>
          <p:sp>
            <p:nvSpPr>
              <p:cNvPr id="1801"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2"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3"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4"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5"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6"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7"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8"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9"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0"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1"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2"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3"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4"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5"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6"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7"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8"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9"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0"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1"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2"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3"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4"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5"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6"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7"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8"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9"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0"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1"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2"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3"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4"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5"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6"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7"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8"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9"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0"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1"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2"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3"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4"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5"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6"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7"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8"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9"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0"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1"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2"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3"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4"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5"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6"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7"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8"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9"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0"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1"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2"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3"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4"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5"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6"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7"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8"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9"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0"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12" name="Groupe 2011"/>
            <p:cNvGrpSpPr/>
            <p:nvPr userDrawn="1"/>
          </p:nvGrpSpPr>
          <p:grpSpPr>
            <a:xfrm>
              <a:off x="2745640" y="769459"/>
              <a:ext cx="3387725" cy="111917"/>
              <a:chOff x="2746375" y="570435"/>
              <a:chExt cx="3387725" cy="111917"/>
            </a:xfrm>
          </p:grpSpPr>
          <p:sp>
            <p:nvSpPr>
              <p:cNvPr id="201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83" name="Groupe 2082"/>
            <p:cNvGrpSpPr/>
            <p:nvPr userDrawn="1"/>
          </p:nvGrpSpPr>
          <p:grpSpPr>
            <a:xfrm>
              <a:off x="2745640" y="968483"/>
              <a:ext cx="3387725" cy="111917"/>
              <a:chOff x="2746375" y="570435"/>
              <a:chExt cx="3387725" cy="111917"/>
            </a:xfrm>
          </p:grpSpPr>
          <p:sp>
            <p:nvSpPr>
              <p:cNvPr id="2084"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5"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6"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7"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8"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9"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0"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1"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2"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3"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4"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5"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6"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7"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8"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9"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0"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1"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2"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3"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4"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5"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6"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7"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8"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9"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0"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1"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2"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3"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4"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5"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6"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7"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8"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9"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0"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1"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2"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3"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4"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5"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6"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7"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8"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9"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0"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1"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2"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3"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4"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5"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6"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7"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8"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9"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0"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1"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2"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3"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4"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5"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6"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7"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8"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9"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0"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1"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2"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3"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154" name="Groupe 2153"/>
            <p:cNvGrpSpPr/>
            <p:nvPr userDrawn="1"/>
          </p:nvGrpSpPr>
          <p:grpSpPr>
            <a:xfrm>
              <a:off x="2745640" y="1167507"/>
              <a:ext cx="3387725" cy="111917"/>
              <a:chOff x="2746375" y="570435"/>
              <a:chExt cx="3387725" cy="111917"/>
            </a:xfrm>
          </p:grpSpPr>
          <p:sp>
            <p:nvSpPr>
              <p:cNvPr id="215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225" name="Groupe 2224"/>
            <p:cNvGrpSpPr/>
            <p:nvPr userDrawn="1"/>
          </p:nvGrpSpPr>
          <p:grpSpPr>
            <a:xfrm>
              <a:off x="2745640" y="1366531"/>
              <a:ext cx="3387725" cy="111917"/>
              <a:chOff x="2746375" y="570435"/>
              <a:chExt cx="3387725" cy="111917"/>
            </a:xfrm>
          </p:grpSpPr>
          <p:sp>
            <p:nvSpPr>
              <p:cNvPr id="2226"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7"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8"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9"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0"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1"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2"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3"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4"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5"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6"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7"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8"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9"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0"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1"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2"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3"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4"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5"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6"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7"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8"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9"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0"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1"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2"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3"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4"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5"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6"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7"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8"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9"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0"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1"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2"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3"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4"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5"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6"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7"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8"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9"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0"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1"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2"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3"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4"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5"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6"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7"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8"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9"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0"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1"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2"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3"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4"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5"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6"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7"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8"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9"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0"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1"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2"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3"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4"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5"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296" name="Groupe 2295"/>
            <p:cNvGrpSpPr/>
            <p:nvPr userDrawn="1"/>
          </p:nvGrpSpPr>
          <p:grpSpPr>
            <a:xfrm>
              <a:off x="2745640" y="1565555"/>
              <a:ext cx="3387725" cy="111917"/>
              <a:chOff x="2746375" y="570435"/>
              <a:chExt cx="3387725" cy="111917"/>
            </a:xfrm>
          </p:grpSpPr>
          <p:sp>
            <p:nvSpPr>
              <p:cNvPr id="2297"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8"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9"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0"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1"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2"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3"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4"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5"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6"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7"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8"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9"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0"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1"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2"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3"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4"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5"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6"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7"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8"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9"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0"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1"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2"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3"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4"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5"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6"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7"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8"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9"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0"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1"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2"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3"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4"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5"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6"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7"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8"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9"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0"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1"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2"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3"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4"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5"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6"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7"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8"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9"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0"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1"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2"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3"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4"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5"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6"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7"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8"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9"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0"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1"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2"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3"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4"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5"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6"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69" name="Groupe 2368"/>
            <p:cNvGrpSpPr/>
            <p:nvPr userDrawn="1"/>
          </p:nvGrpSpPr>
          <p:grpSpPr>
            <a:xfrm>
              <a:off x="2745640" y="1764579"/>
              <a:ext cx="3387725" cy="111917"/>
              <a:chOff x="2746375" y="570435"/>
              <a:chExt cx="3387725" cy="111917"/>
            </a:xfrm>
          </p:grpSpPr>
          <p:sp>
            <p:nvSpPr>
              <p:cNvPr id="272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0" name="Groupe 2369"/>
            <p:cNvGrpSpPr/>
            <p:nvPr userDrawn="1"/>
          </p:nvGrpSpPr>
          <p:grpSpPr>
            <a:xfrm>
              <a:off x="2745640" y="1963603"/>
              <a:ext cx="3387725" cy="111917"/>
              <a:chOff x="2746375" y="570435"/>
              <a:chExt cx="3387725" cy="111917"/>
            </a:xfrm>
          </p:grpSpPr>
          <p:sp>
            <p:nvSpPr>
              <p:cNvPr id="265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1" name="Groupe 2370"/>
            <p:cNvGrpSpPr/>
            <p:nvPr userDrawn="1"/>
          </p:nvGrpSpPr>
          <p:grpSpPr>
            <a:xfrm>
              <a:off x="2745640" y="2162627"/>
              <a:ext cx="3387725" cy="111917"/>
              <a:chOff x="2746375" y="570435"/>
              <a:chExt cx="3387725" cy="111917"/>
            </a:xfrm>
          </p:grpSpPr>
          <p:sp>
            <p:nvSpPr>
              <p:cNvPr id="258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2" name="Groupe 2371"/>
            <p:cNvGrpSpPr/>
            <p:nvPr userDrawn="1"/>
          </p:nvGrpSpPr>
          <p:grpSpPr>
            <a:xfrm>
              <a:off x="2745640" y="2361651"/>
              <a:ext cx="3387725" cy="111917"/>
              <a:chOff x="2746375" y="570435"/>
              <a:chExt cx="3387725" cy="111917"/>
            </a:xfrm>
          </p:grpSpPr>
          <p:sp>
            <p:nvSpPr>
              <p:cNvPr id="251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3" name="Groupe 2372"/>
            <p:cNvGrpSpPr/>
            <p:nvPr userDrawn="1"/>
          </p:nvGrpSpPr>
          <p:grpSpPr>
            <a:xfrm>
              <a:off x="2745640" y="2560675"/>
              <a:ext cx="3387725" cy="111917"/>
              <a:chOff x="2746375" y="570435"/>
              <a:chExt cx="3387725" cy="111917"/>
            </a:xfrm>
          </p:grpSpPr>
          <p:sp>
            <p:nvSpPr>
              <p:cNvPr id="244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4" name="Groupe 2373"/>
            <p:cNvGrpSpPr/>
            <p:nvPr userDrawn="1"/>
          </p:nvGrpSpPr>
          <p:grpSpPr>
            <a:xfrm>
              <a:off x="2745640" y="2759699"/>
              <a:ext cx="3387725" cy="111917"/>
              <a:chOff x="2746375" y="570435"/>
              <a:chExt cx="3387725" cy="111917"/>
            </a:xfrm>
          </p:grpSpPr>
          <p:sp>
            <p:nvSpPr>
              <p:cNvPr id="237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795" name="Groupe 2794"/>
            <p:cNvGrpSpPr/>
            <p:nvPr userDrawn="1"/>
          </p:nvGrpSpPr>
          <p:grpSpPr>
            <a:xfrm>
              <a:off x="2745640" y="2958723"/>
              <a:ext cx="3387725" cy="111917"/>
              <a:chOff x="2746375" y="570435"/>
              <a:chExt cx="3387725" cy="111917"/>
            </a:xfrm>
          </p:grpSpPr>
          <p:sp>
            <p:nvSpPr>
              <p:cNvPr id="2796"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7"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8"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9"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0"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1"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2"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3"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4"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5"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6"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7"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8"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9"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0"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1"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2"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3"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4"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5"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6"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7"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8"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9"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0"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1"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2"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3"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4"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5"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6"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7"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8"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9"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0"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1"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2"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3"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4"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5"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6"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7"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8"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9"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0"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1"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2"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3"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4"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5"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6"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7"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8"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9"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0"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1"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2"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3"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4"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5"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6"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7"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8"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9"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0"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1"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2"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3"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4"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5"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866" name="Groupe 2865"/>
            <p:cNvGrpSpPr/>
            <p:nvPr userDrawn="1"/>
          </p:nvGrpSpPr>
          <p:grpSpPr>
            <a:xfrm>
              <a:off x="2745640" y="3157741"/>
              <a:ext cx="3387725" cy="111917"/>
              <a:chOff x="2746375" y="570435"/>
              <a:chExt cx="3387725" cy="111917"/>
            </a:xfrm>
          </p:grpSpPr>
          <p:sp>
            <p:nvSpPr>
              <p:cNvPr id="2867"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8"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9"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0"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1"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2"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3"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4"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5"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6"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7"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8"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9"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0"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1"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2"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3"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4"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5"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6"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7"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8"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9"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0"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1"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2"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3"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4"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5"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6"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7"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8"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9"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0"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1"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2"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3"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4"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5"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6"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7"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8"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9"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0"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1"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2"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3"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4"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5"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6"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7"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8"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9"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0"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1"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2"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3"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4"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5"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6"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7"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8"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9"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0"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1"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2"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3"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4"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5"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6"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sp>
        <p:nvSpPr>
          <p:cNvPr id="4" name="Espace réservé du texte 3"/>
          <p:cNvSpPr>
            <a:spLocks noGrp="1"/>
          </p:cNvSpPr>
          <p:nvPr>
            <p:ph type="body" sz="quarter" idx="11" hasCustomPrompt="1"/>
          </p:nvPr>
        </p:nvSpPr>
        <p:spPr>
          <a:xfrm>
            <a:off x="4807527" y="1015813"/>
            <a:ext cx="5221316" cy="690414"/>
          </a:xfrm>
        </p:spPr>
        <p:txBody>
          <a:bodyPr>
            <a:noAutofit/>
          </a:bodyPr>
          <a:lstStyle>
            <a:lvl1pPr marL="0" indent="0">
              <a:buNone/>
              <a:defRPr sz="2400" cap="all" baseline="0">
                <a:solidFill>
                  <a:schemeClr val="bg1"/>
                </a:solidFill>
              </a:defRPr>
            </a:lvl1pPr>
          </a:lstStyle>
          <a:p>
            <a:pPr lvl="0"/>
            <a:r>
              <a:rPr lang="fr-FR"/>
              <a:t>TITRE DE LA PRESENTATION</a:t>
            </a:r>
          </a:p>
        </p:txBody>
      </p:sp>
      <p:sp>
        <p:nvSpPr>
          <p:cNvPr id="1063" name="Espace réservé du texte 3"/>
          <p:cNvSpPr>
            <a:spLocks noGrp="1"/>
          </p:cNvSpPr>
          <p:nvPr>
            <p:ph type="body" sz="quarter" idx="12" hasCustomPrompt="1"/>
          </p:nvPr>
        </p:nvSpPr>
        <p:spPr>
          <a:xfrm>
            <a:off x="4807527" y="1931396"/>
            <a:ext cx="4495800" cy="283819"/>
          </a:xfrm>
        </p:spPr>
        <p:txBody>
          <a:bodyPr>
            <a:noAutofit/>
          </a:bodyPr>
          <a:lstStyle>
            <a:lvl1pPr marL="0" marR="0" indent="0" algn="l" defTabSz="685800" rtl="0" eaLnBrk="1" fontAlgn="auto" latinLnBrk="0" hangingPunct="1">
              <a:lnSpc>
                <a:spcPct val="87000"/>
              </a:lnSpc>
              <a:spcBef>
                <a:spcPts val="750"/>
              </a:spcBef>
              <a:spcAft>
                <a:spcPts val="1200"/>
              </a:spcAft>
              <a:buClrTx/>
              <a:buSzTx/>
              <a:buFont typeface="Calibri" panose="020F0502020204030204" pitchFamily="34" charset="0"/>
              <a:buNone/>
              <a:tabLst/>
              <a:defRPr sz="1600" cap="none" baseline="0">
                <a:solidFill>
                  <a:schemeClr val="bg1"/>
                </a:solidFill>
              </a:defRPr>
            </a:lvl1pPr>
          </a:lstStyle>
          <a:p>
            <a:pPr marL="0" marR="0" lvl="0" indent="0" algn="l" defTabSz="685800" rtl="0" eaLnBrk="1" fontAlgn="auto" latinLnBrk="0" hangingPunct="1">
              <a:lnSpc>
                <a:spcPct val="87000"/>
              </a:lnSpc>
              <a:spcBef>
                <a:spcPts val="750"/>
              </a:spcBef>
              <a:spcAft>
                <a:spcPts val="1200"/>
              </a:spcAft>
              <a:buClrTx/>
              <a:buSzTx/>
              <a:buFont typeface="Calibri" panose="020F0502020204030204" pitchFamily="34" charset="0"/>
              <a:buNone/>
              <a:tabLst/>
              <a:defRPr/>
            </a:pPr>
            <a:r>
              <a:rPr lang="fr-FR"/>
              <a:t>Sous-titre sur 1 ou 2 lignes</a:t>
            </a:r>
          </a:p>
          <a:p>
            <a:pPr lvl="0"/>
            <a:endParaRPr lang="fr-FR"/>
          </a:p>
        </p:txBody>
      </p:sp>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66913" y="2633480"/>
            <a:ext cx="10258179" cy="2921395"/>
          </a:xfrm>
          <a:prstGeom prst="rect">
            <a:avLst/>
          </a:prstGeom>
        </p:spPr>
      </p:pic>
      <p:sp>
        <p:nvSpPr>
          <p:cNvPr id="1062" name="ZoneTexte 1061"/>
          <p:cNvSpPr txBox="1"/>
          <p:nvPr userDrawn="1"/>
        </p:nvSpPr>
        <p:spPr>
          <a:xfrm>
            <a:off x="10181277" y="5508724"/>
            <a:ext cx="1778000" cy="50783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900">
                <a:solidFill>
                  <a:srgbClr val="231F20"/>
                </a:solidFill>
              </a:rPr>
              <a:t>© IGN-SHOM</a:t>
            </a:r>
          </a:p>
          <a:p>
            <a:endParaRPr lang="fr-FR">
              <a:solidFill>
                <a:srgbClr val="231F20"/>
              </a:solidFill>
            </a:endParaRPr>
          </a:p>
        </p:txBody>
      </p:sp>
      <p:sp>
        <p:nvSpPr>
          <p:cNvPr id="1068" name="Espace réservé du texte 3"/>
          <p:cNvSpPr>
            <a:spLocks noGrp="1"/>
          </p:cNvSpPr>
          <p:nvPr>
            <p:ph type="body" sz="quarter" idx="14" hasCustomPrompt="1"/>
          </p:nvPr>
        </p:nvSpPr>
        <p:spPr>
          <a:xfrm>
            <a:off x="5905482" y="5597609"/>
            <a:ext cx="3750937" cy="283819"/>
          </a:xfrm>
        </p:spPr>
        <p:txBody>
          <a:bodyPr/>
          <a:lstStyle>
            <a:lvl1pPr marL="0" indent="0" algn="ctr">
              <a:buNone/>
              <a:defRPr sz="2000" cap="none" baseline="0">
                <a:solidFill>
                  <a:schemeClr val="bg1"/>
                </a:solidFill>
              </a:defRPr>
            </a:lvl1pPr>
          </a:lstStyle>
          <a:p>
            <a:pPr lvl="0"/>
            <a:r>
              <a:rPr lang="fr-FR"/>
              <a:t>Auteur</a:t>
            </a:r>
          </a:p>
        </p:txBody>
      </p:sp>
      <p:sp>
        <p:nvSpPr>
          <p:cNvPr id="1069" name="Espace réservé du texte 3"/>
          <p:cNvSpPr>
            <a:spLocks noGrp="1"/>
          </p:cNvSpPr>
          <p:nvPr>
            <p:ph type="body" sz="quarter" idx="15" hasCustomPrompt="1"/>
          </p:nvPr>
        </p:nvSpPr>
        <p:spPr>
          <a:xfrm>
            <a:off x="5905482" y="5922729"/>
            <a:ext cx="3750937" cy="283819"/>
          </a:xfrm>
        </p:spPr>
        <p:txBody>
          <a:bodyPr/>
          <a:lstStyle>
            <a:lvl1pPr marL="0" indent="0" algn="ctr">
              <a:buNone/>
              <a:defRPr sz="1600" cap="none" baseline="0">
                <a:solidFill>
                  <a:schemeClr val="bg1"/>
                </a:solidFill>
              </a:defRPr>
            </a:lvl1pPr>
          </a:lstStyle>
          <a:p>
            <a:pPr lvl="0"/>
            <a:r>
              <a:rPr lang="fr-FR"/>
              <a:t>Date</a:t>
            </a:r>
          </a:p>
        </p:txBody>
      </p:sp>
    </p:spTree>
    <p:extLst>
      <p:ext uri="{BB962C8B-B14F-4D97-AF65-F5344CB8AC3E}">
        <p14:creationId xmlns:p14="http://schemas.microsoft.com/office/powerpoint/2010/main" val="3487038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ERCALAIRE">
    <p:spTree>
      <p:nvGrpSpPr>
        <p:cNvPr id="1" name=""/>
        <p:cNvGrpSpPr/>
        <p:nvPr/>
      </p:nvGrpSpPr>
      <p:grpSpPr>
        <a:xfrm>
          <a:off x="0" y="0"/>
          <a:ext cx="0" cy="0"/>
          <a:chOff x="0" y="0"/>
          <a:chExt cx="0" cy="0"/>
        </a:xfrm>
      </p:grpSpPr>
      <p:grpSp>
        <p:nvGrpSpPr>
          <p:cNvPr id="3880" name="Groupe 3879"/>
          <p:cNvGrpSpPr/>
          <p:nvPr userDrawn="1"/>
        </p:nvGrpSpPr>
        <p:grpSpPr>
          <a:xfrm>
            <a:off x="738411" y="544564"/>
            <a:ext cx="6186617" cy="5191661"/>
            <a:chOff x="553803" y="544553"/>
            <a:chExt cx="4639963" cy="5191661"/>
          </a:xfrm>
        </p:grpSpPr>
        <p:grpSp>
          <p:nvGrpSpPr>
            <p:cNvPr id="9" name="Groupe 8"/>
            <p:cNvGrpSpPr/>
            <p:nvPr userDrawn="1"/>
          </p:nvGrpSpPr>
          <p:grpSpPr>
            <a:xfrm>
              <a:off x="553803" y="544557"/>
              <a:ext cx="3679737" cy="121564"/>
              <a:chOff x="2746375" y="570435"/>
              <a:chExt cx="3387725" cy="111917"/>
            </a:xfrm>
          </p:grpSpPr>
          <p:sp>
            <p:nvSpPr>
              <p:cNvPr id="93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0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0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0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 name="Groupe 9"/>
            <p:cNvGrpSpPr/>
            <p:nvPr userDrawn="1"/>
          </p:nvGrpSpPr>
          <p:grpSpPr>
            <a:xfrm>
              <a:off x="553803" y="760736"/>
              <a:ext cx="3679737" cy="121564"/>
              <a:chOff x="2746375" y="570435"/>
              <a:chExt cx="3387725" cy="111917"/>
            </a:xfrm>
          </p:grpSpPr>
          <p:sp>
            <p:nvSpPr>
              <p:cNvPr id="86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3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1" name="Groupe 10"/>
            <p:cNvGrpSpPr/>
            <p:nvPr userDrawn="1"/>
          </p:nvGrpSpPr>
          <p:grpSpPr>
            <a:xfrm>
              <a:off x="553803" y="976916"/>
              <a:ext cx="3679737" cy="121564"/>
              <a:chOff x="2746375" y="570435"/>
              <a:chExt cx="3387725" cy="111917"/>
            </a:xfrm>
          </p:grpSpPr>
          <p:sp>
            <p:nvSpPr>
              <p:cNvPr id="79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2" name="Groupe 11"/>
            <p:cNvGrpSpPr/>
            <p:nvPr userDrawn="1"/>
          </p:nvGrpSpPr>
          <p:grpSpPr>
            <a:xfrm>
              <a:off x="553803" y="1193095"/>
              <a:ext cx="3679737" cy="121564"/>
              <a:chOff x="2746375" y="570435"/>
              <a:chExt cx="3387725" cy="111917"/>
            </a:xfrm>
          </p:grpSpPr>
          <p:sp>
            <p:nvSpPr>
              <p:cNvPr id="72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3" name="Groupe 12"/>
            <p:cNvGrpSpPr/>
            <p:nvPr userDrawn="1"/>
          </p:nvGrpSpPr>
          <p:grpSpPr>
            <a:xfrm>
              <a:off x="553803" y="1409274"/>
              <a:ext cx="3679737" cy="121564"/>
              <a:chOff x="2746375" y="570435"/>
              <a:chExt cx="3387725" cy="111917"/>
            </a:xfrm>
          </p:grpSpPr>
          <p:sp>
            <p:nvSpPr>
              <p:cNvPr id="65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4" name="Groupe 13"/>
            <p:cNvGrpSpPr/>
            <p:nvPr userDrawn="1"/>
          </p:nvGrpSpPr>
          <p:grpSpPr>
            <a:xfrm>
              <a:off x="553803" y="1625453"/>
              <a:ext cx="3679737" cy="121564"/>
              <a:chOff x="2746375" y="570435"/>
              <a:chExt cx="3387725" cy="111917"/>
            </a:xfrm>
          </p:grpSpPr>
          <p:sp>
            <p:nvSpPr>
              <p:cNvPr id="58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5" name="Groupe 14"/>
            <p:cNvGrpSpPr/>
            <p:nvPr userDrawn="1"/>
          </p:nvGrpSpPr>
          <p:grpSpPr>
            <a:xfrm>
              <a:off x="553803" y="1841633"/>
              <a:ext cx="3679737" cy="121564"/>
              <a:chOff x="2746375" y="570435"/>
              <a:chExt cx="3387725" cy="111917"/>
            </a:xfrm>
          </p:grpSpPr>
          <p:sp>
            <p:nvSpPr>
              <p:cNvPr id="51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6" name="Groupe 15"/>
            <p:cNvGrpSpPr/>
            <p:nvPr userDrawn="1"/>
          </p:nvGrpSpPr>
          <p:grpSpPr>
            <a:xfrm>
              <a:off x="553803" y="2057813"/>
              <a:ext cx="3679737" cy="121564"/>
              <a:chOff x="2746375" y="570435"/>
              <a:chExt cx="3387725" cy="111917"/>
            </a:xfrm>
          </p:grpSpPr>
          <p:sp>
            <p:nvSpPr>
              <p:cNvPr id="44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7" name="Groupe 16"/>
            <p:cNvGrpSpPr/>
            <p:nvPr userDrawn="1"/>
          </p:nvGrpSpPr>
          <p:grpSpPr>
            <a:xfrm>
              <a:off x="553803" y="2273992"/>
              <a:ext cx="3679737" cy="121564"/>
              <a:chOff x="2746375" y="570435"/>
              <a:chExt cx="3387725" cy="111917"/>
            </a:xfrm>
          </p:grpSpPr>
          <p:sp>
            <p:nvSpPr>
              <p:cNvPr id="37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8" name="Groupe 17"/>
            <p:cNvGrpSpPr/>
            <p:nvPr userDrawn="1"/>
          </p:nvGrpSpPr>
          <p:grpSpPr>
            <a:xfrm>
              <a:off x="553803" y="2490170"/>
              <a:ext cx="3679737" cy="121564"/>
              <a:chOff x="2746375" y="570435"/>
              <a:chExt cx="3387725" cy="111917"/>
            </a:xfrm>
          </p:grpSpPr>
          <p:sp>
            <p:nvSpPr>
              <p:cNvPr id="30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9" name="Groupe 18"/>
            <p:cNvGrpSpPr/>
            <p:nvPr userDrawn="1"/>
          </p:nvGrpSpPr>
          <p:grpSpPr>
            <a:xfrm>
              <a:off x="553803" y="2706349"/>
              <a:ext cx="3679737" cy="121564"/>
              <a:chOff x="2746375" y="570435"/>
              <a:chExt cx="3387725" cy="111917"/>
            </a:xfrm>
          </p:grpSpPr>
          <p:sp>
            <p:nvSpPr>
              <p:cNvPr id="23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 name="Groupe 19"/>
            <p:cNvGrpSpPr/>
            <p:nvPr userDrawn="1"/>
          </p:nvGrpSpPr>
          <p:grpSpPr>
            <a:xfrm>
              <a:off x="553803" y="2922527"/>
              <a:ext cx="3679737" cy="121564"/>
              <a:chOff x="2746375" y="570435"/>
              <a:chExt cx="3387725" cy="111917"/>
            </a:xfrm>
          </p:grpSpPr>
          <p:sp>
            <p:nvSpPr>
              <p:cNvPr id="16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1" name="Groupe 20"/>
            <p:cNvGrpSpPr/>
            <p:nvPr userDrawn="1"/>
          </p:nvGrpSpPr>
          <p:grpSpPr>
            <a:xfrm>
              <a:off x="553803" y="3138703"/>
              <a:ext cx="3679737" cy="121564"/>
              <a:chOff x="2746375" y="570435"/>
              <a:chExt cx="3387725" cy="111917"/>
            </a:xfrm>
          </p:grpSpPr>
          <p:sp>
            <p:nvSpPr>
              <p:cNvPr id="9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2" name="Groupe 21"/>
            <p:cNvGrpSpPr/>
            <p:nvPr userDrawn="1"/>
          </p:nvGrpSpPr>
          <p:grpSpPr>
            <a:xfrm>
              <a:off x="553803" y="3354879"/>
              <a:ext cx="3679737" cy="121564"/>
              <a:chOff x="2746375" y="570435"/>
              <a:chExt cx="3387725" cy="111917"/>
            </a:xfrm>
          </p:grpSpPr>
          <p:sp>
            <p:nvSpPr>
              <p:cNvPr id="2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8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4" name="Groupe 1003"/>
            <p:cNvGrpSpPr/>
            <p:nvPr userDrawn="1"/>
          </p:nvGrpSpPr>
          <p:grpSpPr>
            <a:xfrm>
              <a:off x="553803" y="3563809"/>
              <a:ext cx="3679737" cy="121564"/>
              <a:chOff x="2746375" y="570435"/>
              <a:chExt cx="3387725" cy="111917"/>
            </a:xfrm>
          </p:grpSpPr>
          <p:sp>
            <p:nvSpPr>
              <p:cNvPr id="192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3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4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5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6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7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8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9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5" name="Groupe 1004"/>
            <p:cNvGrpSpPr/>
            <p:nvPr userDrawn="1"/>
          </p:nvGrpSpPr>
          <p:grpSpPr>
            <a:xfrm>
              <a:off x="553803" y="3779988"/>
              <a:ext cx="3679737" cy="121564"/>
              <a:chOff x="2746375" y="570435"/>
              <a:chExt cx="3387725" cy="111917"/>
            </a:xfrm>
          </p:grpSpPr>
          <p:sp>
            <p:nvSpPr>
              <p:cNvPr id="185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8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9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0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1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2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6" name="Groupe 1005"/>
            <p:cNvGrpSpPr/>
            <p:nvPr userDrawn="1"/>
          </p:nvGrpSpPr>
          <p:grpSpPr>
            <a:xfrm>
              <a:off x="553803" y="3996168"/>
              <a:ext cx="3679737" cy="121564"/>
              <a:chOff x="2746375" y="570435"/>
              <a:chExt cx="3387725" cy="111917"/>
            </a:xfrm>
          </p:grpSpPr>
          <p:sp>
            <p:nvSpPr>
              <p:cNvPr id="178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9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7" name="Groupe 1006"/>
            <p:cNvGrpSpPr/>
            <p:nvPr userDrawn="1"/>
          </p:nvGrpSpPr>
          <p:grpSpPr>
            <a:xfrm>
              <a:off x="553803" y="4212347"/>
              <a:ext cx="3679737" cy="121564"/>
              <a:chOff x="2746375" y="570435"/>
              <a:chExt cx="3387725" cy="111917"/>
            </a:xfrm>
          </p:grpSpPr>
          <p:sp>
            <p:nvSpPr>
              <p:cNvPr id="171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2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3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4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5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6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7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8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8" name="Groupe 1007"/>
            <p:cNvGrpSpPr/>
            <p:nvPr userDrawn="1"/>
          </p:nvGrpSpPr>
          <p:grpSpPr>
            <a:xfrm>
              <a:off x="553803" y="4428526"/>
              <a:ext cx="3679737" cy="121564"/>
              <a:chOff x="2746375" y="570435"/>
              <a:chExt cx="3387725" cy="111917"/>
            </a:xfrm>
          </p:grpSpPr>
          <p:sp>
            <p:nvSpPr>
              <p:cNvPr id="164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5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6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7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8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9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0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1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09" name="Groupe 1008"/>
            <p:cNvGrpSpPr/>
            <p:nvPr userDrawn="1"/>
          </p:nvGrpSpPr>
          <p:grpSpPr>
            <a:xfrm>
              <a:off x="553803" y="4644705"/>
              <a:ext cx="3679737" cy="121564"/>
              <a:chOff x="2746375" y="570435"/>
              <a:chExt cx="3387725" cy="111917"/>
            </a:xfrm>
          </p:grpSpPr>
          <p:sp>
            <p:nvSpPr>
              <p:cNvPr id="157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8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9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0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1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2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3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4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10" name="Groupe 1009"/>
            <p:cNvGrpSpPr/>
            <p:nvPr userDrawn="1"/>
          </p:nvGrpSpPr>
          <p:grpSpPr>
            <a:xfrm>
              <a:off x="553803" y="4860885"/>
              <a:ext cx="3679737" cy="121564"/>
              <a:chOff x="2746375" y="570435"/>
              <a:chExt cx="3387725" cy="111917"/>
            </a:xfrm>
          </p:grpSpPr>
          <p:sp>
            <p:nvSpPr>
              <p:cNvPr id="150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1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2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3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4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5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6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7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11" name="Groupe 1010"/>
            <p:cNvGrpSpPr/>
            <p:nvPr userDrawn="1"/>
          </p:nvGrpSpPr>
          <p:grpSpPr>
            <a:xfrm>
              <a:off x="553803" y="5077065"/>
              <a:ext cx="3679737" cy="121564"/>
              <a:chOff x="2746375" y="570435"/>
              <a:chExt cx="3387725" cy="111917"/>
            </a:xfrm>
          </p:grpSpPr>
          <p:sp>
            <p:nvSpPr>
              <p:cNvPr id="143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4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5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6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7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8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9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0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12" name="Groupe 1011"/>
            <p:cNvGrpSpPr/>
            <p:nvPr userDrawn="1"/>
          </p:nvGrpSpPr>
          <p:grpSpPr>
            <a:xfrm>
              <a:off x="553803" y="5293244"/>
              <a:ext cx="3679737" cy="121564"/>
              <a:chOff x="2746375" y="570435"/>
              <a:chExt cx="3387725" cy="111917"/>
            </a:xfrm>
          </p:grpSpPr>
          <p:sp>
            <p:nvSpPr>
              <p:cNvPr id="136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7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8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9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0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1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2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3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1013" name="Groupe 1012"/>
            <p:cNvGrpSpPr/>
            <p:nvPr userDrawn="1"/>
          </p:nvGrpSpPr>
          <p:grpSpPr>
            <a:xfrm>
              <a:off x="553803" y="5509422"/>
              <a:ext cx="3679737" cy="121564"/>
              <a:chOff x="2746375" y="570435"/>
              <a:chExt cx="3387725" cy="111917"/>
            </a:xfrm>
          </p:grpSpPr>
          <p:sp>
            <p:nvSpPr>
              <p:cNvPr id="129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9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0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1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2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3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4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5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6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69" name="Groupe 2068"/>
            <p:cNvGrpSpPr/>
            <p:nvPr userDrawn="1"/>
          </p:nvGrpSpPr>
          <p:grpSpPr>
            <a:xfrm>
              <a:off x="553803" y="5725601"/>
              <a:ext cx="3679737" cy="10613"/>
              <a:chOff x="553803" y="5725601"/>
              <a:chExt cx="3679737" cy="10613"/>
            </a:xfrm>
          </p:grpSpPr>
          <p:sp>
            <p:nvSpPr>
              <p:cNvPr id="2034" name="Oval 905"/>
              <p:cNvSpPr>
                <a:spLocks noChangeArrowheads="1"/>
              </p:cNvSpPr>
              <p:nvPr userDrawn="1"/>
            </p:nvSpPr>
            <p:spPr bwMode="auto">
              <a:xfrm flipV="1">
                <a:off x="553803"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5" name="Oval 906"/>
              <p:cNvSpPr>
                <a:spLocks noChangeArrowheads="1"/>
              </p:cNvSpPr>
              <p:nvPr userDrawn="1"/>
            </p:nvSpPr>
            <p:spPr bwMode="auto">
              <a:xfrm flipV="1">
                <a:off x="660896"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6" name="Oval 907"/>
              <p:cNvSpPr>
                <a:spLocks noChangeArrowheads="1"/>
              </p:cNvSpPr>
              <p:nvPr userDrawn="1"/>
            </p:nvSpPr>
            <p:spPr bwMode="auto">
              <a:xfrm flipV="1">
                <a:off x="767988"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7" name="Oval 908"/>
              <p:cNvSpPr>
                <a:spLocks noChangeArrowheads="1"/>
              </p:cNvSpPr>
              <p:nvPr userDrawn="1"/>
            </p:nvSpPr>
            <p:spPr bwMode="auto">
              <a:xfrm flipV="1">
                <a:off x="877010"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8" name="Oval 909"/>
              <p:cNvSpPr>
                <a:spLocks noChangeArrowheads="1"/>
              </p:cNvSpPr>
              <p:nvPr userDrawn="1"/>
            </p:nvSpPr>
            <p:spPr bwMode="auto">
              <a:xfrm flipV="1">
                <a:off x="98506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9" name="Oval 910"/>
              <p:cNvSpPr>
                <a:spLocks noChangeArrowheads="1"/>
              </p:cNvSpPr>
              <p:nvPr userDrawn="1"/>
            </p:nvSpPr>
            <p:spPr bwMode="auto">
              <a:xfrm flipV="1">
                <a:off x="109216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0" name="Oval 911"/>
              <p:cNvSpPr>
                <a:spLocks noChangeArrowheads="1"/>
              </p:cNvSpPr>
              <p:nvPr userDrawn="1"/>
            </p:nvSpPr>
            <p:spPr bwMode="auto">
              <a:xfrm flipV="1">
                <a:off x="1201182"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1" name="Oval 912"/>
              <p:cNvSpPr>
                <a:spLocks noChangeArrowheads="1"/>
              </p:cNvSpPr>
              <p:nvPr userDrawn="1"/>
            </p:nvSpPr>
            <p:spPr bwMode="auto">
              <a:xfrm flipV="1">
                <a:off x="130827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2" name="Oval 913"/>
              <p:cNvSpPr>
                <a:spLocks noChangeArrowheads="1"/>
              </p:cNvSpPr>
              <p:nvPr userDrawn="1"/>
            </p:nvSpPr>
            <p:spPr bwMode="auto">
              <a:xfrm flipV="1">
                <a:off x="1416331"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3" name="Oval 914"/>
              <p:cNvSpPr>
                <a:spLocks noChangeArrowheads="1"/>
              </p:cNvSpPr>
              <p:nvPr userDrawn="1"/>
            </p:nvSpPr>
            <p:spPr bwMode="auto">
              <a:xfrm flipV="1">
                <a:off x="1525354"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4" name="Oval 915"/>
              <p:cNvSpPr>
                <a:spLocks noChangeArrowheads="1"/>
              </p:cNvSpPr>
              <p:nvPr userDrawn="1"/>
            </p:nvSpPr>
            <p:spPr bwMode="auto">
              <a:xfrm flipV="1">
                <a:off x="1632447"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5" name="Oval 916"/>
              <p:cNvSpPr>
                <a:spLocks noChangeArrowheads="1"/>
              </p:cNvSpPr>
              <p:nvPr userDrawn="1"/>
            </p:nvSpPr>
            <p:spPr bwMode="auto">
              <a:xfrm flipV="1">
                <a:off x="1739539"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6" name="Oval 917"/>
              <p:cNvSpPr>
                <a:spLocks noChangeArrowheads="1"/>
              </p:cNvSpPr>
              <p:nvPr userDrawn="1"/>
            </p:nvSpPr>
            <p:spPr bwMode="auto">
              <a:xfrm flipV="1">
                <a:off x="1848561"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7" name="Oval 918"/>
              <p:cNvSpPr>
                <a:spLocks noChangeArrowheads="1"/>
              </p:cNvSpPr>
              <p:nvPr userDrawn="1"/>
            </p:nvSpPr>
            <p:spPr bwMode="auto">
              <a:xfrm flipV="1">
                <a:off x="195661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8" name="Oval 919"/>
              <p:cNvSpPr>
                <a:spLocks noChangeArrowheads="1"/>
              </p:cNvSpPr>
              <p:nvPr userDrawn="1"/>
            </p:nvSpPr>
            <p:spPr bwMode="auto">
              <a:xfrm flipV="1">
                <a:off x="206371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9" name="Oval 920"/>
              <p:cNvSpPr>
                <a:spLocks noChangeArrowheads="1"/>
              </p:cNvSpPr>
              <p:nvPr userDrawn="1"/>
            </p:nvSpPr>
            <p:spPr bwMode="auto">
              <a:xfrm flipV="1">
                <a:off x="2172733"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0" name="Oval 921"/>
              <p:cNvSpPr>
                <a:spLocks noChangeArrowheads="1"/>
              </p:cNvSpPr>
              <p:nvPr userDrawn="1"/>
            </p:nvSpPr>
            <p:spPr bwMode="auto">
              <a:xfrm flipV="1">
                <a:off x="2279826"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1" name="Oval 922"/>
              <p:cNvSpPr>
                <a:spLocks noChangeArrowheads="1"/>
              </p:cNvSpPr>
              <p:nvPr userDrawn="1"/>
            </p:nvSpPr>
            <p:spPr bwMode="auto">
              <a:xfrm flipV="1">
                <a:off x="238788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2" name="Oval 923"/>
              <p:cNvSpPr>
                <a:spLocks noChangeArrowheads="1"/>
              </p:cNvSpPr>
              <p:nvPr userDrawn="1"/>
            </p:nvSpPr>
            <p:spPr bwMode="auto">
              <a:xfrm flipV="1">
                <a:off x="2496905"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3" name="Oval 924"/>
              <p:cNvSpPr>
                <a:spLocks noChangeArrowheads="1"/>
              </p:cNvSpPr>
              <p:nvPr userDrawn="1"/>
            </p:nvSpPr>
            <p:spPr bwMode="auto">
              <a:xfrm flipV="1">
                <a:off x="2603998"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4" name="Oval 925"/>
              <p:cNvSpPr>
                <a:spLocks noChangeArrowheads="1"/>
              </p:cNvSpPr>
              <p:nvPr userDrawn="1"/>
            </p:nvSpPr>
            <p:spPr bwMode="auto">
              <a:xfrm flipV="1">
                <a:off x="271109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5" name="Oval 926"/>
              <p:cNvSpPr>
                <a:spLocks noChangeArrowheads="1"/>
              </p:cNvSpPr>
              <p:nvPr userDrawn="1"/>
            </p:nvSpPr>
            <p:spPr bwMode="auto">
              <a:xfrm flipV="1">
                <a:off x="2820112"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6" name="Oval 927"/>
              <p:cNvSpPr>
                <a:spLocks noChangeArrowheads="1"/>
              </p:cNvSpPr>
              <p:nvPr userDrawn="1"/>
            </p:nvSpPr>
            <p:spPr bwMode="auto">
              <a:xfrm flipV="1">
                <a:off x="2928169"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7" name="Oval 928"/>
              <p:cNvSpPr>
                <a:spLocks noChangeArrowheads="1"/>
              </p:cNvSpPr>
              <p:nvPr userDrawn="1"/>
            </p:nvSpPr>
            <p:spPr bwMode="auto">
              <a:xfrm flipV="1">
                <a:off x="3035262"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8" name="Oval 929"/>
              <p:cNvSpPr>
                <a:spLocks noChangeArrowheads="1"/>
              </p:cNvSpPr>
              <p:nvPr userDrawn="1"/>
            </p:nvSpPr>
            <p:spPr bwMode="auto">
              <a:xfrm flipV="1">
                <a:off x="314428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9" name="Oval 930"/>
              <p:cNvSpPr>
                <a:spLocks noChangeArrowheads="1"/>
              </p:cNvSpPr>
              <p:nvPr userDrawn="1"/>
            </p:nvSpPr>
            <p:spPr bwMode="auto">
              <a:xfrm flipV="1">
                <a:off x="3251377"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0" name="Oval 931"/>
              <p:cNvSpPr>
                <a:spLocks noChangeArrowheads="1"/>
              </p:cNvSpPr>
              <p:nvPr userDrawn="1"/>
            </p:nvSpPr>
            <p:spPr bwMode="auto">
              <a:xfrm flipV="1">
                <a:off x="3359434"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1" name="Oval 932"/>
              <p:cNvSpPr>
                <a:spLocks noChangeArrowheads="1"/>
              </p:cNvSpPr>
              <p:nvPr userDrawn="1"/>
            </p:nvSpPr>
            <p:spPr bwMode="auto">
              <a:xfrm flipV="1">
                <a:off x="3468455"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2" name="Oval 933"/>
              <p:cNvSpPr>
                <a:spLocks noChangeArrowheads="1"/>
              </p:cNvSpPr>
              <p:nvPr userDrawn="1"/>
            </p:nvSpPr>
            <p:spPr bwMode="auto">
              <a:xfrm flipV="1">
                <a:off x="3575548"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3" name="Oval 934"/>
              <p:cNvSpPr>
                <a:spLocks noChangeArrowheads="1"/>
              </p:cNvSpPr>
              <p:nvPr userDrawn="1"/>
            </p:nvSpPr>
            <p:spPr bwMode="auto">
              <a:xfrm flipV="1">
                <a:off x="3683606"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4" name="Oval 935"/>
              <p:cNvSpPr>
                <a:spLocks noChangeArrowheads="1"/>
              </p:cNvSpPr>
              <p:nvPr userDrawn="1"/>
            </p:nvSpPr>
            <p:spPr bwMode="auto">
              <a:xfrm flipV="1">
                <a:off x="3791663"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5" name="Oval 936"/>
              <p:cNvSpPr>
                <a:spLocks noChangeArrowheads="1"/>
              </p:cNvSpPr>
              <p:nvPr userDrawn="1"/>
            </p:nvSpPr>
            <p:spPr bwMode="auto">
              <a:xfrm flipV="1">
                <a:off x="3899720"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6" name="Oval 937"/>
              <p:cNvSpPr>
                <a:spLocks noChangeArrowheads="1"/>
              </p:cNvSpPr>
              <p:nvPr userDrawn="1"/>
            </p:nvSpPr>
            <p:spPr bwMode="auto">
              <a:xfrm flipV="1">
                <a:off x="400681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7" name="Oval 938"/>
              <p:cNvSpPr>
                <a:spLocks noChangeArrowheads="1"/>
              </p:cNvSpPr>
              <p:nvPr userDrawn="1"/>
            </p:nvSpPr>
            <p:spPr bwMode="auto">
              <a:xfrm flipV="1">
                <a:off x="411583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8" name="Oval 939"/>
              <p:cNvSpPr>
                <a:spLocks noChangeArrowheads="1"/>
              </p:cNvSpPr>
              <p:nvPr userDrawn="1"/>
            </p:nvSpPr>
            <p:spPr bwMode="auto">
              <a:xfrm flipV="1">
                <a:off x="4223892"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sp>
          <p:nvSpPr>
            <p:cNvPr id="2139" name="Oval 870"/>
            <p:cNvSpPr>
              <a:spLocks noChangeArrowheads="1"/>
            </p:cNvSpPr>
            <p:nvPr userDrawn="1"/>
          </p:nvSpPr>
          <p:spPr bwMode="auto">
            <a:xfrm flipV="1">
              <a:off x="4319658"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0" name="Oval 871"/>
            <p:cNvSpPr>
              <a:spLocks noChangeArrowheads="1"/>
            </p:cNvSpPr>
            <p:nvPr userDrawn="1"/>
          </p:nvSpPr>
          <p:spPr bwMode="auto">
            <a:xfrm flipV="1">
              <a:off x="4426751"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1" name="Oval 872"/>
            <p:cNvSpPr>
              <a:spLocks noChangeArrowheads="1"/>
            </p:cNvSpPr>
            <p:nvPr userDrawn="1"/>
          </p:nvSpPr>
          <p:spPr bwMode="auto">
            <a:xfrm flipV="1">
              <a:off x="4533843"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2" name="Oval 873"/>
            <p:cNvSpPr>
              <a:spLocks noChangeArrowheads="1"/>
            </p:cNvSpPr>
            <p:nvPr userDrawn="1"/>
          </p:nvSpPr>
          <p:spPr bwMode="auto">
            <a:xfrm flipV="1">
              <a:off x="4642865"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3" name="Oval 874"/>
            <p:cNvSpPr>
              <a:spLocks noChangeArrowheads="1"/>
            </p:cNvSpPr>
            <p:nvPr userDrawn="1"/>
          </p:nvSpPr>
          <p:spPr bwMode="auto">
            <a:xfrm flipV="1">
              <a:off x="4750923"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4" name="Oval 875"/>
            <p:cNvSpPr>
              <a:spLocks noChangeArrowheads="1"/>
            </p:cNvSpPr>
            <p:nvPr userDrawn="1"/>
          </p:nvSpPr>
          <p:spPr bwMode="auto">
            <a:xfrm flipV="1">
              <a:off x="4858015"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5" name="Oval 876"/>
            <p:cNvSpPr>
              <a:spLocks noChangeArrowheads="1"/>
            </p:cNvSpPr>
            <p:nvPr userDrawn="1"/>
          </p:nvSpPr>
          <p:spPr bwMode="auto">
            <a:xfrm flipV="1">
              <a:off x="4967038"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6" name="Oval 877"/>
            <p:cNvSpPr>
              <a:spLocks noChangeArrowheads="1"/>
            </p:cNvSpPr>
            <p:nvPr userDrawn="1"/>
          </p:nvSpPr>
          <p:spPr bwMode="auto">
            <a:xfrm flipV="1">
              <a:off x="5074129"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7" name="Oval 878"/>
            <p:cNvSpPr>
              <a:spLocks noChangeArrowheads="1"/>
            </p:cNvSpPr>
            <p:nvPr userDrawn="1"/>
          </p:nvSpPr>
          <p:spPr bwMode="auto">
            <a:xfrm flipV="1">
              <a:off x="5182187"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4" name="Oval 905"/>
            <p:cNvSpPr>
              <a:spLocks noChangeArrowheads="1"/>
            </p:cNvSpPr>
            <p:nvPr userDrawn="1"/>
          </p:nvSpPr>
          <p:spPr bwMode="auto">
            <a:xfrm flipV="1">
              <a:off x="4319659"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5" name="Oval 906"/>
            <p:cNvSpPr>
              <a:spLocks noChangeArrowheads="1"/>
            </p:cNvSpPr>
            <p:nvPr userDrawn="1"/>
          </p:nvSpPr>
          <p:spPr bwMode="auto">
            <a:xfrm flipV="1">
              <a:off x="4426753"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6" name="Oval 907"/>
            <p:cNvSpPr>
              <a:spLocks noChangeArrowheads="1"/>
            </p:cNvSpPr>
            <p:nvPr userDrawn="1"/>
          </p:nvSpPr>
          <p:spPr bwMode="auto">
            <a:xfrm flipV="1">
              <a:off x="4533845"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7" name="Oval 908"/>
            <p:cNvSpPr>
              <a:spLocks noChangeArrowheads="1"/>
            </p:cNvSpPr>
            <p:nvPr userDrawn="1"/>
          </p:nvSpPr>
          <p:spPr bwMode="auto">
            <a:xfrm flipV="1">
              <a:off x="4642867"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8" name="Oval 909"/>
            <p:cNvSpPr>
              <a:spLocks noChangeArrowheads="1"/>
            </p:cNvSpPr>
            <p:nvPr userDrawn="1"/>
          </p:nvSpPr>
          <p:spPr bwMode="auto">
            <a:xfrm flipV="1">
              <a:off x="4750926"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9" name="Oval 910"/>
            <p:cNvSpPr>
              <a:spLocks noChangeArrowheads="1"/>
            </p:cNvSpPr>
            <p:nvPr userDrawn="1"/>
          </p:nvSpPr>
          <p:spPr bwMode="auto">
            <a:xfrm flipV="1">
              <a:off x="4858018"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0" name="Oval 911"/>
            <p:cNvSpPr>
              <a:spLocks noChangeArrowheads="1"/>
            </p:cNvSpPr>
            <p:nvPr userDrawn="1"/>
          </p:nvSpPr>
          <p:spPr bwMode="auto">
            <a:xfrm flipV="1">
              <a:off x="4967042"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1" name="Oval 912"/>
            <p:cNvSpPr>
              <a:spLocks noChangeArrowheads="1"/>
            </p:cNvSpPr>
            <p:nvPr userDrawn="1"/>
          </p:nvSpPr>
          <p:spPr bwMode="auto">
            <a:xfrm flipV="1">
              <a:off x="5074131"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2" name="Oval 913"/>
            <p:cNvSpPr>
              <a:spLocks noChangeArrowheads="1"/>
            </p:cNvSpPr>
            <p:nvPr userDrawn="1"/>
          </p:nvSpPr>
          <p:spPr bwMode="auto">
            <a:xfrm flipV="1">
              <a:off x="5182188"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0" name="Oval 870"/>
            <p:cNvSpPr>
              <a:spLocks noChangeArrowheads="1"/>
            </p:cNvSpPr>
            <p:nvPr userDrawn="1"/>
          </p:nvSpPr>
          <p:spPr bwMode="auto">
            <a:xfrm flipV="1">
              <a:off x="4319658"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1" name="Oval 871"/>
            <p:cNvSpPr>
              <a:spLocks noChangeArrowheads="1"/>
            </p:cNvSpPr>
            <p:nvPr userDrawn="1"/>
          </p:nvSpPr>
          <p:spPr bwMode="auto">
            <a:xfrm flipV="1">
              <a:off x="4426751"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2" name="Oval 872"/>
            <p:cNvSpPr>
              <a:spLocks noChangeArrowheads="1"/>
            </p:cNvSpPr>
            <p:nvPr userDrawn="1"/>
          </p:nvSpPr>
          <p:spPr bwMode="auto">
            <a:xfrm flipV="1">
              <a:off x="4533843"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3" name="Oval 873"/>
            <p:cNvSpPr>
              <a:spLocks noChangeArrowheads="1"/>
            </p:cNvSpPr>
            <p:nvPr userDrawn="1"/>
          </p:nvSpPr>
          <p:spPr bwMode="auto">
            <a:xfrm flipV="1">
              <a:off x="4642865"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4" name="Oval 874"/>
            <p:cNvSpPr>
              <a:spLocks noChangeArrowheads="1"/>
            </p:cNvSpPr>
            <p:nvPr userDrawn="1"/>
          </p:nvSpPr>
          <p:spPr bwMode="auto">
            <a:xfrm flipV="1">
              <a:off x="4750923"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5" name="Oval 875"/>
            <p:cNvSpPr>
              <a:spLocks noChangeArrowheads="1"/>
            </p:cNvSpPr>
            <p:nvPr userDrawn="1"/>
          </p:nvSpPr>
          <p:spPr bwMode="auto">
            <a:xfrm flipV="1">
              <a:off x="4858015"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6" name="Oval 876"/>
            <p:cNvSpPr>
              <a:spLocks noChangeArrowheads="1"/>
            </p:cNvSpPr>
            <p:nvPr userDrawn="1"/>
          </p:nvSpPr>
          <p:spPr bwMode="auto">
            <a:xfrm flipV="1">
              <a:off x="4967038"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7" name="Oval 877"/>
            <p:cNvSpPr>
              <a:spLocks noChangeArrowheads="1"/>
            </p:cNvSpPr>
            <p:nvPr userDrawn="1"/>
          </p:nvSpPr>
          <p:spPr bwMode="auto">
            <a:xfrm flipV="1">
              <a:off x="5074129"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8" name="Oval 878"/>
            <p:cNvSpPr>
              <a:spLocks noChangeArrowheads="1"/>
            </p:cNvSpPr>
            <p:nvPr userDrawn="1"/>
          </p:nvSpPr>
          <p:spPr bwMode="auto">
            <a:xfrm flipV="1">
              <a:off x="5182187"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5" name="Oval 905"/>
            <p:cNvSpPr>
              <a:spLocks noChangeArrowheads="1"/>
            </p:cNvSpPr>
            <p:nvPr userDrawn="1"/>
          </p:nvSpPr>
          <p:spPr bwMode="auto">
            <a:xfrm flipV="1">
              <a:off x="4319659"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6" name="Oval 906"/>
            <p:cNvSpPr>
              <a:spLocks noChangeArrowheads="1"/>
            </p:cNvSpPr>
            <p:nvPr userDrawn="1"/>
          </p:nvSpPr>
          <p:spPr bwMode="auto">
            <a:xfrm flipV="1">
              <a:off x="4426753"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7" name="Oval 907"/>
            <p:cNvSpPr>
              <a:spLocks noChangeArrowheads="1"/>
            </p:cNvSpPr>
            <p:nvPr userDrawn="1"/>
          </p:nvSpPr>
          <p:spPr bwMode="auto">
            <a:xfrm flipV="1">
              <a:off x="4533845"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8" name="Oval 908"/>
            <p:cNvSpPr>
              <a:spLocks noChangeArrowheads="1"/>
            </p:cNvSpPr>
            <p:nvPr userDrawn="1"/>
          </p:nvSpPr>
          <p:spPr bwMode="auto">
            <a:xfrm flipV="1">
              <a:off x="4642867"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9" name="Oval 909"/>
            <p:cNvSpPr>
              <a:spLocks noChangeArrowheads="1"/>
            </p:cNvSpPr>
            <p:nvPr userDrawn="1"/>
          </p:nvSpPr>
          <p:spPr bwMode="auto">
            <a:xfrm flipV="1">
              <a:off x="4750926"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0" name="Oval 910"/>
            <p:cNvSpPr>
              <a:spLocks noChangeArrowheads="1"/>
            </p:cNvSpPr>
            <p:nvPr userDrawn="1"/>
          </p:nvSpPr>
          <p:spPr bwMode="auto">
            <a:xfrm flipV="1">
              <a:off x="4858018"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1" name="Oval 911"/>
            <p:cNvSpPr>
              <a:spLocks noChangeArrowheads="1"/>
            </p:cNvSpPr>
            <p:nvPr userDrawn="1"/>
          </p:nvSpPr>
          <p:spPr bwMode="auto">
            <a:xfrm flipV="1">
              <a:off x="4967042"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2" name="Oval 912"/>
            <p:cNvSpPr>
              <a:spLocks noChangeArrowheads="1"/>
            </p:cNvSpPr>
            <p:nvPr userDrawn="1"/>
          </p:nvSpPr>
          <p:spPr bwMode="auto">
            <a:xfrm flipV="1">
              <a:off x="5074131"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3" name="Oval 913"/>
            <p:cNvSpPr>
              <a:spLocks noChangeArrowheads="1"/>
            </p:cNvSpPr>
            <p:nvPr userDrawn="1"/>
          </p:nvSpPr>
          <p:spPr bwMode="auto">
            <a:xfrm flipV="1">
              <a:off x="5182188"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1" name="Oval 870"/>
            <p:cNvSpPr>
              <a:spLocks noChangeArrowheads="1"/>
            </p:cNvSpPr>
            <p:nvPr userDrawn="1"/>
          </p:nvSpPr>
          <p:spPr bwMode="auto">
            <a:xfrm flipV="1">
              <a:off x="4319658"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2" name="Oval 871"/>
            <p:cNvSpPr>
              <a:spLocks noChangeArrowheads="1"/>
            </p:cNvSpPr>
            <p:nvPr userDrawn="1"/>
          </p:nvSpPr>
          <p:spPr bwMode="auto">
            <a:xfrm flipV="1">
              <a:off x="4426751"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3" name="Oval 872"/>
            <p:cNvSpPr>
              <a:spLocks noChangeArrowheads="1"/>
            </p:cNvSpPr>
            <p:nvPr userDrawn="1"/>
          </p:nvSpPr>
          <p:spPr bwMode="auto">
            <a:xfrm flipV="1">
              <a:off x="4533843"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4" name="Oval 873"/>
            <p:cNvSpPr>
              <a:spLocks noChangeArrowheads="1"/>
            </p:cNvSpPr>
            <p:nvPr userDrawn="1"/>
          </p:nvSpPr>
          <p:spPr bwMode="auto">
            <a:xfrm flipV="1">
              <a:off x="4642865"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5" name="Oval 874"/>
            <p:cNvSpPr>
              <a:spLocks noChangeArrowheads="1"/>
            </p:cNvSpPr>
            <p:nvPr userDrawn="1"/>
          </p:nvSpPr>
          <p:spPr bwMode="auto">
            <a:xfrm flipV="1">
              <a:off x="4750923"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6" name="Oval 875"/>
            <p:cNvSpPr>
              <a:spLocks noChangeArrowheads="1"/>
            </p:cNvSpPr>
            <p:nvPr userDrawn="1"/>
          </p:nvSpPr>
          <p:spPr bwMode="auto">
            <a:xfrm flipV="1">
              <a:off x="4858015"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7" name="Oval 876"/>
            <p:cNvSpPr>
              <a:spLocks noChangeArrowheads="1"/>
            </p:cNvSpPr>
            <p:nvPr userDrawn="1"/>
          </p:nvSpPr>
          <p:spPr bwMode="auto">
            <a:xfrm flipV="1">
              <a:off x="4967038"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8" name="Oval 877"/>
            <p:cNvSpPr>
              <a:spLocks noChangeArrowheads="1"/>
            </p:cNvSpPr>
            <p:nvPr userDrawn="1"/>
          </p:nvSpPr>
          <p:spPr bwMode="auto">
            <a:xfrm flipV="1">
              <a:off x="5074129"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9" name="Oval 878"/>
            <p:cNvSpPr>
              <a:spLocks noChangeArrowheads="1"/>
            </p:cNvSpPr>
            <p:nvPr userDrawn="1"/>
          </p:nvSpPr>
          <p:spPr bwMode="auto">
            <a:xfrm flipV="1">
              <a:off x="5182187"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6" name="Oval 905"/>
            <p:cNvSpPr>
              <a:spLocks noChangeArrowheads="1"/>
            </p:cNvSpPr>
            <p:nvPr userDrawn="1"/>
          </p:nvSpPr>
          <p:spPr bwMode="auto">
            <a:xfrm flipV="1">
              <a:off x="4319659"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7" name="Oval 906"/>
            <p:cNvSpPr>
              <a:spLocks noChangeArrowheads="1"/>
            </p:cNvSpPr>
            <p:nvPr userDrawn="1"/>
          </p:nvSpPr>
          <p:spPr bwMode="auto">
            <a:xfrm flipV="1">
              <a:off x="4426753"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8" name="Oval 907"/>
            <p:cNvSpPr>
              <a:spLocks noChangeArrowheads="1"/>
            </p:cNvSpPr>
            <p:nvPr userDrawn="1"/>
          </p:nvSpPr>
          <p:spPr bwMode="auto">
            <a:xfrm flipV="1">
              <a:off x="4533845"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9" name="Oval 908"/>
            <p:cNvSpPr>
              <a:spLocks noChangeArrowheads="1"/>
            </p:cNvSpPr>
            <p:nvPr userDrawn="1"/>
          </p:nvSpPr>
          <p:spPr bwMode="auto">
            <a:xfrm flipV="1">
              <a:off x="4642867"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0" name="Oval 909"/>
            <p:cNvSpPr>
              <a:spLocks noChangeArrowheads="1"/>
            </p:cNvSpPr>
            <p:nvPr userDrawn="1"/>
          </p:nvSpPr>
          <p:spPr bwMode="auto">
            <a:xfrm flipV="1">
              <a:off x="4750926"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1" name="Oval 910"/>
            <p:cNvSpPr>
              <a:spLocks noChangeArrowheads="1"/>
            </p:cNvSpPr>
            <p:nvPr userDrawn="1"/>
          </p:nvSpPr>
          <p:spPr bwMode="auto">
            <a:xfrm flipV="1">
              <a:off x="4858018"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2" name="Oval 911"/>
            <p:cNvSpPr>
              <a:spLocks noChangeArrowheads="1"/>
            </p:cNvSpPr>
            <p:nvPr userDrawn="1"/>
          </p:nvSpPr>
          <p:spPr bwMode="auto">
            <a:xfrm flipV="1">
              <a:off x="4967042"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3" name="Oval 912"/>
            <p:cNvSpPr>
              <a:spLocks noChangeArrowheads="1"/>
            </p:cNvSpPr>
            <p:nvPr userDrawn="1"/>
          </p:nvSpPr>
          <p:spPr bwMode="auto">
            <a:xfrm flipV="1">
              <a:off x="5074131"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4" name="Oval 913"/>
            <p:cNvSpPr>
              <a:spLocks noChangeArrowheads="1"/>
            </p:cNvSpPr>
            <p:nvPr userDrawn="1"/>
          </p:nvSpPr>
          <p:spPr bwMode="auto">
            <a:xfrm flipV="1">
              <a:off x="5182188"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2" name="Oval 870"/>
            <p:cNvSpPr>
              <a:spLocks noChangeArrowheads="1"/>
            </p:cNvSpPr>
            <p:nvPr userDrawn="1"/>
          </p:nvSpPr>
          <p:spPr bwMode="auto">
            <a:xfrm flipV="1">
              <a:off x="4319658"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3" name="Oval 871"/>
            <p:cNvSpPr>
              <a:spLocks noChangeArrowheads="1"/>
            </p:cNvSpPr>
            <p:nvPr userDrawn="1"/>
          </p:nvSpPr>
          <p:spPr bwMode="auto">
            <a:xfrm flipV="1">
              <a:off x="4426751"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4" name="Oval 872"/>
            <p:cNvSpPr>
              <a:spLocks noChangeArrowheads="1"/>
            </p:cNvSpPr>
            <p:nvPr userDrawn="1"/>
          </p:nvSpPr>
          <p:spPr bwMode="auto">
            <a:xfrm flipV="1">
              <a:off x="4533843"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5" name="Oval 873"/>
            <p:cNvSpPr>
              <a:spLocks noChangeArrowheads="1"/>
            </p:cNvSpPr>
            <p:nvPr userDrawn="1"/>
          </p:nvSpPr>
          <p:spPr bwMode="auto">
            <a:xfrm flipV="1">
              <a:off x="4642865"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6" name="Oval 874"/>
            <p:cNvSpPr>
              <a:spLocks noChangeArrowheads="1"/>
            </p:cNvSpPr>
            <p:nvPr userDrawn="1"/>
          </p:nvSpPr>
          <p:spPr bwMode="auto">
            <a:xfrm flipV="1">
              <a:off x="4750923"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7" name="Oval 875"/>
            <p:cNvSpPr>
              <a:spLocks noChangeArrowheads="1"/>
            </p:cNvSpPr>
            <p:nvPr userDrawn="1"/>
          </p:nvSpPr>
          <p:spPr bwMode="auto">
            <a:xfrm flipV="1">
              <a:off x="4858015"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8" name="Oval 876"/>
            <p:cNvSpPr>
              <a:spLocks noChangeArrowheads="1"/>
            </p:cNvSpPr>
            <p:nvPr userDrawn="1"/>
          </p:nvSpPr>
          <p:spPr bwMode="auto">
            <a:xfrm flipV="1">
              <a:off x="4967038"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9" name="Oval 877"/>
            <p:cNvSpPr>
              <a:spLocks noChangeArrowheads="1"/>
            </p:cNvSpPr>
            <p:nvPr userDrawn="1"/>
          </p:nvSpPr>
          <p:spPr bwMode="auto">
            <a:xfrm flipV="1">
              <a:off x="5074129"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0" name="Oval 878"/>
            <p:cNvSpPr>
              <a:spLocks noChangeArrowheads="1"/>
            </p:cNvSpPr>
            <p:nvPr userDrawn="1"/>
          </p:nvSpPr>
          <p:spPr bwMode="auto">
            <a:xfrm flipV="1">
              <a:off x="5182187"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7" name="Oval 905"/>
            <p:cNvSpPr>
              <a:spLocks noChangeArrowheads="1"/>
            </p:cNvSpPr>
            <p:nvPr userDrawn="1"/>
          </p:nvSpPr>
          <p:spPr bwMode="auto">
            <a:xfrm flipV="1">
              <a:off x="4319659"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8" name="Oval 906"/>
            <p:cNvSpPr>
              <a:spLocks noChangeArrowheads="1"/>
            </p:cNvSpPr>
            <p:nvPr userDrawn="1"/>
          </p:nvSpPr>
          <p:spPr bwMode="auto">
            <a:xfrm flipV="1">
              <a:off x="4426753"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9" name="Oval 907"/>
            <p:cNvSpPr>
              <a:spLocks noChangeArrowheads="1"/>
            </p:cNvSpPr>
            <p:nvPr userDrawn="1"/>
          </p:nvSpPr>
          <p:spPr bwMode="auto">
            <a:xfrm flipV="1">
              <a:off x="4533845"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0" name="Oval 908"/>
            <p:cNvSpPr>
              <a:spLocks noChangeArrowheads="1"/>
            </p:cNvSpPr>
            <p:nvPr userDrawn="1"/>
          </p:nvSpPr>
          <p:spPr bwMode="auto">
            <a:xfrm flipV="1">
              <a:off x="4642867"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1" name="Oval 909"/>
            <p:cNvSpPr>
              <a:spLocks noChangeArrowheads="1"/>
            </p:cNvSpPr>
            <p:nvPr userDrawn="1"/>
          </p:nvSpPr>
          <p:spPr bwMode="auto">
            <a:xfrm flipV="1">
              <a:off x="4750926"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2" name="Oval 910"/>
            <p:cNvSpPr>
              <a:spLocks noChangeArrowheads="1"/>
            </p:cNvSpPr>
            <p:nvPr userDrawn="1"/>
          </p:nvSpPr>
          <p:spPr bwMode="auto">
            <a:xfrm flipV="1">
              <a:off x="4858018"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3" name="Oval 911"/>
            <p:cNvSpPr>
              <a:spLocks noChangeArrowheads="1"/>
            </p:cNvSpPr>
            <p:nvPr userDrawn="1"/>
          </p:nvSpPr>
          <p:spPr bwMode="auto">
            <a:xfrm flipV="1">
              <a:off x="4967042"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4" name="Oval 912"/>
            <p:cNvSpPr>
              <a:spLocks noChangeArrowheads="1"/>
            </p:cNvSpPr>
            <p:nvPr userDrawn="1"/>
          </p:nvSpPr>
          <p:spPr bwMode="auto">
            <a:xfrm flipV="1">
              <a:off x="5074131"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5" name="Oval 913"/>
            <p:cNvSpPr>
              <a:spLocks noChangeArrowheads="1"/>
            </p:cNvSpPr>
            <p:nvPr userDrawn="1"/>
          </p:nvSpPr>
          <p:spPr bwMode="auto">
            <a:xfrm flipV="1">
              <a:off x="5182188"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3" name="Oval 870"/>
            <p:cNvSpPr>
              <a:spLocks noChangeArrowheads="1"/>
            </p:cNvSpPr>
            <p:nvPr userDrawn="1"/>
          </p:nvSpPr>
          <p:spPr bwMode="auto">
            <a:xfrm flipV="1">
              <a:off x="4319658"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4" name="Oval 871"/>
            <p:cNvSpPr>
              <a:spLocks noChangeArrowheads="1"/>
            </p:cNvSpPr>
            <p:nvPr userDrawn="1"/>
          </p:nvSpPr>
          <p:spPr bwMode="auto">
            <a:xfrm flipV="1">
              <a:off x="4426751"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5" name="Oval 872"/>
            <p:cNvSpPr>
              <a:spLocks noChangeArrowheads="1"/>
            </p:cNvSpPr>
            <p:nvPr userDrawn="1"/>
          </p:nvSpPr>
          <p:spPr bwMode="auto">
            <a:xfrm flipV="1">
              <a:off x="4533843"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6" name="Oval 873"/>
            <p:cNvSpPr>
              <a:spLocks noChangeArrowheads="1"/>
            </p:cNvSpPr>
            <p:nvPr userDrawn="1"/>
          </p:nvSpPr>
          <p:spPr bwMode="auto">
            <a:xfrm flipV="1">
              <a:off x="4642865"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7" name="Oval 874"/>
            <p:cNvSpPr>
              <a:spLocks noChangeArrowheads="1"/>
            </p:cNvSpPr>
            <p:nvPr userDrawn="1"/>
          </p:nvSpPr>
          <p:spPr bwMode="auto">
            <a:xfrm flipV="1">
              <a:off x="4750923"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8" name="Oval 875"/>
            <p:cNvSpPr>
              <a:spLocks noChangeArrowheads="1"/>
            </p:cNvSpPr>
            <p:nvPr userDrawn="1"/>
          </p:nvSpPr>
          <p:spPr bwMode="auto">
            <a:xfrm flipV="1">
              <a:off x="4858015"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9" name="Oval 876"/>
            <p:cNvSpPr>
              <a:spLocks noChangeArrowheads="1"/>
            </p:cNvSpPr>
            <p:nvPr userDrawn="1"/>
          </p:nvSpPr>
          <p:spPr bwMode="auto">
            <a:xfrm flipV="1">
              <a:off x="4967038"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0" name="Oval 877"/>
            <p:cNvSpPr>
              <a:spLocks noChangeArrowheads="1"/>
            </p:cNvSpPr>
            <p:nvPr userDrawn="1"/>
          </p:nvSpPr>
          <p:spPr bwMode="auto">
            <a:xfrm flipV="1">
              <a:off x="5074129"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1" name="Oval 878"/>
            <p:cNvSpPr>
              <a:spLocks noChangeArrowheads="1"/>
            </p:cNvSpPr>
            <p:nvPr userDrawn="1"/>
          </p:nvSpPr>
          <p:spPr bwMode="auto">
            <a:xfrm flipV="1">
              <a:off x="5182187"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8" name="Oval 905"/>
            <p:cNvSpPr>
              <a:spLocks noChangeArrowheads="1"/>
            </p:cNvSpPr>
            <p:nvPr userDrawn="1"/>
          </p:nvSpPr>
          <p:spPr bwMode="auto">
            <a:xfrm flipV="1">
              <a:off x="4319659"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9" name="Oval 906"/>
            <p:cNvSpPr>
              <a:spLocks noChangeArrowheads="1"/>
            </p:cNvSpPr>
            <p:nvPr userDrawn="1"/>
          </p:nvSpPr>
          <p:spPr bwMode="auto">
            <a:xfrm flipV="1">
              <a:off x="4426753"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0" name="Oval 907"/>
            <p:cNvSpPr>
              <a:spLocks noChangeArrowheads="1"/>
            </p:cNvSpPr>
            <p:nvPr userDrawn="1"/>
          </p:nvSpPr>
          <p:spPr bwMode="auto">
            <a:xfrm flipV="1">
              <a:off x="4533845"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1" name="Oval 908"/>
            <p:cNvSpPr>
              <a:spLocks noChangeArrowheads="1"/>
            </p:cNvSpPr>
            <p:nvPr userDrawn="1"/>
          </p:nvSpPr>
          <p:spPr bwMode="auto">
            <a:xfrm flipV="1">
              <a:off x="4642867"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2" name="Oval 909"/>
            <p:cNvSpPr>
              <a:spLocks noChangeArrowheads="1"/>
            </p:cNvSpPr>
            <p:nvPr userDrawn="1"/>
          </p:nvSpPr>
          <p:spPr bwMode="auto">
            <a:xfrm flipV="1">
              <a:off x="4750926"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3" name="Oval 910"/>
            <p:cNvSpPr>
              <a:spLocks noChangeArrowheads="1"/>
            </p:cNvSpPr>
            <p:nvPr userDrawn="1"/>
          </p:nvSpPr>
          <p:spPr bwMode="auto">
            <a:xfrm flipV="1">
              <a:off x="4858018"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4" name="Oval 911"/>
            <p:cNvSpPr>
              <a:spLocks noChangeArrowheads="1"/>
            </p:cNvSpPr>
            <p:nvPr userDrawn="1"/>
          </p:nvSpPr>
          <p:spPr bwMode="auto">
            <a:xfrm flipV="1">
              <a:off x="4967042"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5" name="Oval 912"/>
            <p:cNvSpPr>
              <a:spLocks noChangeArrowheads="1"/>
            </p:cNvSpPr>
            <p:nvPr userDrawn="1"/>
          </p:nvSpPr>
          <p:spPr bwMode="auto">
            <a:xfrm flipV="1">
              <a:off x="5074131"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6" name="Oval 913"/>
            <p:cNvSpPr>
              <a:spLocks noChangeArrowheads="1"/>
            </p:cNvSpPr>
            <p:nvPr userDrawn="1"/>
          </p:nvSpPr>
          <p:spPr bwMode="auto">
            <a:xfrm flipV="1">
              <a:off x="5182188"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4" name="Oval 870"/>
            <p:cNvSpPr>
              <a:spLocks noChangeArrowheads="1"/>
            </p:cNvSpPr>
            <p:nvPr userDrawn="1"/>
          </p:nvSpPr>
          <p:spPr bwMode="auto">
            <a:xfrm flipV="1">
              <a:off x="4319658"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5" name="Oval 871"/>
            <p:cNvSpPr>
              <a:spLocks noChangeArrowheads="1"/>
            </p:cNvSpPr>
            <p:nvPr userDrawn="1"/>
          </p:nvSpPr>
          <p:spPr bwMode="auto">
            <a:xfrm flipV="1">
              <a:off x="4426751"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6" name="Oval 872"/>
            <p:cNvSpPr>
              <a:spLocks noChangeArrowheads="1"/>
            </p:cNvSpPr>
            <p:nvPr userDrawn="1"/>
          </p:nvSpPr>
          <p:spPr bwMode="auto">
            <a:xfrm flipV="1">
              <a:off x="4533843"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7" name="Oval 873"/>
            <p:cNvSpPr>
              <a:spLocks noChangeArrowheads="1"/>
            </p:cNvSpPr>
            <p:nvPr userDrawn="1"/>
          </p:nvSpPr>
          <p:spPr bwMode="auto">
            <a:xfrm flipV="1">
              <a:off x="4642865"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8" name="Oval 874"/>
            <p:cNvSpPr>
              <a:spLocks noChangeArrowheads="1"/>
            </p:cNvSpPr>
            <p:nvPr userDrawn="1"/>
          </p:nvSpPr>
          <p:spPr bwMode="auto">
            <a:xfrm flipV="1">
              <a:off x="4750923"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9" name="Oval 875"/>
            <p:cNvSpPr>
              <a:spLocks noChangeArrowheads="1"/>
            </p:cNvSpPr>
            <p:nvPr userDrawn="1"/>
          </p:nvSpPr>
          <p:spPr bwMode="auto">
            <a:xfrm flipV="1">
              <a:off x="4858015"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0" name="Oval 876"/>
            <p:cNvSpPr>
              <a:spLocks noChangeArrowheads="1"/>
            </p:cNvSpPr>
            <p:nvPr userDrawn="1"/>
          </p:nvSpPr>
          <p:spPr bwMode="auto">
            <a:xfrm flipV="1">
              <a:off x="4967038"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1" name="Oval 877"/>
            <p:cNvSpPr>
              <a:spLocks noChangeArrowheads="1"/>
            </p:cNvSpPr>
            <p:nvPr userDrawn="1"/>
          </p:nvSpPr>
          <p:spPr bwMode="auto">
            <a:xfrm flipV="1">
              <a:off x="5074129"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2" name="Oval 878"/>
            <p:cNvSpPr>
              <a:spLocks noChangeArrowheads="1"/>
            </p:cNvSpPr>
            <p:nvPr userDrawn="1"/>
          </p:nvSpPr>
          <p:spPr bwMode="auto">
            <a:xfrm flipV="1">
              <a:off x="5182187"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9" name="Oval 905"/>
            <p:cNvSpPr>
              <a:spLocks noChangeArrowheads="1"/>
            </p:cNvSpPr>
            <p:nvPr userDrawn="1"/>
          </p:nvSpPr>
          <p:spPr bwMode="auto">
            <a:xfrm flipV="1">
              <a:off x="4319659"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0" name="Oval 906"/>
            <p:cNvSpPr>
              <a:spLocks noChangeArrowheads="1"/>
            </p:cNvSpPr>
            <p:nvPr userDrawn="1"/>
          </p:nvSpPr>
          <p:spPr bwMode="auto">
            <a:xfrm flipV="1">
              <a:off x="4426753"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1" name="Oval 907"/>
            <p:cNvSpPr>
              <a:spLocks noChangeArrowheads="1"/>
            </p:cNvSpPr>
            <p:nvPr userDrawn="1"/>
          </p:nvSpPr>
          <p:spPr bwMode="auto">
            <a:xfrm flipV="1">
              <a:off x="4533845"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2" name="Oval 908"/>
            <p:cNvSpPr>
              <a:spLocks noChangeArrowheads="1"/>
            </p:cNvSpPr>
            <p:nvPr userDrawn="1"/>
          </p:nvSpPr>
          <p:spPr bwMode="auto">
            <a:xfrm flipV="1">
              <a:off x="4642867"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3" name="Oval 909"/>
            <p:cNvSpPr>
              <a:spLocks noChangeArrowheads="1"/>
            </p:cNvSpPr>
            <p:nvPr userDrawn="1"/>
          </p:nvSpPr>
          <p:spPr bwMode="auto">
            <a:xfrm flipV="1">
              <a:off x="4750926"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4" name="Oval 910"/>
            <p:cNvSpPr>
              <a:spLocks noChangeArrowheads="1"/>
            </p:cNvSpPr>
            <p:nvPr userDrawn="1"/>
          </p:nvSpPr>
          <p:spPr bwMode="auto">
            <a:xfrm flipV="1">
              <a:off x="4858018"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5" name="Oval 911"/>
            <p:cNvSpPr>
              <a:spLocks noChangeArrowheads="1"/>
            </p:cNvSpPr>
            <p:nvPr userDrawn="1"/>
          </p:nvSpPr>
          <p:spPr bwMode="auto">
            <a:xfrm flipV="1">
              <a:off x="4967042"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6" name="Oval 912"/>
            <p:cNvSpPr>
              <a:spLocks noChangeArrowheads="1"/>
            </p:cNvSpPr>
            <p:nvPr userDrawn="1"/>
          </p:nvSpPr>
          <p:spPr bwMode="auto">
            <a:xfrm flipV="1">
              <a:off x="5074131"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7" name="Oval 913"/>
            <p:cNvSpPr>
              <a:spLocks noChangeArrowheads="1"/>
            </p:cNvSpPr>
            <p:nvPr userDrawn="1"/>
          </p:nvSpPr>
          <p:spPr bwMode="auto">
            <a:xfrm flipV="1">
              <a:off x="5182188"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5" name="Oval 870"/>
            <p:cNvSpPr>
              <a:spLocks noChangeArrowheads="1"/>
            </p:cNvSpPr>
            <p:nvPr userDrawn="1"/>
          </p:nvSpPr>
          <p:spPr bwMode="auto">
            <a:xfrm flipV="1">
              <a:off x="4319658"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6" name="Oval 871"/>
            <p:cNvSpPr>
              <a:spLocks noChangeArrowheads="1"/>
            </p:cNvSpPr>
            <p:nvPr userDrawn="1"/>
          </p:nvSpPr>
          <p:spPr bwMode="auto">
            <a:xfrm flipV="1">
              <a:off x="4426751"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7" name="Oval 872"/>
            <p:cNvSpPr>
              <a:spLocks noChangeArrowheads="1"/>
            </p:cNvSpPr>
            <p:nvPr userDrawn="1"/>
          </p:nvSpPr>
          <p:spPr bwMode="auto">
            <a:xfrm flipV="1">
              <a:off x="4533843"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8" name="Oval 873"/>
            <p:cNvSpPr>
              <a:spLocks noChangeArrowheads="1"/>
            </p:cNvSpPr>
            <p:nvPr userDrawn="1"/>
          </p:nvSpPr>
          <p:spPr bwMode="auto">
            <a:xfrm flipV="1">
              <a:off x="4642865"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9" name="Oval 874"/>
            <p:cNvSpPr>
              <a:spLocks noChangeArrowheads="1"/>
            </p:cNvSpPr>
            <p:nvPr userDrawn="1"/>
          </p:nvSpPr>
          <p:spPr bwMode="auto">
            <a:xfrm flipV="1">
              <a:off x="4750923"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0" name="Oval 875"/>
            <p:cNvSpPr>
              <a:spLocks noChangeArrowheads="1"/>
            </p:cNvSpPr>
            <p:nvPr userDrawn="1"/>
          </p:nvSpPr>
          <p:spPr bwMode="auto">
            <a:xfrm flipV="1">
              <a:off x="4858015"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1" name="Oval 876"/>
            <p:cNvSpPr>
              <a:spLocks noChangeArrowheads="1"/>
            </p:cNvSpPr>
            <p:nvPr userDrawn="1"/>
          </p:nvSpPr>
          <p:spPr bwMode="auto">
            <a:xfrm flipV="1">
              <a:off x="4967038"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2" name="Oval 877"/>
            <p:cNvSpPr>
              <a:spLocks noChangeArrowheads="1"/>
            </p:cNvSpPr>
            <p:nvPr userDrawn="1"/>
          </p:nvSpPr>
          <p:spPr bwMode="auto">
            <a:xfrm flipV="1">
              <a:off x="5074129"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3" name="Oval 878"/>
            <p:cNvSpPr>
              <a:spLocks noChangeArrowheads="1"/>
            </p:cNvSpPr>
            <p:nvPr userDrawn="1"/>
          </p:nvSpPr>
          <p:spPr bwMode="auto">
            <a:xfrm flipV="1">
              <a:off x="5182187"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0" name="Oval 905"/>
            <p:cNvSpPr>
              <a:spLocks noChangeArrowheads="1"/>
            </p:cNvSpPr>
            <p:nvPr userDrawn="1"/>
          </p:nvSpPr>
          <p:spPr bwMode="auto">
            <a:xfrm flipV="1">
              <a:off x="4319659"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1" name="Oval 906"/>
            <p:cNvSpPr>
              <a:spLocks noChangeArrowheads="1"/>
            </p:cNvSpPr>
            <p:nvPr userDrawn="1"/>
          </p:nvSpPr>
          <p:spPr bwMode="auto">
            <a:xfrm flipV="1">
              <a:off x="4426753"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2" name="Oval 907"/>
            <p:cNvSpPr>
              <a:spLocks noChangeArrowheads="1"/>
            </p:cNvSpPr>
            <p:nvPr userDrawn="1"/>
          </p:nvSpPr>
          <p:spPr bwMode="auto">
            <a:xfrm flipV="1">
              <a:off x="4533845"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3" name="Oval 908"/>
            <p:cNvSpPr>
              <a:spLocks noChangeArrowheads="1"/>
            </p:cNvSpPr>
            <p:nvPr userDrawn="1"/>
          </p:nvSpPr>
          <p:spPr bwMode="auto">
            <a:xfrm flipV="1">
              <a:off x="4642867"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4" name="Oval 909"/>
            <p:cNvSpPr>
              <a:spLocks noChangeArrowheads="1"/>
            </p:cNvSpPr>
            <p:nvPr userDrawn="1"/>
          </p:nvSpPr>
          <p:spPr bwMode="auto">
            <a:xfrm flipV="1">
              <a:off x="4750926"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5" name="Oval 910"/>
            <p:cNvSpPr>
              <a:spLocks noChangeArrowheads="1"/>
            </p:cNvSpPr>
            <p:nvPr userDrawn="1"/>
          </p:nvSpPr>
          <p:spPr bwMode="auto">
            <a:xfrm flipV="1">
              <a:off x="4858018"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6" name="Oval 911"/>
            <p:cNvSpPr>
              <a:spLocks noChangeArrowheads="1"/>
            </p:cNvSpPr>
            <p:nvPr userDrawn="1"/>
          </p:nvSpPr>
          <p:spPr bwMode="auto">
            <a:xfrm flipV="1">
              <a:off x="4967042"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7" name="Oval 912"/>
            <p:cNvSpPr>
              <a:spLocks noChangeArrowheads="1"/>
            </p:cNvSpPr>
            <p:nvPr userDrawn="1"/>
          </p:nvSpPr>
          <p:spPr bwMode="auto">
            <a:xfrm flipV="1">
              <a:off x="5074131"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8" name="Oval 913"/>
            <p:cNvSpPr>
              <a:spLocks noChangeArrowheads="1"/>
            </p:cNvSpPr>
            <p:nvPr userDrawn="1"/>
          </p:nvSpPr>
          <p:spPr bwMode="auto">
            <a:xfrm flipV="1">
              <a:off x="5182188"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6" name="Oval 870"/>
            <p:cNvSpPr>
              <a:spLocks noChangeArrowheads="1"/>
            </p:cNvSpPr>
            <p:nvPr userDrawn="1"/>
          </p:nvSpPr>
          <p:spPr bwMode="auto">
            <a:xfrm flipV="1">
              <a:off x="4319658"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7" name="Oval 871"/>
            <p:cNvSpPr>
              <a:spLocks noChangeArrowheads="1"/>
            </p:cNvSpPr>
            <p:nvPr userDrawn="1"/>
          </p:nvSpPr>
          <p:spPr bwMode="auto">
            <a:xfrm flipV="1">
              <a:off x="4426751"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8" name="Oval 872"/>
            <p:cNvSpPr>
              <a:spLocks noChangeArrowheads="1"/>
            </p:cNvSpPr>
            <p:nvPr userDrawn="1"/>
          </p:nvSpPr>
          <p:spPr bwMode="auto">
            <a:xfrm flipV="1">
              <a:off x="4533843"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9" name="Oval 873"/>
            <p:cNvSpPr>
              <a:spLocks noChangeArrowheads="1"/>
            </p:cNvSpPr>
            <p:nvPr userDrawn="1"/>
          </p:nvSpPr>
          <p:spPr bwMode="auto">
            <a:xfrm flipV="1">
              <a:off x="4642865"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0" name="Oval 874"/>
            <p:cNvSpPr>
              <a:spLocks noChangeArrowheads="1"/>
            </p:cNvSpPr>
            <p:nvPr userDrawn="1"/>
          </p:nvSpPr>
          <p:spPr bwMode="auto">
            <a:xfrm flipV="1">
              <a:off x="4750923"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1" name="Oval 875"/>
            <p:cNvSpPr>
              <a:spLocks noChangeArrowheads="1"/>
            </p:cNvSpPr>
            <p:nvPr userDrawn="1"/>
          </p:nvSpPr>
          <p:spPr bwMode="auto">
            <a:xfrm flipV="1">
              <a:off x="4858015"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2" name="Oval 876"/>
            <p:cNvSpPr>
              <a:spLocks noChangeArrowheads="1"/>
            </p:cNvSpPr>
            <p:nvPr userDrawn="1"/>
          </p:nvSpPr>
          <p:spPr bwMode="auto">
            <a:xfrm flipV="1">
              <a:off x="4967038"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3" name="Oval 877"/>
            <p:cNvSpPr>
              <a:spLocks noChangeArrowheads="1"/>
            </p:cNvSpPr>
            <p:nvPr userDrawn="1"/>
          </p:nvSpPr>
          <p:spPr bwMode="auto">
            <a:xfrm flipV="1">
              <a:off x="5074129"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4" name="Oval 878"/>
            <p:cNvSpPr>
              <a:spLocks noChangeArrowheads="1"/>
            </p:cNvSpPr>
            <p:nvPr userDrawn="1"/>
          </p:nvSpPr>
          <p:spPr bwMode="auto">
            <a:xfrm flipV="1">
              <a:off x="5182187"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1" name="Oval 905"/>
            <p:cNvSpPr>
              <a:spLocks noChangeArrowheads="1"/>
            </p:cNvSpPr>
            <p:nvPr userDrawn="1"/>
          </p:nvSpPr>
          <p:spPr bwMode="auto">
            <a:xfrm flipV="1">
              <a:off x="4319659"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2" name="Oval 906"/>
            <p:cNvSpPr>
              <a:spLocks noChangeArrowheads="1"/>
            </p:cNvSpPr>
            <p:nvPr userDrawn="1"/>
          </p:nvSpPr>
          <p:spPr bwMode="auto">
            <a:xfrm flipV="1">
              <a:off x="4426753"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3" name="Oval 907"/>
            <p:cNvSpPr>
              <a:spLocks noChangeArrowheads="1"/>
            </p:cNvSpPr>
            <p:nvPr userDrawn="1"/>
          </p:nvSpPr>
          <p:spPr bwMode="auto">
            <a:xfrm flipV="1">
              <a:off x="4533845"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4" name="Oval 908"/>
            <p:cNvSpPr>
              <a:spLocks noChangeArrowheads="1"/>
            </p:cNvSpPr>
            <p:nvPr userDrawn="1"/>
          </p:nvSpPr>
          <p:spPr bwMode="auto">
            <a:xfrm flipV="1">
              <a:off x="4642867"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5" name="Oval 909"/>
            <p:cNvSpPr>
              <a:spLocks noChangeArrowheads="1"/>
            </p:cNvSpPr>
            <p:nvPr userDrawn="1"/>
          </p:nvSpPr>
          <p:spPr bwMode="auto">
            <a:xfrm flipV="1">
              <a:off x="4750926"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6" name="Oval 910"/>
            <p:cNvSpPr>
              <a:spLocks noChangeArrowheads="1"/>
            </p:cNvSpPr>
            <p:nvPr userDrawn="1"/>
          </p:nvSpPr>
          <p:spPr bwMode="auto">
            <a:xfrm flipV="1">
              <a:off x="4858018"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7" name="Oval 911"/>
            <p:cNvSpPr>
              <a:spLocks noChangeArrowheads="1"/>
            </p:cNvSpPr>
            <p:nvPr userDrawn="1"/>
          </p:nvSpPr>
          <p:spPr bwMode="auto">
            <a:xfrm flipV="1">
              <a:off x="4967042"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8" name="Oval 912"/>
            <p:cNvSpPr>
              <a:spLocks noChangeArrowheads="1"/>
            </p:cNvSpPr>
            <p:nvPr userDrawn="1"/>
          </p:nvSpPr>
          <p:spPr bwMode="auto">
            <a:xfrm flipV="1">
              <a:off x="5074131"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9" name="Oval 913"/>
            <p:cNvSpPr>
              <a:spLocks noChangeArrowheads="1"/>
            </p:cNvSpPr>
            <p:nvPr userDrawn="1"/>
          </p:nvSpPr>
          <p:spPr bwMode="auto">
            <a:xfrm flipV="1">
              <a:off x="5182188"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7" name="Oval 870"/>
            <p:cNvSpPr>
              <a:spLocks noChangeArrowheads="1"/>
            </p:cNvSpPr>
            <p:nvPr userDrawn="1"/>
          </p:nvSpPr>
          <p:spPr bwMode="auto">
            <a:xfrm flipV="1">
              <a:off x="4319658"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8" name="Oval 871"/>
            <p:cNvSpPr>
              <a:spLocks noChangeArrowheads="1"/>
            </p:cNvSpPr>
            <p:nvPr userDrawn="1"/>
          </p:nvSpPr>
          <p:spPr bwMode="auto">
            <a:xfrm flipV="1">
              <a:off x="4426751"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9" name="Oval 872"/>
            <p:cNvSpPr>
              <a:spLocks noChangeArrowheads="1"/>
            </p:cNvSpPr>
            <p:nvPr userDrawn="1"/>
          </p:nvSpPr>
          <p:spPr bwMode="auto">
            <a:xfrm flipV="1">
              <a:off x="4533843"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0" name="Oval 873"/>
            <p:cNvSpPr>
              <a:spLocks noChangeArrowheads="1"/>
            </p:cNvSpPr>
            <p:nvPr userDrawn="1"/>
          </p:nvSpPr>
          <p:spPr bwMode="auto">
            <a:xfrm flipV="1">
              <a:off x="4642865"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1" name="Oval 874"/>
            <p:cNvSpPr>
              <a:spLocks noChangeArrowheads="1"/>
            </p:cNvSpPr>
            <p:nvPr userDrawn="1"/>
          </p:nvSpPr>
          <p:spPr bwMode="auto">
            <a:xfrm flipV="1">
              <a:off x="4750923"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2" name="Oval 875"/>
            <p:cNvSpPr>
              <a:spLocks noChangeArrowheads="1"/>
            </p:cNvSpPr>
            <p:nvPr userDrawn="1"/>
          </p:nvSpPr>
          <p:spPr bwMode="auto">
            <a:xfrm flipV="1">
              <a:off x="4858015"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3" name="Oval 876"/>
            <p:cNvSpPr>
              <a:spLocks noChangeArrowheads="1"/>
            </p:cNvSpPr>
            <p:nvPr userDrawn="1"/>
          </p:nvSpPr>
          <p:spPr bwMode="auto">
            <a:xfrm flipV="1">
              <a:off x="4967038"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4" name="Oval 877"/>
            <p:cNvSpPr>
              <a:spLocks noChangeArrowheads="1"/>
            </p:cNvSpPr>
            <p:nvPr userDrawn="1"/>
          </p:nvSpPr>
          <p:spPr bwMode="auto">
            <a:xfrm flipV="1">
              <a:off x="5074129"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5" name="Oval 878"/>
            <p:cNvSpPr>
              <a:spLocks noChangeArrowheads="1"/>
            </p:cNvSpPr>
            <p:nvPr userDrawn="1"/>
          </p:nvSpPr>
          <p:spPr bwMode="auto">
            <a:xfrm flipV="1">
              <a:off x="5182187"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2" name="Oval 905"/>
            <p:cNvSpPr>
              <a:spLocks noChangeArrowheads="1"/>
            </p:cNvSpPr>
            <p:nvPr userDrawn="1"/>
          </p:nvSpPr>
          <p:spPr bwMode="auto">
            <a:xfrm flipV="1">
              <a:off x="4319659"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3" name="Oval 906"/>
            <p:cNvSpPr>
              <a:spLocks noChangeArrowheads="1"/>
            </p:cNvSpPr>
            <p:nvPr userDrawn="1"/>
          </p:nvSpPr>
          <p:spPr bwMode="auto">
            <a:xfrm flipV="1">
              <a:off x="4426753"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4" name="Oval 907"/>
            <p:cNvSpPr>
              <a:spLocks noChangeArrowheads="1"/>
            </p:cNvSpPr>
            <p:nvPr userDrawn="1"/>
          </p:nvSpPr>
          <p:spPr bwMode="auto">
            <a:xfrm flipV="1">
              <a:off x="4533845"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5" name="Oval 908"/>
            <p:cNvSpPr>
              <a:spLocks noChangeArrowheads="1"/>
            </p:cNvSpPr>
            <p:nvPr userDrawn="1"/>
          </p:nvSpPr>
          <p:spPr bwMode="auto">
            <a:xfrm flipV="1">
              <a:off x="4642867"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6" name="Oval 909"/>
            <p:cNvSpPr>
              <a:spLocks noChangeArrowheads="1"/>
            </p:cNvSpPr>
            <p:nvPr userDrawn="1"/>
          </p:nvSpPr>
          <p:spPr bwMode="auto">
            <a:xfrm flipV="1">
              <a:off x="4750926"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7" name="Oval 910"/>
            <p:cNvSpPr>
              <a:spLocks noChangeArrowheads="1"/>
            </p:cNvSpPr>
            <p:nvPr userDrawn="1"/>
          </p:nvSpPr>
          <p:spPr bwMode="auto">
            <a:xfrm flipV="1">
              <a:off x="4858018"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8" name="Oval 911"/>
            <p:cNvSpPr>
              <a:spLocks noChangeArrowheads="1"/>
            </p:cNvSpPr>
            <p:nvPr userDrawn="1"/>
          </p:nvSpPr>
          <p:spPr bwMode="auto">
            <a:xfrm flipV="1">
              <a:off x="4967042"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9" name="Oval 912"/>
            <p:cNvSpPr>
              <a:spLocks noChangeArrowheads="1"/>
            </p:cNvSpPr>
            <p:nvPr userDrawn="1"/>
          </p:nvSpPr>
          <p:spPr bwMode="auto">
            <a:xfrm flipV="1">
              <a:off x="5074131"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0" name="Oval 913"/>
            <p:cNvSpPr>
              <a:spLocks noChangeArrowheads="1"/>
            </p:cNvSpPr>
            <p:nvPr userDrawn="1"/>
          </p:nvSpPr>
          <p:spPr bwMode="auto">
            <a:xfrm flipV="1">
              <a:off x="5182188"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8" name="Oval 870"/>
            <p:cNvSpPr>
              <a:spLocks noChangeArrowheads="1"/>
            </p:cNvSpPr>
            <p:nvPr userDrawn="1"/>
          </p:nvSpPr>
          <p:spPr bwMode="auto">
            <a:xfrm flipV="1">
              <a:off x="4319658"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9" name="Oval 871"/>
            <p:cNvSpPr>
              <a:spLocks noChangeArrowheads="1"/>
            </p:cNvSpPr>
            <p:nvPr userDrawn="1"/>
          </p:nvSpPr>
          <p:spPr bwMode="auto">
            <a:xfrm flipV="1">
              <a:off x="4426751"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0" name="Oval 872"/>
            <p:cNvSpPr>
              <a:spLocks noChangeArrowheads="1"/>
            </p:cNvSpPr>
            <p:nvPr userDrawn="1"/>
          </p:nvSpPr>
          <p:spPr bwMode="auto">
            <a:xfrm flipV="1">
              <a:off x="4533843"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1" name="Oval 873"/>
            <p:cNvSpPr>
              <a:spLocks noChangeArrowheads="1"/>
            </p:cNvSpPr>
            <p:nvPr userDrawn="1"/>
          </p:nvSpPr>
          <p:spPr bwMode="auto">
            <a:xfrm flipV="1">
              <a:off x="4642865"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2" name="Oval 874"/>
            <p:cNvSpPr>
              <a:spLocks noChangeArrowheads="1"/>
            </p:cNvSpPr>
            <p:nvPr userDrawn="1"/>
          </p:nvSpPr>
          <p:spPr bwMode="auto">
            <a:xfrm flipV="1">
              <a:off x="4750923"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3" name="Oval 875"/>
            <p:cNvSpPr>
              <a:spLocks noChangeArrowheads="1"/>
            </p:cNvSpPr>
            <p:nvPr userDrawn="1"/>
          </p:nvSpPr>
          <p:spPr bwMode="auto">
            <a:xfrm flipV="1">
              <a:off x="4858015"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4" name="Oval 876"/>
            <p:cNvSpPr>
              <a:spLocks noChangeArrowheads="1"/>
            </p:cNvSpPr>
            <p:nvPr userDrawn="1"/>
          </p:nvSpPr>
          <p:spPr bwMode="auto">
            <a:xfrm flipV="1">
              <a:off x="4967038"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5" name="Oval 877"/>
            <p:cNvSpPr>
              <a:spLocks noChangeArrowheads="1"/>
            </p:cNvSpPr>
            <p:nvPr userDrawn="1"/>
          </p:nvSpPr>
          <p:spPr bwMode="auto">
            <a:xfrm flipV="1">
              <a:off x="5074129"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6" name="Oval 878"/>
            <p:cNvSpPr>
              <a:spLocks noChangeArrowheads="1"/>
            </p:cNvSpPr>
            <p:nvPr userDrawn="1"/>
          </p:nvSpPr>
          <p:spPr bwMode="auto">
            <a:xfrm flipV="1">
              <a:off x="5182187"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3" name="Oval 905"/>
            <p:cNvSpPr>
              <a:spLocks noChangeArrowheads="1"/>
            </p:cNvSpPr>
            <p:nvPr userDrawn="1"/>
          </p:nvSpPr>
          <p:spPr bwMode="auto">
            <a:xfrm flipV="1">
              <a:off x="4319659"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4" name="Oval 906"/>
            <p:cNvSpPr>
              <a:spLocks noChangeArrowheads="1"/>
            </p:cNvSpPr>
            <p:nvPr userDrawn="1"/>
          </p:nvSpPr>
          <p:spPr bwMode="auto">
            <a:xfrm flipV="1">
              <a:off x="4426753"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5" name="Oval 907"/>
            <p:cNvSpPr>
              <a:spLocks noChangeArrowheads="1"/>
            </p:cNvSpPr>
            <p:nvPr userDrawn="1"/>
          </p:nvSpPr>
          <p:spPr bwMode="auto">
            <a:xfrm flipV="1">
              <a:off x="4533845"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6" name="Oval 908"/>
            <p:cNvSpPr>
              <a:spLocks noChangeArrowheads="1"/>
            </p:cNvSpPr>
            <p:nvPr userDrawn="1"/>
          </p:nvSpPr>
          <p:spPr bwMode="auto">
            <a:xfrm flipV="1">
              <a:off x="4642867"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7" name="Oval 909"/>
            <p:cNvSpPr>
              <a:spLocks noChangeArrowheads="1"/>
            </p:cNvSpPr>
            <p:nvPr userDrawn="1"/>
          </p:nvSpPr>
          <p:spPr bwMode="auto">
            <a:xfrm flipV="1">
              <a:off x="4750926"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8" name="Oval 910"/>
            <p:cNvSpPr>
              <a:spLocks noChangeArrowheads="1"/>
            </p:cNvSpPr>
            <p:nvPr userDrawn="1"/>
          </p:nvSpPr>
          <p:spPr bwMode="auto">
            <a:xfrm flipV="1">
              <a:off x="4858018"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9" name="Oval 911"/>
            <p:cNvSpPr>
              <a:spLocks noChangeArrowheads="1"/>
            </p:cNvSpPr>
            <p:nvPr userDrawn="1"/>
          </p:nvSpPr>
          <p:spPr bwMode="auto">
            <a:xfrm flipV="1">
              <a:off x="4967042"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0" name="Oval 912"/>
            <p:cNvSpPr>
              <a:spLocks noChangeArrowheads="1"/>
            </p:cNvSpPr>
            <p:nvPr userDrawn="1"/>
          </p:nvSpPr>
          <p:spPr bwMode="auto">
            <a:xfrm flipV="1">
              <a:off x="5074131"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1" name="Oval 913"/>
            <p:cNvSpPr>
              <a:spLocks noChangeArrowheads="1"/>
            </p:cNvSpPr>
            <p:nvPr userDrawn="1"/>
          </p:nvSpPr>
          <p:spPr bwMode="auto">
            <a:xfrm flipV="1">
              <a:off x="5182188"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9" name="Oval 870"/>
            <p:cNvSpPr>
              <a:spLocks noChangeArrowheads="1"/>
            </p:cNvSpPr>
            <p:nvPr userDrawn="1"/>
          </p:nvSpPr>
          <p:spPr bwMode="auto">
            <a:xfrm flipV="1">
              <a:off x="4319658"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0" name="Oval 871"/>
            <p:cNvSpPr>
              <a:spLocks noChangeArrowheads="1"/>
            </p:cNvSpPr>
            <p:nvPr userDrawn="1"/>
          </p:nvSpPr>
          <p:spPr bwMode="auto">
            <a:xfrm flipV="1">
              <a:off x="4426751"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1" name="Oval 872"/>
            <p:cNvSpPr>
              <a:spLocks noChangeArrowheads="1"/>
            </p:cNvSpPr>
            <p:nvPr userDrawn="1"/>
          </p:nvSpPr>
          <p:spPr bwMode="auto">
            <a:xfrm flipV="1">
              <a:off x="4533843"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2" name="Oval 873"/>
            <p:cNvSpPr>
              <a:spLocks noChangeArrowheads="1"/>
            </p:cNvSpPr>
            <p:nvPr userDrawn="1"/>
          </p:nvSpPr>
          <p:spPr bwMode="auto">
            <a:xfrm flipV="1">
              <a:off x="4642865"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3" name="Oval 874"/>
            <p:cNvSpPr>
              <a:spLocks noChangeArrowheads="1"/>
            </p:cNvSpPr>
            <p:nvPr userDrawn="1"/>
          </p:nvSpPr>
          <p:spPr bwMode="auto">
            <a:xfrm flipV="1">
              <a:off x="4750923"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4" name="Oval 875"/>
            <p:cNvSpPr>
              <a:spLocks noChangeArrowheads="1"/>
            </p:cNvSpPr>
            <p:nvPr userDrawn="1"/>
          </p:nvSpPr>
          <p:spPr bwMode="auto">
            <a:xfrm flipV="1">
              <a:off x="4858015"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5" name="Oval 876"/>
            <p:cNvSpPr>
              <a:spLocks noChangeArrowheads="1"/>
            </p:cNvSpPr>
            <p:nvPr userDrawn="1"/>
          </p:nvSpPr>
          <p:spPr bwMode="auto">
            <a:xfrm flipV="1">
              <a:off x="4967038"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6" name="Oval 877"/>
            <p:cNvSpPr>
              <a:spLocks noChangeArrowheads="1"/>
            </p:cNvSpPr>
            <p:nvPr userDrawn="1"/>
          </p:nvSpPr>
          <p:spPr bwMode="auto">
            <a:xfrm flipV="1">
              <a:off x="5074129"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7" name="Oval 878"/>
            <p:cNvSpPr>
              <a:spLocks noChangeArrowheads="1"/>
            </p:cNvSpPr>
            <p:nvPr userDrawn="1"/>
          </p:nvSpPr>
          <p:spPr bwMode="auto">
            <a:xfrm flipV="1">
              <a:off x="5182187"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4" name="Oval 905"/>
            <p:cNvSpPr>
              <a:spLocks noChangeArrowheads="1"/>
            </p:cNvSpPr>
            <p:nvPr userDrawn="1"/>
          </p:nvSpPr>
          <p:spPr bwMode="auto">
            <a:xfrm flipV="1">
              <a:off x="4319659"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5" name="Oval 906"/>
            <p:cNvSpPr>
              <a:spLocks noChangeArrowheads="1"/>
            </p:cNvSpPr>
            <p:nvPr userDrawn="1"/>
          </p:nvSpPr>
          <p:spPr bwMode="auto">
            <a:xfrm flipV="1">
              <a:off x="4426753"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6" name="Oval 907"/>
            <p:cNvSpPr>
              <a:spLocks noChangeArrowheads="1"/>
            </p:cNvSpPr>
            <p:nvPr userDrawn="1"/>
          </p:nvSpPr>
          <p:spPr bwMode="auto">
            <a:xfrm flipV="1">
              <a:off x="4533845"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7" name="Oval 908"/>
            <p:cNvSpPr>
              <a:spLocks noChangeArrowheads="1"/>
            </p:cNvSpPr>
            <p:nvPr userDrawn="1"/>
          </p:nvSpPr>
          <p:spPr bwMode="auto">
            <a:xfrm flipV="1">
              <a:off x="4642867"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8" name="Oval 909"/>
            <p:cNvSpPr>
              <a:spLocks noChangeArrowheads="1"/>
            </p:cNvSpPr>
            <p:nvPr userDrawn="1"/>
          </p:nvSpPr>
          <p:spPr bwMode="auto">
            <a:xfrm flipV="1">
              <a:off x="4750926"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9" name="Oval 910"/>
            <p:cNvSpPr>
              <a:spLocks noChangeArrowheads="1"/>
            </p:cNvSpPr>
            <p:nvPr userDrawn="1"/>
          </p:nvSpPr>
          <p:spPr bwMode="auto">
            <a:xfrm flipV="1">
              <a:off x="4858018"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0" name="Oval 911"/>
            <p:cNvSpPr>
              <a:spLocks noChangeArrowheads="1"/>
            </p:cNvSpPr>
            <p:nvPr userDrawn="1"/>
          </p:nvSpPr>
          <p:spPr bwMode="auto">
            <a:xfrm flipV="1">
              <a:off x="4967042"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1" name="Oval 912"/>
            <p:cNvSpPr>
              <a:spLocks noChangeArrowheads="1"/>
            </p:cNvSpPr>
            <p:nvPr userDrawn="1"/>
          </p:nvSpPr>
          <p:spPr bwMode="auto">
            <a:xfrm flipV="1">
              <a:off x="5074131"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2" name="Oval 913"/>
            <p:cNvSpPr>
              <a:spLocks noChangeArrowheads="1"/>
            </p:cNvSpPr>
            <p:nvPr userDrawn="1"/>
          </p:nvSpPr>
          <p:spPr bwMode="auto">
            <a:xfrm flipV="1">
              <a:off x="5182188"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0" name="Oval 870"/>
            <p:cNvSpPr>
              <a:spLocks noChangeArrowheads="1"/>
            </p:cNvSpPr>
            <p:nvPr userDrawn="1"/>
          </p:nvSpPr>
          <p:spPr bwMode="auto">
            <a:xfrm flipV="1">
              <a:off x="4319658"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1" name="Oval 871"/>
            <p:cNvSpPr>
              <a:spLocks noChangeArrowheads="1"/>
            </p:cNvSpPr>
            <p:nvPr userDrawn="1"/>
          </p:nvSpPr>
          <p:spPr bwMode="auto">
            <a:xfrm flipV="1">
              <a:off x="4426751"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2" name="Oval 872"/>
            <p:cNvSpPr>
              <a:spLocks noChangeArrowheads="1"/>
            </p:cNvSpPr>
            <p:nvPr userDrawn="1"/>
          </p:nvSpPr>
          <p:spPr bwMode="auto">
            <a:xfrm flipV="1">
              <a:off x="4533843"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3" name="Oval 873"/>
            <p:cNvSpPr>
              <a:spLocks noChangeArrowheads="1"/>
            </p:cNvSpPr>
            <p:nvPr userDrawn="1"/>
          </p:nvSpPr>
          <p:spPr bwMode="auto">
            <a:xfrm flipV="1">
              <a:off x="4642865"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4" name="Oval 874"/>
            <p:cNvSpPr>
              <a:spLocks noChangeArrowheads="1"/>
            </p:cNvSpPr>
            <p:nvPr userDrawn="1"/>
          </p:nvSpPr>
          <p:spPr bwMode="auto">
            <a:xfrm flipV="1">
              <a:off x="4750923"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5" name="Oval 875"/>
            <p:cNvSpPr>
              <a:spLocks noChangeArrowheads="1"/>
            </p:cNvSpPr>
            <p:nvPr userDrawn="1"/>
          </p:nvSpPr>
          <p:spPr bwMode="auto">
            <a:xfrm flipV="1">
              <a:off x="4858015"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6" name="Oval 876"/>
            <p:cNvSpPr>
              <a:spLocks noChangeArrowheads="1"/>
            </p:cNvSpPr>
            <p:nvPr userDrawn="1"/>
          </p:nvSpPr>
          <p:spPr bwMode="auto">
            <a:xfrm flipV="1">
              <a:off x="4967038"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7" name="Oval 877"/>
            <p:cNvSpPr>
              <a:spLocks noChangeArrowheads="1"/>
            </p:cNvSpPr>
            <p:nvPr userDrawn="1"/>
          </p:nvSpPr>
          <p:spPr bwMode="auto">
            <a:xfrm flipV="1">
              <a:off x="5074129"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8" name="Oval 878"/>
            <p:cNvSpPr>
              <a:spLocks noChangeArrowheads="1"/>
            </p:cNvSpPr>
            <p:nvPr userDrawn="1"/>
          </p:nvSpPr>
          <p:spPr bwMode="auto">
            <a:xfrm flipV="1">
              <a:off x="5182187"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5" name="Oval 905"/>
            <p:cNvSpPr>
              <a:spLocks noChangeArrowheads="1"/>
            </p:cNvSpPr>
            <p:nvPr userDrawn="1"/>
          </p:nvSpPr>
          <p:spPr bwMode="auto">
            <a:xfrm flipV="1">
              <a:off x="4319659"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6" name="Oval 906"/>
            <p:cNvSpPr>
              <a:spLocks noChangeArrowheads="1"/>
            </p:cNvSpPr>
            <p:nvPr userDrawn="1"/>
          </p:nvSpPr>
          <p:spPr bwMode="auto">
            <a:xfrm flipV="1">
              <a:off x="4426753"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7" name="Oval 907"/>
            <p:cNvSpPr>
              <a:spLocks noChangeArrowheads="1"/>
            </p:cNvSpPr>
            <p:nvPr userDrawn="1"/>
          </p:nvSpPr>
          <p:spPr bwMode="auto">
            <a:xfrm flipV="1">
              <a:off x="4533845"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8" name="Oval 908"/>
            <p:cNvSpPr>
              <a:spLocks noChangeArrowheads="1"/>
            </p:cNvSpPr>
            <p:nvPr userDrawn="1"/>
          </p:nvSpPr>
          <p:spPr bwMode="auto">
            <a:xfrm flipV="1">
              <a:off x="4642867"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59" name="Oval 909"/>
            <p:cNvSpPr>
              <a:spLocks noChangeArrowheads="1"/>
            </p:cNvSpPr>
            <p:nvPr userDrawn="1"/>
          </p:nvSpPr>
          <p:spPr bwMode="auto">
            <a:xfrm flipV="1">
              <a:off x="4750926"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60" name="Oval 910"/>
            <p:cNvSpPr>
              <a:spLocks noChangeArrowheads="1"/>
            </p:cNvSpPr>
            <p:nvPr userDrawn="1"/>
          </p:nvSpPr>
          <p:spPr bwMode="auto">
            <a:xfrm flipV="1">
              <a:off x="4858018"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61" name="Oval 911"/>
            <p:cNvSpPr>
              <a:spLocks noChangeArrowheads="1"/>
            </p:cNvSpPr>
            <p:nvPr userDrawn="1"/>
          </p:nvSpPr>
          <p:spPr bwMode="auto">
            <a:xfrm flipV="1">
              <a:off x="4967042"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62" name="Oval 912"/>
            <p:cNvSpPr>
              <a:spLocks noChangeArrowheads="1"/>
            </p:cNvSpPr>
            <p:nvPr userDrawn="1"/>
          </p:nvSpPr>
          <p:spPr bwMode="auto">
            <a:xfrm flipV="1">
              <a:off x="5074131"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63" name="Oval 913"/>
            <p:cNvSpPr>
              <a:spLocks noChangeArrowheads="1"/>
            </p:cNvSpPr>
            <p:nvPr userDrawn="1"/>
          </p:nvSpPr>
          <p:spPr bwMode="auto">
            <a:xfrm flipV="1">
              <a:off x="5182188"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1" name="Oval 870"/>
            <p:cNvSpPr>
              <a:spLocks noChangeArrowheads="1"/>
            </p:cNvSpPr>
            <p:nvPr userDrawn="1"/>
          </p:nvSpPr>
          <p:spPr bwMode="auto">
            <a:xfrm flipV="1">
              <a:off x="4319658"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2" name="Oval 871"/>
            <p:cNvSpPr>
              <a:spLocks noChangeArrowheads="1"/>
            </p:cNvSpPr>
            <p:nvPr userDrawn="1"/>
          </p:nvSpPr>
          <p:spPr bwMode="auto">
            <a:xfrm flipV="1">
              <a:off x="4426751"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3" name="Oval 872"/>
            <p:cNvSpPr>
              <a:spLocks noChangeArrowheads="1"/>
            </p:cNvSpPr>
            <p:nvPr userDrawn="1"/>
          </p:nvSpPr>
          <p:spPr bwMode="auto">
            <a:xfrm flipV="1">
              <a:off x="4533843"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4" name="Oval 873"/>
            <p:cNvSpPr>
              <a:spLocks noChangeArrowheads="1"/>
            </p:cNvSpPr>
            <p:nvPr userDrawn="1"/>
          </p:nvSpPr>
          <p:spPr bwMode="auto">
            <a:xfrm flipV="1">
              <a:off x="4642865"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5" name="Oval 874"/>
            <p:cNvSpPr>
              <a:spLocks noChangeArrowheads="1"/>
            </p:cNvSpPr>
            <p:nvPr userDrawn="1"/>
          </p:nvSpPr>
          <p:spPr bwMode="auto">
            <a:xfrm flipV="1">
              <a:off x="4750923"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6" name="Oval 875"/>
            <p:cNvSpPr>
              <a:spLocks noChangeArrowheads="1"/>
            </p:cNvSpPr>
            <p:nvPr userDrawn="1"/>
          </p:nvSpPr>
          <p:spPr bwMode="auto">
            <a:xfrm flipV="1">
              <a:off x="4858015"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7" name="Oval 876"/>
            <p:cNvSpPr>
              <a:spLocks noChangeArrowheads="1"/>
            </p:cNvSpPr>
            <p:nvPr userDrawn="1"/>
          </p:nvSpPr>
          <p:spPr bwMode="auto">
            <a:xfrm flipV="1">
              <a:off x="4967038"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8" name="Oval 877"/>
            <p:cNvSpPr>
              <a:spLocks noChangeArrowheads="1"/>
            </p:cNvSpPr>
            <p:nvPr userDrawn="1"/>
          </p:nvSpPr>
          <p:spPr bwMode="auto">
            <a:xfrm flipV="1">
              <a:off x="5074129"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99" name="Oval 878"/>
            <p:cNvSpPr>
              <a:spLocks noChangeArrowheads="1"/>
            </p:cNvSpPr>
            <p:nvPr userDrawn="1"/>
          </p:nvSpPr>
          <p:spPr bwMode="auto">
            <a:xfrm flipV="1">
              <a:off x="5182187"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26" name="Oval 905"/>
            <p:cNvSpPr>
              <a:spLocks noChangeArrowheads="1"/>
            </p:cNvSpPr>
            <p:nvPr userDrawn="1"/>
          </p:nvSpPr>
          <p:spPr bwMode="auto">
            <a:xfrm flipV="1">
              <a:off x="4319659"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27" name="Oval 906"/>
            <p:cNvSpPr>
              <a:spLocks noChangeArrowheads="1"/>
            </p:cNvSpPr>
            <p:nvPr userDrawn="1"/>
          </p:nvSpPr>
          <p:spPr bwMode="auto">
            <a:xfrm flipV="1">
              <a:off x="4426753"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28" name="Oval 907"/>
            <p:cNvSpPr>
              <a:spLocks noChangeArrowheads="1"/>
            </p:cNvSpPr>
            <p:nvPr userDrawn="1"/>
          </p:nvSpPr>
          <p:spPr bwMode="auto">
            <a:xfrm flipV="1">
              <a:off x="4533845"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29" name="Oval 908"/>
            <p:cNvSpPr>
              <a:spLocks noChangeArrowheads="1"/>
            </p:cNvSpPr>
            <p:nvPr userDrawn="1"/>
          </p:nvSpPr>
          <p:spPr bwMode="auto">
            <a:xfrm flipV="1">
              <a:off x="4642867"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30" name="Oval 909"/>
            <p:cNvSpPr>
              <a:spLocks noChangeArrowheads="1"/>
            </p:cNvSpPr>
            <p:nvPr userDrawn="1"/>
          </p:nvSpPr>
          <p:spPr bwMode="auto">
            <a:xfrm flipV="1">
              <a:off x="4750926"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31" name="Oval 910"/>
            <p:cNvSpPr>
              <a:spLocks noChangeArrowheads="1"/>
            </p:cNvSpPr>
            <p:nvPr userDrawn="1"/>
          </p:nvSpPr>
          <p:spPr bwMode="auto">
            <a:xfrm flipV="1">
              <a:off x="4858018"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32" name="Oval 911"/>
            <p:cNvSpPr>
              <a:spLocks noChangeArrowheads="1"/>
            </p:cNvSpPr>
            <p:nvPr userDrawn="1"/>
          </p:nvSpPr>
          <p:spPr bwMode="auto">
            <a:xfrm flipV="1">
              <a:off x="4967042"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33" name="Oval 912"/>
            <p:cNvSpPr>
              <a:spLocks noChangeArrowheads="1"/>
            </p:cNvSpPr>
            <p:nvPr userDrawn="1"/>
          </p:nvSpPr>
          <p:spPr bwMode="auto">
            <a:xfrm flipV="1">
              <a:off x="5074131"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34" name="Oval 913"/>
            <p:cNvSpPr>
              <a:spLocks noChangeArrowheads="1"/>
            </p:cNvSpPr>
            <p:nvPr userDrawn="1"/>
          </p:nvSpPr>
          <p:spPr bwMode="auto">
            <a:xfrm flipV="1">
              <a:off x="5182188"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2" name="Oval 870"/>
            <p:cNvSpPr>
              <a:spLocks noChangeArrowheads="1"/>
            </p:cNvSpPr>
            <p:nvPr userDrawn="1"/>
          </p:nvSpPr>
          <p:spPr bwMode="auto">
            <a:xfrm flipV="1">
              <a:off x="4319658"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3" name="Oval 871"/>
            <p:cNvSpPr>
              <a:spLocks noChangeArrowheads="1"/>
            </p:cNvSpPr>
            <p:nvPr userDrawn="1"/>
          </p:nvSpPr>
          <p:spPr bwMode="auto">
            <a:xfrm flipV="1">
              <a:off x="4426751"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4" name="Oval 872"/>
            <p:cNvSpPr>
              <a:spLocks noChangeArrowheads="1"/>
            </p:cNvSpPr>
            <p:nvPr userDrawn="1"/>
          </p:nvSpPr>
          <p:spPr bwMode="auto">
            <a:xfrm flipV="1">
              <a:off x="4533843"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5" name="Oval 873"/>
            <p:cNvSpPr>
              <a:spLocks noChangeArrowheads="1"/>
            </p:cNvSpPr>
            <p:nvPr userDrawn="1"/>
          </p:nvSpPr>
          <p:spPr bwMode="auto">
            <a:xfrm flipV="1">
              <a:off x="4642865"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6" name="Oval 874"/>
            <p:cNvSpPr>
              <a:spLocks noChangeArrowheads="1"/>
            </p:cNvSpPr>
            <p:nvPr userDrawn="1"/>
          </p:nvSpPr>
          <p:spPr bwMode="auto">
            <a:xfrm flipV="1">
              <a:off x="4750923"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7" name="Oval 875"/>
            <p:cNvSpPr>
              <a:spLocks noChangeArrowheads="1"/>
            </p:cNvSpPr>
            <p:nvPr userDrawn="1"/>
          </p:nvSpPr>
          <p:spPr bwMode="auto">
            <a:xfrm flipV="1">
              <a:off x="4858015"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8" name="Oval 876"/>
            <p:cNvSpPr>
              <a:spLocks noChangeArrowheads="1"/>
            </p:cNvSpPr>
            <p:nvPr userDrawn="1"/>
          </p:nvSpPr>
          <p:spPr bwMode="auto">
            <a:xfrm flipV="1">
              <a:off x="4967038"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69" name="Oval 877"/>
            <p:cNvSpPr>
              <a:spLocks noChangeArrowheads="1"/>
            </p:cNvSpPr>
            <p:nvPr userDrawn="1"/>
          </p:nvSpPr>
          <p:spPr bwMode="auto">
            <a:xfrm flipV="1">
              <a:off x="5074129"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70" name="Oval 878"/>
            <p:cNvSpPr>
              <a:spLocks noChangeArrowheads="1"/>
            </p:cNvSpPr>
            <p:nvPr userDrawn="1"/>
          </p:nvSpPr>
          <p:spPr bwMode="auto">
            <a:xfrm flipV="1">
              <a:off x="5182187"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97" name="Oval 905"/>
            <p:cNvSpPr>
              <a:spLocks noChangeArrowheads="1"/>
            </p:cNvSpPr>
            <p:nvPr userDrawn="1"/>
          </p:nvSpPr>
          <p:spPr bwMode="auto">
            <a:xfrm flipV="1">
              <a:off x="4319659"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98" name="Oval 906"/>
            <p:cNvSpPr>
              <a:spLocks noChangeArrowheads="1"/>
            </p:cNvSpPr>
            <p:nvPr userDrawn="1"/>
          </p:nvSpPr>
          <p:spPr bwMode="auto">
            <a:xfrm flipV="1">
              <a:off x="4426753"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99" name="Oval 907"/>
            <p:cNvSpPr>
              <a:spLocks noChangeArrowheads="1"/>
            </p:cNvSpPr>
            <p:nvPr userDrawn="1"/>
          </p:nvSpPr>
          <p:spPr bwMode="auto">
            <a:xfrm flipV="1">
              <a:off x="4533845"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0" name="Oval 908"/>
            <p:cNvSpPr>
              <a:spLocks noChangeArrowheads="1"/>
            </p:cNvSpPr>
            <p:nvPr userDrawn="1"/>
          </p:nvSpPr>
          <p:spPr bwMode="auto">
            <a:xfrm flipV="1">
              <a:off x="4642867"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1" name="Oval 909"/>
            <p:cNvSpPr>
              <a:spLocks noChangeArrowheads="1"/>
            </p:cNvSpPr>
            <p:nvPr userDrawn="1"/>
          </p:nvSpPr>
          <p:spPr bwMode="auto">
            <a:xfrm flipV="1">
              <a:off x="4750926"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2" name="Oval 910"/>
            <p:cNvSpPr>
              <a:spLocks noChangeArrowheads="1"/>
            </p:cNvSpPr>
            <p:nvPr userDrawn="1"/>
          </p:nvSpPr>
          <p:spPr bwMode="auto">
            <a:xfrm flipV="1">
              <a:off x="4858018"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3" name="Oval 911"/>
            <p:cNvSpPr>
              <a:spLocks noChangeArrowheads="1"/>
            </p:cNvSpPr>
            <p:nvPr userDrawn="1"/>
          </p:nvSpPr>
          <p:spPr bwMode="auto">
            <a:xfrm flipV="1">
              <a:off x="4967042"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4" name="Oval 912"/>
            <p:cNvSpPr>
              <a:spLocks noChangeArrowheads="1"/>
            </p:cNvSpPr>
            <p:nvPr userDrawn="1"/>
          </p:nvSpPr>
          <p:spPr bwMode="auto">
            <a:xfrm flipV="1">
              <a:off x="5074131"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05" name="Oval 913"/>
            <p:cNvSpPr>
              <a:spLocks noChangeArrowheads="1"/>
            </p:cNvSpPr>
            <p:nvPr userDrawn="1"/>
          </p:nvSpPr>
          <p:spPr bwMode="auto">
            <a:xfrm flipV="1">
              <a:off x="5182188"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3" name="Oval 870"/>
            <p:cNvSpPr>
              <a:spLocks noChangeArrowheads="1"/>
            </p:cNvSpPr>
            <p:nvPr userDrawn="1"/>
          </p:nvSpPr>
          <p:spPr bwMode="auto">
            <a:xfrm flipV="1">
              <a:off x="4319658"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4" name="Oval 871"/>
            <p:cNvSpPr>
              <a:spLocks noChangeArrowheads="1"/>
            </p:cNvSpPr>
            <p:nvPr userDrawn="1"/>
          </p:nvSpPr>
          <p:spPr bwMode="auto">
            <a:xfrm flipV="1">
              <a:off x="4426751"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5" name="Oval 872"/>
            <p:cNvSpPr>
              <a:spLocks noChangeArrowheads="1"/>
            </p:cNvSpPr>
            <p:nvPr userDrawn="1"/>
          </p:nvSpPr>
          <p:spPr bwMode="auto">
            <a:xfrm flipV="1">
              <a:off x="4533843"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6" name="Oval 873"/>
            <p:cNvSpPr>
              <a:spLocks noChangeArrowheads="1"/>
            </p:cNvSpPr>
            <p:nvPr userDrawn="1"/>
          </p:nvSpPr>
          <p:spPr bwMode="auto">
            <a:xfrm flipV="1">
              <a:off x="4642865"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7" name="Oval 874"/>
            <p:cNvSpPr>
              <a:spLocks noChangeArrowheads="1"/>
            </p:cNvSpPr>
            <p:nvPr userDrawn="1"/>
          </p:nvSpPr>
          <p:spPr bwMode="auto">
            <a:xfrm flipV="1">
              <a:off x="4750923"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8" name="Oval 875"/>
            <p:cNvSpPr>
              <a:spLocks noChangeArrowheads="1"/>
            </p:cNvSpPr>
            <p:nvPr userDrawn="1"/>
          </p:nvSpPr>
          <p:spPr bwMode="auto">
            <a:xfrm flipV="1">
              <a:off x="4858015"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39" name="Oval 876"/>
            <p:cNvSpPr>
              <a:spLocks noChangeArrowheads="1"/>
            </p:cNvSpPr>
            <p:nvPr userDrawn="1"/>
          </p:nvSpPr>
          <p:spPr bwMode="auto">
            <a:xfrm flipV="1">
              <a:off x="4967038"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40" name="Oval 877"/>
            <p:cNvSpPr>
              <a:spLocks noChangeArrowheads="1"/>
            </p:cNvSpPr>
            <p:nvPr userDrawn="1"/>
          </p:nvSpPr>
          <p:spPr bwMode="auto">
            <a:xfrm flipV="1">
              <a:off x="5074129"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41" name="Oval 878"/>
            <p:cNvSpPr>
              <a:spLocks noChangeArrowheads="1"/>
            </p:cNvSpPr>
            <p:nvPr userDrawn="1"/>
          </p:nvSpPr>
          <p:spPr bwMode="auto">
            <a:xfrm flipV="1">
              <a:off x="5182187"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68" name="Oval 905"/>
            <p:cNvSpPr>
              <a:spLocks noChangeArrowheads="1"/>
            </p:cNvSpPr>
            <p:nvPr userDrawn="1"/>
          </p:nvSpPr>
          <p:spPr bwMode="auto">
            <a:xfrm flipV="1">
              <a:off x="4319659"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69" name="Oval 906"/>
            <p:cNvSpPr>
              <a:spLocks noChangeArrowheads="1"/>
            </p:cNvSpPr>
            <p:nvPr userDrawn="1"/>
          </p:nvSpPr>
          <p:spPr bwMode="auto">
            <a:xfrm flipV="1">
              <a:off x="4426753"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0" name="Oval 907"/>
            <p:cNvSpPr>
              <a:spLocks noChangeArrowheads="1"/>
            </p:cNvSpPr>
            <p:nvPr userDrawn="1"/>
          </p:nvSpPr>
          <p:spPr bwMode="auto">
            <a:xfrm flipV="1">
              <a:off x="4533845"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1" name="Oval 908"/>
            <p:cNvSpPr>
              <a:spLocks noChangeArrowheads="1"/>
            </p:cNvSpPr>
            <p:nvPr userDrawn="1"/>
          </p:nvSpPr>
          <p:spPr bwMode="auto">
            <a:xfrm flipV="1">
              <a:off x="4642867"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2" name="Oval 909"/>
            <p:cNvSpPr>
              <a:spLocks noChangeArrowheads="1"/>
            </p:cNvSpPr>
            <p:nvPr userDrawn="1"/>
          </p:nvSpPr>
          <p:spPr bwMode="auto">
            <a:xfrm flipV="1">
              <a:off x="4750926"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3" name="Oval 910"/>
            <p:cNvSpPr>
              <a:spLocks noChangeArrowheads="1"/>
            </p:cNvSpPr>
            <p:nvPr userDrawn="1"/>
          </p:nvSpPr>
          <p:spPr bwMode="auto">
            <a:xfrm flipV="1">
              <a:off x="4858018"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4" name="Oval 911"/>
            <p:cNvSpPr>
              <a:spLocks noChangeArrowheads="1"/>
            </p:cNvSpPr>
            <p:nvPr userDrawn="1"/>
          </p:nvSpPr>
          <p:spPr bwMode="auto">
            <a:xfrm flipV="1">
              <a:off x="4967042"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5" name="Oval 912"/>
            <p:cNvSpPr>
              <a:spLocks noChangeArrowheads="1"/>
            </p:cNvSpPr>
            <p:nvPr userDrawn="1"/>
          </p:nvSpPr>
          <p:spPr bwMode="auto">
            <a:xfrm flipV="1">
              <a:off x="5074131"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76" name="Oval 913"/>
            <p:cNvSpPr>
              <a:spLocks noChangeArrowheads="1"/>
            </p:cNvSpPr>
            <p:nvPr userDrawn="1"/>
          </p:nvSpPr>
          <p:spPr bwMode="auto">
            <a:xfrm flipV="1">
              <a:off x="5182188"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4" name="Oval 870"/>
            <p:cNvSpPr>
              <a:spLocks noChangeArrowheads="1"/>
            </p:cNvSpPr>
            <p:nvPr userDrawn="1"/>
          </p:nvSpPr>
          <p:spPr bwMode="auto">
            <a:xfrm flipV="1">
              <a:off x="4319658"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5" name="Oval 871"/>
            <p:cNvSpPr>
              <a:spLocks noChangeArrowheads="1"/>
            </p:cNvSpPr>
            <p:nvPr userDrawn="1"/>
          </p:nvSpPr>
          <p:spPr bwMode="auto">
            <a:xfrm flipV="1">
              <a:off x="4426751"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6" name="Oval 872"/>
            <p:cNvSpPr>
              <a:spLocks noChangeArrowheads="1"/>
            </p:cNvSpPr>
            <p:nvPr userDrawn="1"/>
          </p:nvSpPr>
          <p:spPr bwMode="auto">
            <a:xfrm flipV="1">
              <a:off x="4533843"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7" name="Oval 873"/>
            <p:cNvSpPr>
              <a:spLocks noChangeArrowheads="1"/>
            </p:cNvSpPr>
            <p:nvPr userDrawn="1"/>
          </p:nvSpPr>
          <p:spPr bwMode="auto">
            <a:xfrm flipV="1">
              <a:off x="4642865"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8" name="Oval 874"/>
            <p:cNvSpPr>
              <a:spLocks noChangeArrowheads="1"/>
            </p:cNvSpPr>
            <p:nvPr userDrawn="1"/>
          </p:nvSpPr>
          <p:spPr bwMode="auto">
            <a:xfrm flipV="1">
              <a:off x="4750923"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09" name="Oval 875"/>
            <p:cNvSpPr>
              <a:spLocks noChangeArrowheads="1"/>
            </p:cNvSpPr>
            <p:nvPr userDrawn="1"/>
          </p:nvSpPr>
          <p:spPr bwMode="auto">
            <a:xfrm flipV="1">
              <a:off x="4858015"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10" name="Oval 876"/>
            <p:cNvSpPr>
              <a:spLocks noChangeArrowheads="1"/>
            </p:cNvSpPr>
            <p:nvPr userDrawn="1"/>
          </p:nvSpPr>
          <p:spPr bwMode="auto">
            <a:xfrm flipV="1">
              <a:off x="4967038"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11" name="Oval 877"/>
            <p:cNvSpPr>
              <a:spLocks noChangeArrowheads="1"/>
            </p:cNvSpPr>
            <p:nvPr userDrawn="1"/>
          </p:nvSpPr>
          <p:spPr bwMode="auto">
            <a:xfrm flipV="1">
              <a:off x="5074129"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12" name="Oval 878"/>
            <p:cNvSpPr>
              <a:spLocks noChangeArrowheads="1"/>
            </p:cNvSpPr>
            <p:nvPr userDrawn="1"/>
          </p:nvSpPr>
          <p:spPr bwMode="auto">
            <a:xfrm flipV="1">
              <a:off x="5182187"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39" name="Oval 905"/>
            <p:cNvSpPr>
              <a:spLocks noChangeArrowheads="1"/>
            </p:cNvSpPr>
            <p:nvPr userDrawn="1"/>
          </p:nvSpPr>
          <p:spPr bwMode="auto">
            <a:xfrm flipV="1">
              <a:off x="4319659"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0" name="Oval 906"/>
            <p:cNvSpPr>
              <a:spLocks noChangeArrowheads="1"/>
            </p:cNvSpPr>
            <p:nvPr userDrawn="1"/>
          </p:nvSpPr>
          <p:spPr bwMode="auto">
            <a:xfrm flipV="1">
              <a:off x="4426753"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1" name="Oval 907"/>
            <p:cNvSpPr>
              <a:spLocks noChangeArrowheads="1"/>
            </p:cNvSpPr>
            <p:nvPr userDrawn="1"/>
          </p:nvSpPr>
          <p:spPr bwMode="auto">
            <a:xfrm flipV="1">
              <a:off x="4533845"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2" name="Oval 908"/>
            <p:cNvSpPr>
              <a:spLocks noChangeArrowheads="1"/>
            </p:cNvSpPr>
            <p:nvPr userDrawn="1"/>
          </p:nvSpPr>
          <p:spPr bwMode="auto">
            <a:xfrm flipV="1">
              <a:off x="4642867"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3" name="Oval 909"/>
            <p:cNvSpPr>
              <a:spLocks noChangeArrowheads="1"/>
            </p:cNvSpPr>
            <p:nvPr userDrawn="1"/>
          </p:nvSpPr>
          <p:spPr bwMode="auto">
            <a:xfrm flipV="1">
              <a:off x="4750926"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4" name="Oval 910"/>
            <p:cNvSpPr>
              <a:spLocks noChangeArrowheads="1"/>
            </p:cNvSpPr>
            <p:nvPr userDrawn="1"/>
          </p:nvSpPr>
          <p:spPr bwMode="auto">
            <a:xfrm flipV="1">
              <a:off x="4858018"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5" name="Oval 911"/>
            <p:cNvSpPr>
              <a:spLocks noChangeArrowheads="1"/>
            </p:cNvSpPr>
            <p:nvPr userDrawn="1"/>
          </p:nvSpPr>
          <p:spPr bwMode="auto">
            <a:xfrm flipV="1">
              <a:off x="4967042"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6" name="Oval 912"/>
            <p:cNvSpPr>
              <a:spLocks noChangeArrowheads="1"/>
            </p:cNvSpPr>
            <p:nvPr userDrawn="1"/>
          </p:nvSpPr>
          <p:spPr bwMode="auto">
            <a:xfrm flipV="1">
              <a:off x="5074131"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47" name="Oval 913"/>
            <p:cNvSpPr>
              <a:spLocks noChangeArrowheads="1"/>
            </p:cNvSpPr>
            <p:nvPr userDrawn="1"/>
          </p:nvSpPr>
          <p:spPr bwMode="auto">
            <a:xfrm flipV="1">
              <a:off x="5182188"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5" name="Oval 870"/>
            <p:cNvSpPr>
              <a:spLocks noChangeArrowheads="1"/>
            </p:cNvSpPr>
            <p:nvPr userDrawn="1"/>
          </p:nvSpPr>
          <p:spPr bwMode="auto">
            <a:xfrm flipV="1">
              <a:off x="4319658"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6" name="Oval 871"/>
            <p:cNvSpPr>
              <a:spLocks noChangeArrowheads="1"/>
            </p:cNvSpPr>
            <p:nvPr userDrawn="1"/>
          </p:nvSpPr>
          <p:spPr bwMode="auto">
            <a:xfrm flipV="1">
              <a:off x="4426751"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7" name="Oval 872"/>
            <p:cNvSpPr>
              <a:spLocks noChangeArrowheads="1"/>
            </p:cNvSpPr>
            <p:nvPr userDrawn="1"/>
          </p:nvSpPr>
          <p:spPr bwMode="auto">
            <a:xfrm flipV="1">
              <a:off x="4533843"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8" name="Oval 873"/>
            <p:cNvSpPr>
              <a:spLocks noChangeArrowheads="1"/>
            </p:cNvSpPr>
            <p:nvPr userDrawn="1"/>
          </p:nvSpPr>
          <p:spPr bwMode="auto">
            <a:xfrm flipV="1">
              <a:off x="4642865"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79" name="Oval 874"/>
            <p:cNvSpPr>
              <a:spLocks noChangeArrowheads="1"/>
            </p:cNvSpPr>
            <p:nvPr userDrawn="1"/>
          </p:nvSpPr>
          <p:spPr bwMode="auto">
            <a:xfrm flipV="1">
              <a:off x="4750923"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80" name="Oval 875"/>
            <p:cNvSpPr>
              <a:spLocks noChangeArrowheads="1"/>
            </p:cNvSpPr>
            <p:nvPr userDrawn="1"/>
          </p:nvSpPr>
          <p:spPr bwMode="auto">
            <a:xfrm flipV="1">
              <a:off x="4858015"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81" name="Oval 876"/>
            <p:cNvSpPr>
              <a:spLocks noChangeArrowheads="1"/>
            </p:cNvSpPr>
            <p:nvPr userDrawn="1"/>
          </p:nvSpPr>
          <p:spPr bwMode="auto">
            <a:xfrm flipV="1">
              <a:off x="4967038"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82" name="Oval 877"/>
            <p:cNvSpPr>
              <a:spLocks noChangeArrowheads="1"/>
            </p:cNvSpPr>
            <p:nvPr userDrawn="1"/>
          </p:nvSpPr>
          <p:spPr bwMode="auto">
            <a:xfrm flipV="1">
              <a:off x="5074129"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83" name="Oval 878"/>
            <p:cNvSpPr>
              <a:spLocks noChangeArrowheads="1"/>
            </p:cNvSpPr>
            <p:nvPr userDrawn="1"/>
          </p:nvSpPr>
          <p:spPr bwMode="auto">
            <a:xfrm flipV="1">
              <a:off x="5182187"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0" name="Oval 905"/>
            <p:cNvSpPr>
              <a:spLocks noChangeArrowheads="1"/>
            </p:cNvSpPr>
            <p:nvPr userDrawn="1"/>
          </p:nvSpPr>
          <p:spPr bwMode="auto">
            <a:xfrm flipV="1">
              <a:off x="4319659"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1" name="Oval 906"/>
            <p:cNvSpPr>
              <a:spLocks noChangeArrowheads="1"/>
            </p:cNvSpPr>
            <p:nvPr userDrawn="1"/>
          </p:nvSpPr>
          <p:spPr bwMode="auto">
            <a:xfrm flipV="1">
              <a:off x="4426753"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2" name="Oval 907"/>
            <p:cNvSpPr>
              <a:spLocks noChangeArrowheads="1"/>
            </p:cNvSpPr>
            <p:nvPr userDrawn="1"/>
          </p:nvSpPr>
          <p:spPr bwMode="auto">
            <a:xfrm flipV="1">
              <a:off x="4533845"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3" name="Oval 908"/>
            <p:cNvSpPr>
              <a:spLocks noChangeArrowheads="1"/>
            </p:cNvSpPr>
            <p:nvPr userDrawn="1"/>
          </p:nvSpPr>
          <p:spPr bwMode="auto">
            <a:xfrm flipV="1">
              <a:off x="4642867"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4" name="Oval 909"/>
            <p:cNvSpPr>
              <a:spLocks noChangeArrowheads="1"/>
            </p:cNvSpPr>
            <p:nvPr userDrawn="1"/>
          </p:nvSpPr>
          <p:spPr bwMode="auto">
            <a:xfrm flipV="1">
              <a:off x="4750926"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5" name="Oval 910"/>
            <p:cNvSpPr>
              <a:spLocks noChangeArrowheads="1"/>
            </p:cNvSpPr>
            <p:nvPr userDrawn="1"/>
          </p:nvSpPr>
          <p:spPr bwMode="auto">
            <a:xfrm flipV="1">
              <a:off x="4858018"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6" name="Oval 911"/>
            <p:cNvSpPr>
              <a:spLocks noChangeArrowheads="1"/>
            </p:cNvSpPr>
            <p:nvPr userDrawn="1"/>
          </p:nvSpPr>
          <p:spPr bwMode="auto">
            <a:xfrm flipV="1">
              <a:off x="4967042"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7" name="Oval 912"/>
            <p:cNvSpPr>
              <a:spLocks noChangeArrowheads="1"/>
            </p:cNvSpPr>
            <p:nvPr userDrawn="1"/>
          </p:nvSpPr>
          <p:spPr bwMode="auto">
            <a:xfrm flipV="1">
              <a:off x="5074131"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18" name="Oval 913"/>
            <p:cNvSpPr>
              <a:spLocks noChangeArrowheads="1"/>
            </p:cNvSpPr>
            <p:nvPr userDrawn="1"/>
          </p:nvSpPr>
          <p:spPr bwMode="auto">
            <a:xfrm flipV="1">
              <a:off x="5182188"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46" name="Oval 870"/>
            <p:cNvSpPr>
              <a:spLocks noChangeArrowheads="1"/>
            </p:cNvSpPr>
            <p:nvPr userDrawn="1"/>
          </p:nvSpPr>
          <p:spPr bwMode="auto">
            <a:xfrm flipV="1">
              <a:off x="4319658"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47" name="Oval 871"/>
            <p:cNvSpPr>
              <a:spLocks noChangeArrowheads="1"/>
            </p:cNvSpPr>
            <p:nvPr userDrawn="1"/>
          </p:nvSpPr>
          <p:spPr bwMode="auto">
            <a:xfrm flipV="1">
              <a:off x="4426751"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48" name="Oval 872"/>
            <p:cNvSpPr>
              <a:spLocks noChangeArrowheads="1"/>
            </p:cNvSpPr>
            <p:nvPr userDrawn="1"/>
          </p:nvSpPr>
          <p:spPr bwMode="auto">
            <a:xfrm flipV="1">
              <a:off x="4533843"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49" name="Oval 873"/>
            <p:cNvSpPr>
              <a:spLocks noChangeArrowheads="1"/>
            </p:cNvSpPr>
            <p:nvPr userDrawn="1"/>
          </p:nvSpPr>
          <p:spPr bwMode="auto">
            <a:xfrm flipV="1">
              <a:off x="4642865"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0" name="Oval 874"/>
            <p:cNvSpPr>
              <a:spLocks noChangeArrowheads="1"/>
            </p:cNvSpPr>
            <p:nvPr userDrawn="1"/>
          </p:nvSpPr>
          <p:spPr bwMode="auto">
            <a:xfrm flipV="1">
              <a:off x="4750923"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1" name="Oval 875"/>
            <p:cNvSpPr>
              <a:spLocks noChangeArrowheads="1"/>
            </p:cNvSpPr>
            <p:nvPr userDrawn="1"/>
          </p:nvSpPr>
          <p:spPr bwMode="auto">
            <a:xfrm flipV="1">
              <a:off x="4858015"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2" name="Oval 876"/>
            <p:cNvSpPr>
              <a:spLocks noChangeArrowheads="1"/>
            </p:cNvSpPr>
            <p:nvPr userDrawn="1"/>
          </p:nvSpPr>
          <p:spPr bwMode="auto">
            <a:xfrm flipV="1">
              <a:off x="4967038"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3" name="Oval 877"/>
            <p:cNvSpPr>
              <a:spLocks noChangeArrowheads="1"/>
            </p:cNvSpPr>
            <p:nvPr userDrawn="1"/>
          </p:nvSpPr>
          <p:spPr bwMode="auto">
            <a:xfrm flipV="1">
              <a:off x="5074129"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54" name="Oval 878"/>
            <p:cNvSpPr>
              <a:spLocks noChangeArrowheads="1"/>
            </p:cNvSpPr>
            <p:nvPr userDrawn="1"/>
          </p:nvSpPr>
          <p:spPr bwMode="auto">
            <a:xfrm flipV="1">
              <a:off x="5182187"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1" name="Oval 905"/>
            <p:cNvSpPr>
              <a:spLocks noChangeArrowheads="1"/>
            </p:cNvSpPr>
            <p:nvPr userDrawn="1"/>
          </p:nvSpPr>
          <p:spPr bwMode="auto">
            <a:xfrm flipV="1">
              <a:off x="4319659"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2" name="Oval 906"/>
            <p:cNvSpPr>
              <a:spLocks noChangeArrowheads="1"/>
            </p:cNvSpPr>
            <p:nvPr userDrawn="1"/>
          </p:nvSpPr>
          <p:spPr bwMode="auto">
            <a:xfrm flipV="1">
              <a:off x="4426753"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3" name="Oval 907"/>
            <p:cNvSpPr>
              <a:spLocks noChangeArrowheads="1"/>
            </p:cNvSpPr>
            <p:nvPr userDrawn="1"/>
          </p:nvSpPr>
          <p:spPr bwMode="auto">
            <a:xfrm flipV="1">
              <a:off x="4533845"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4" name="Oval 908"/>
            <p:cNvSpPr>
              <a:spLocks noChangeArrowheads="1"/>
            </p:cNvSpPr>
            <p:nvPr userDrawn="1"/>
          </p:nvSpPr>
          <p:spPr bwMode="auto">
            <a:xfrm flipV="1">
              <a:off x="4642867"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5" name="Oval 909"/>
            <p:cNvSpPr>
              <a:spLocks noChangeArrowheads="1"/>
            </p:cNvSpPr>
            <p:nvPr userDrawn="1"/>
          </p:nvSpPr>
          <p:spPr bwMode="auto">
            <a:xfrm flipV="1">
              <a:off x="4750926"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6" name="Oval 910"/>
            <p:cNvSpPr>
              <a:spLocks noChangeArrowheads="1"/>
            </p:cNvSpPr>
            <p:nvPr userDrawn="1"/>
          </p:nvSpPr>
          <p:spPr bwMode="auto">
            <a:xfrm flipV="1">
              <a:off x="4858018"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7" name="Oval 911"/>
            <p:cNvSpPr>
              <a:spLocks noChangeArrowheads="1"/>
            </p:cNvSpPr>
            <p:nvPr userDrawn="1"/>
          </p:nvSpPr>
          <p:spPr bwMode="auto">
            <a:xfrm flipV="1">
              <a:off x="4967042"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8" name="Oval 912"/>
            <p:cNvSpPr>
              <a:spLocks noChangeArrowheads="1"/>
            </p:cNvSpPr>
            <p:nvPr userDrawn="1"/>
          </p:nvSpPr>
          <p:spPr bwMode="auto">
            <a:xfrm flipV="1">
              <a:off x="5074131"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89" name="Oval 913"/>
            <p:cNvSpPr>
              <a:spLocks noChangeArrowheads="1"/>
            </p:cNvSpPr>
            <p:nvPr userDrawn="1"/>
          </p:nvSpPr>
          <p:spPr bwMode="auto">
            <a:xfrm flipV="1">
              <a:off x="5182188"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17" name="Oval 870"/>
            <p:cNvSpPr>
              <a:spLocks noChangeArrowheads="1"/>
            </p:cNvSpPr>
            <p:nvPr userDrawn="1"/>
          </p:nvSpPr>
          <p:spPr bwMode="auto">
            <a:xfrm flipV="1">
              <a:off x="4319658"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18" name="Oval 871"/>
            <p:cNvSpPr>
              <a:spLocks noChangeArrowheads="1"/>
            </p:cNvSpPr>
            <p:nvPr userDrawn="1"/>
          </p:nvSpPr>
          <p:spPr bwMode="auto">
            <a:xfrm flipV="1">
              <a:off x="4426751"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19" name="Oval 872"/>
            <p:cNvSpPr>
              <a:spLocks noChangeArrowheads="1"/>
            </p:cNvSpPr>
            <p:nvPr userDrawn="1"/>
          </p:nvSpPr>
          <p:spPr bwMode="auto">
            <a:xfrm flipV="1">
              <a:off x="4533843"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0" name="Oval 873"/>
            <p:cNvSpPr>
              <a:spLocks noChangeArrowheads="1"/>
            </p:cNvSpPr>
            <p:nvPr userDrawn="1"/>
          </p:nvSpPr>
          <p:spPr bwMode="auto">
            <a:xfrm flipV="1">
              <a:off x="4642865"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1" name="Oval 874"/>
            <p:cNvSpPr>
              <a:spLocks noChangeArrowheads="1"/>
            </p:cNvSpPr>
            <p:nvPr userDrawn="1"/>
          </p:nvSpPr>
          <p:spPr bwMode="auto">
            <a:xfrm flipV="1">
              <a:off x="4750923"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2" name="Oval 875"/>
            <p:cNvSpPr>
              <a:spLocks noChangeArrowheads="1"/>
            </p:cNvSpPr>
            <p:nvPr userDrawn="1"/>
          </p:nvSpPr>
          <p:spPr bwMode="auto">
            <a:xfrm flipV="1">
              <a:off x="4858015"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3" name="Oval 876"/>
            <p:cNvSpPr>
              <a:spLocks noChangeArrowheads="1"/>
            </p:cNvSpPr>
            <p:nvPr userDrawn="1"/>
          </p:nvSpPr>
          <p:spPr bwMode="auto">
            <a:xfrm flipV="1">
              <a:off x="4967038"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4" name="Oval 877"/>
            <p:cNvSpPr>
              <a:spLocks noChangeArrowheads="1"/>
            </p:cNvSpPr>
            <p:nvPr userDrawn="1"/>
          </p:nvSpPr>
          <p:spPr bwMode="auto">
            <a:xfrm flipV="1">
              <a:off x="5074129"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25" name="Oval 878"/>
            <p:cNvSpPr>
              <a:spLocks noChangeArrowheads="1"/>
            </p:cNvSpPr>
            <p:nvPr userDrawn="1"/>
          </p:nvSpPr>
          <p:spPr bwMode="auto">
            <a:xfrm flipV="1">
              <a:off x="5182187"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2" name="Oval 905"/>
            <p:cNvSpPr>
              <a:spLocks noChangeArrowheads="1"/>
            </p:cNvSpPr>
            <p:nvPr userDrawn="1"/>
          </p:nvSpPr>
          <p:spPr bwMode="auto">
            <a:xfrm flipV="1">
              <a:off x="4319659"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3" name="Oval 906"/>
            <p:cNvSpPr>
              <a:spLocks noChangeArrowheads="1"/>
            </p:cNvSpPr>
            <p:nvPr userDrawn="1"/>
          </p:nvSpPr>
          <p:spPr bwMode="auto">
            <a:xfrm flipV="1">
              <a:off x="4426753"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4" name="Oval 907"/>
            <p:cNvSpPr>
              <a:spLocks noChangeArrowheads="1"/>
            </p:cNvSpPr>
            <p:nvPr userDrawn="1"/>
          </p:nvSpPr>
          <p:spPr bwMode="auto">
            <a:xfrm flipV="1">
              <a:off x="4533845"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5" name="Oval 908"/>
            <p:cNvSpPr>
              <a:spLocks noChangeArrowheads="1"/>
            </p:cNvSpPr>
            <p:nvPr userDrawn="1"/>
          </p:nvSpPr>
          <p:spPr bwMode="auto">
            <a:xfrm flipV="1">
              <a:off x="4642867"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6" name="Oval 909"/>
            <p:cNvSpPr>
              <a:spLocks noChangeArrowheads="1"/>
            </p:cNvSpPr>
            <p:nvPr userDrawn="1"/>
          </p:nvSpPr>
          <p:spPr bwMode="auto">
            <a:xfrm flipV="1">
              <a:off x="4750926"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7" name="Oval 910"/>
            <p:cNvSpPr>
              <a:spLocks noChangeArrowheads="1"/>
            </p:cNvSpPr>
            <p:nvPr userDrawn="1"/>
          </p:nvSpPr>
          <p:spPr bwMode="auto">
            <a:xfrm flipV="1">
              <a:off x="4858018"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8" name="Oval 911"/>
            <p:cNvSpPr>
              <a:spLocks noChangeArrowheads="1"/>
            </p:cNvSpPr>
            <p:nvPr userDrawn="1"/>
          </p:nvSpPr>
          <p:spPr bwMode="auto">
            <a:xfrm flipV="1">
              <a:off x="4967042"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59" name="Oval 912"/>
            <p:cNvSpPr>
              <a:spLocks noChangeArrowheads="1"/>
            </p:cNvSpPr>
            <p:nvPr userDrawn="1"/>
          </p:nvSpPr>
          <p:spPr bwMode="auto">
            <a:xfrm flipV="1">
              <a:off x="5074131"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60" name="Oval 913"/>
            <p:cNvSpPr>
              <a:spLocks noChangeArrowheads="1"/>
            </p:cNvSpPr>
            <p:nvPr userDrawn="1"/>
          </p:nvSpPr>
          <p:spPr bwMode="auto">
            <a:xfrm flipV="1">
              <a:off x="5182188"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88" name="Oval 870"/>
            <p:cNvSpPr>
              <a:spLocks noChangeArrowheads="1"/>
            </p:cNvSpPr>
            <p:nvPr userDrawn="1"/>
          </p:nvSpPr>
          <p:spPr bwMode="auto">
            <a:xfrm flipV="1">
              <a:off x="4319658"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89" name="Oval 871"/>
            <p:cNvSpPr>
              <a:spLocks noChangeArrowheads="1"/>
            </p:cNvSpPr>
            <p:nvPr userDrawn="1"/>
          </p:nvSpPr>
          <p:spPr bwMode="auto">
            <a:xfrm flipV="1">
              <a:off x="4426751"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0" name="Oval 872"/>
            <p:cNvSpPr>
              <a:spLocks noChangeArrowheads="1"/>
            </p:cNvSpPr>
            <p:nvPr userDrawn="1"/>
          </p:nvSpPr>
          <p:spPr bwMode="auto">
            <a:xfrm flipV="1">
              <a:off x="4533843"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1" name="Oval 873"/>
            <p:cNvSpPr>
              <a:spLocks noChangeArrowheads="1"/>
            </p:cNvSpPr>
            <p:nvPr userDrawn="1"/>
          </p:nvSpPr>
          <p:spPr bwMode="auto">
            <a:xfrm flipV="1">
              <a:off x="4642865"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2" name="Oval 874"/>
            <p:cNvSpPr>
              <a:spLocks noChangeArrowheads="1"/>
            </p:cNvSpPr>
            <p:nvPr userDrawn="1"/>
          </p:nvSpPr>
          <p:spPr bwMode="auto">
            <a:xfrm flipV="1">
              <a:off x="4750923"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3" name="Oval 875"/>
            <p:cNvSpPr>
              <a:spLocks noChangeArrowheads="1"/>
            </p:cNvSpPr>
            <p:nvPr userDrawn="1"/>
          </p:nvSpPr>
          <p:spPr bwMode="auto">
            <a:xfrm flipV="1">
              <a:off x="4858015"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4" name="Oval 876"/>
            <p:cNvSpPr>
              <a:spLocks noChangeArrowheads="1"/>
            </p:cNvSpPr>
            <p:nvPr userDrawn="1"/>
          </p:nvSpPr>
          <p:spPr bwMode="auto">
            <a:xfrm flipV="1">
              <a:off x="4967038"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5" name="Oval 877"/>
            <p:cNvSpPr>
              <a:spLocks noChangeArrowheads="1"/>
            </p:cNvSpPr>
            <p:nvPr userDrawn="1"/>
          </p:nvSpPr>
          <p:spPr bwMode="auto">
            <a:xfrm flipV="1">
              <a:off x="5074129"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96" name="Oval 878"/>
            <p:cNvSpPr>
              <a:spLocks noChangeArrowheads="1"/>
            </p:cNvSpPr>
            <p:nvPr userDrawn="1"/>
          </p:nvSpPr>
          <p:spPr bwMode="auto">
            <a:xfrm flipV="1">
              <a:off x="5182187"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3" name="Oval 905"/>
            <p:cNvSpPr>
              <a:spLocks noChangeArrowheads="1"/>
            </p:cNvSpPr>
            <p:nvPr userDrawn="1"/>
          </p:nvSpPr>
          <p:spPr bwMode="auto">
            <a:xfrm flipV="1">
              <a:off x="4319659"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4" name="Oval 906"/>
            <p:cNvSpPr>
              <a:spLocks noChangeArrowheads="1"/>
            </p:cNvSpPr>
            <p:nvPr userDrawn="1"/>
          </p:nvSpPr>
          <p:spPr bwMode="auto">
            <a:xfrm flipV="1">
              <a:off x="4426753"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5" name="Oval 907"/>
            <p:cNvSpPr>
              <a:spLocks noChangeArrowheads="1"/>
            </p:cNvSpPr>
            <p:nvPr userDrawn="1"/>
          </p:nvSpPr>
          <p:spPr bwMode="auto">
            <a:xfrm flipV="1">
              <a:off x="4533845"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6" name="Oval 908"/>
            <p:cNvSpPr>
              <a:spLocks noChangeArrowheads="1"/>
            </p:cNvSpPr>
            <p:nvPr userDrawn="1"/>
          </p:nvSpPr>
          <p:spPr bwMode="auto">
            <a:xfrm flipV="1">
              <a:off x="4642867"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7" name="Oval 909"/>
            <p:cNvSpPr>
              <a:spLocks noChangeArrowheads="1"/>
            </p:cNvSpPr>
            <p:nvPr userDrawn="1"/>
          </p:nvSpPr>
          <p:spPr bwMode="auto">
            <a:xfrm flipV="1">
              <a:off x="4750926"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8" name="Oval 910"/>
            <p:cNvSpPr>
              <a:spLocks noChangeArrowheads="1"/>
            </p:cNvSpPr>
            <p:nvPr userDrawn="1"/>
          </p:nvSpPr>
          <p:spPr bwMode="auto">
            <a:xfrm flipV="1">
              <a:off x="4858018"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29" name="Oval 911"/>
            <p:cNvSpPr>
              <a:spLocks noChangeArrowheads="1"/>
            </p:cNvSpPr>
            <p:nvPr userDrawn="1"/>
          </p:nvSpPr>
          <p:spPr bwMode="auto">
            <a:xfrm flipV="1">
              <a:off x="4967042"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30" name="Oval 912"/>
            <p:cNvSpPr>
              <a:spLocks noChangeArrowheads="1"/>
            </p:cNvSpPr>
            <p:nvPr userDrawn="1"/>
          </p:nvSpPr>
          <p:spPr bwMode="auto">
            <a:xfrm flipV="1">
              <a:off x="5074131"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31" name="Oval 913"/>
            <p:cNvSpPr>
              <a:spLocks noChangeArrowheads="1"/>
            </p:cNvSpPr>
            <p:nvPr userDrawn="1"/>
          </p:nvSpPr>
          <p:spPr bwMode="auto">
            <a:xfrm flipV="1">
              <a:off x="5182188"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59" name="Oval 870"/>
            <p:cNvSpPr>
              <a:spLocks noChangeArrowheads="1"/>
            </p:cNvSpPr>
            <p:nvPr userDrawn="1"/>
          </p:nvSpPr>
          <p:spPr bwMode="auto">
            <a:xfrm flipV="1">
              <a:off x="4319658"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0" name="Oval 871"/>
            <p:cNvSpPr>
              <a:spLocks noChangeArrowheads="1"/>
            </p:cNvSpPr>
            <p:nvPr userDrawn="1"/>
          </p:nvSpPr>
          <p:spPr bwMode="auto">
            <a:xfrm flipV="1">
              <a:off x="4426751"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1" name="Oval 872"/>
            <p:cNvSpPr>
              <a:spLocks noChangeArrowheads="1"/>
            </p:cNvSpPr>
            <p:nvPr userDrawn="1"/>
          </p:nvSpPr>
          <p:spPr bwMode="auto">
            <a:xfrm flipV="1">
              <a:off x="4533843"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2" name="Oval 873"/>
            <p:cNvSpPr>
              <a:spLocks noChangeArrowheads="1"/>
            </p:cNvSpPr>
            <p:nvPr userDrawn="1"/>
          </p:nvSpPr>
          <p:spPr bwMode="auto">
            <a:xfrm flipV="1">
              <a:off x="4642865"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3" name="Oval 874"/>
            <p:cNvSpPr>
              <a:spLocks noChangeArrowheads="1"/>
            </p:cNvSpPr>
            <p:nvPr userDrawn="1"/>
          </p:nvSpPr>
          <p:spPr bwMode="auto">
            <a:xfrm flipV="1">
              <a:off x="4750923"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4" name="Oval 875"/>
            <p:cNvSpPr>
              <a:spLocks noChangeArrowheads="1"/>
            </p:cNvSpPr>
            <p:nvPr userDrawn="1"/>
          </p:nvSpPr>
          <p:spPr bwMode="auto">
            <a:xfrm flipV="1">
              <a:off x="4858015"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5" name="Oval 876"/>
            <p:cNvSpPr>
              <a:spLocks noChangeArrowheads="1"/>
            </p:cNvSpPr>
            <p:nvPr userDrawn="1"/>
          </p:nvSpPr>
          <p:spPr bwMode="auto">
            <a:xfrm flipV="1">
              <a:off x="4967038"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6" name="Oval 877"/>
            <p:cNvSpPr>
              <a:spLocks noChangeArrowheads="1"/>
            </p:cNvSpPr>
            <p:nvPr userDrawn="1"/>
          </p:nvSpPr>
          <p:spPr bwMode="auto">
            <a:xfrm flipV="1">
              <a:off x="5074129"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67" name="Oval 878"/>
            <p:cNvSpPr>
              <a:spLocks noChangeArrowheads="1"/>
            </p:cNvSpPr>
            <p:nvPr userDrawn="1"/>
          </p:nvSpPr>
          <p:spPr bwMode="auto">
            <a:xfrm flipV="1">
              <a:off x="5182187"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4" name="Oval 905"/>
            <p:cNvSpPr>
              <a:spLocks noChangeArrowheads="1"/>
            </p:cNvSpPr>
            <p:nvPr userDrawn="1"/>
          </p:nvSpPr>
          <p:spPr bwMode="auto">
            <a:xfrm flipV="1">
              <a:off x="4319659"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5" name="Oval 906"/>
            <p:cNvSpPr>
              <a:spLocks noChangeArrowheads="1"/>
            </p:cNvSpPr>
            <p:nvPr userDrawn="1"/>
          </p:nvSpPr>
          <p:spPr bwMode="auto">
            <a:xfrm flipV="1">
              <a:off x="4426753"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6" name="Oval 907"/>
            <p:cNvSpPr>
              <a:spLocks noChangeArrowheads="1"/>
            </p:cNvSpPr>
            <p:nvPr userDrawn="1"/>
          </p:nvSpPr>
          <p:spPr bwMode="auto">
            <a:xfrm flipV="1">
              <a:off x="4533845"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7" name="Oval 908"/>
            <p:cNvSpPr>
              <a:spLocks noChangeArrowheads="1"/>
            </p:cNvSpPr>
            <p:nvPr userDrawn="1"/>
          </p:nvSpPr>
          <p:spPr bwMode="auto">
            <a:xfrm flipV="1">
              <a:off x="4642867"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8" name="Oval 909"/>
            <p:cNvSpPr>
              <a:spLocks noChangeArrowheads="1"/>
            </p:cNvSpPr>
            <p:nvPr userDrawn="1"/>
          </p:nvSpPr>
          <p:spPr bwMode="auto">
            <a:xfrm flipV="1">
              <a:off x="4750926"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99" name="Oval 910"/>
            <p:cNvSpPr>
              <a:spLocks noChangeArrowheads="1"/>
            </p:cNvSpPr>
            <p:nvPr userDrawn="1"/>
          </p:nvSpPr>
          <p:spPr bwMode="auto">
            <a:xfrm flipV="1">
              <a:off x="4858018"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00" name="Oval 911"/>
            <p:cNvSpPr>
              <a:spLocks noChangeArrowheads="1"/>
            </p:cNvSpPr>
            <p:nvPr userDrawn="1"/>
          </p:nvSpPr>
          <p:spPr bwMode="auto">
            <a:xfrm flipV="1">
              <a:off x="4967042"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01" name="Oval 912"/>
            <p:cNvSpPr>
              <a:spLocks noChangeArrowheads="1"/>
            </p:cNvSpPr>
            <p:nvPr userDrawn="1"/>
          </p:nvSpPr>
          <p:spPr bwMode="auto">
            <a:xfrm flipV="1">
              <a:off x="5074131"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02" name="Oval 913"/>
            <p:cNvSpPr>
              <a:spLocks noChangeArrowheads="1"/>
            </p:cNvSpPr>
            <p:nvPr userDrawn="1"/>
          </p:nvSpPr>
          <p:spPr bwMode="auto">
            <a:xfrm flipV="1">
              <a:off x="5182188"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0" name="Oval 870"/>
            <p:cNvSpPr>
              <a:spLocks noChangeArrowheads="1"/>
            </p:cNvSpPr>
            <p:nvPr userDrawn="1"/>
          </p:nvSpPr>
          <p:spPr bwMode="auto">
            <a:xfrm flipV="1">
              <a:off x="4319658"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1" name="Oval 871"/>
            <p:cNvSpPr>
              <a:spLocks noChangeArrowheads="1"/>
            </p:cNvSpPr>
            <p:nvPr userDrawn="1"/>
          </p:nvSpPr>
          <p:spPr bwMode="auto">
            <a:xfrm flipV="1">
              <a:off x="4426751"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2" name="Oval 872"/>
            <p:cNvSpPr>
              <a:spLocks noChangeArrowheads="1"/>
            </p:cNvSpPr>
            <p:nvPr userDrawn="1"/>
          </p:nvSpPr>
          <p:spPr bwMode="auto">
            <a:xfrm flipV="1">
              <a:off x="4533843"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3" name="Oval 873"/>
            <p:cNvSpPr>
              <a:spLocks noChangeArrowheads="1"/>
            </p:cNvSpPr>
            <p:nvPr userDrawn="1"/>
          </p:nvSpPr>
          <p:spPr bwMode="auto">
            <a:xfrm flipV="1">
              <a:off x="4642865"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4" name="Oval 874"/>
            <p:cNvSpPr>
              <a:spLocks noChangeArrowheads="1"/>
            </p:cNvSpPr>
            <p:nvPr userDrawn="1"/>
          </p:nvSpPr>
          <p:spPr bwMode="auto">
            <a:xfrm flipV="1">
              <a:off x="4750923"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5" name="Oval 875"/>
            <p:cNvSpPr>
              <a:spLocks noChangeArrowheads="1"/>
            </p:cNvSpPr>
            <p:nvPr userDrawn="1"/>
          </p:nvSpPr>
          <p:spPr bwMode="auto">
            <a:xfrm flipV="1">
              <a:off x="4858015"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6" name="Oval 876"/>
            <p:cNvSpPr>
              <a:spLocks noChangeArrowheads="1"/>
            </p:cNvSpPr>
            <p:nvPr userDrawn="1"/>
          </p:nvSpPr>
          <p:spPr bwMode="auto">
            <a:xfrm flipV="1">
              <a:off x="4967038"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7" name="Oval 877"/>
            <p:cNvSpPr>
              <a:spLocks noChangeArrowheads="1"/>
            </p:cNvSpPr>
            <p:nvPr userDrawn="1"/>
          </p:nvSpPr>
          <p:spPr bwMode="auto">
            <a:xfrm flipV="1">
              <a:off x="5074129"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38" name="Oval 878"/>
            <p:cNvSpPr>
              <a:spLocks noChangeArrowheads="1"/>
            </p:cNvSpPr>
            <p:nvPr userDrawn="1"/>
          </p:nvSpPr>
          <p:spPr bwMode="auto">
            <a:xfrm flipV="1">
              <a:off x="5182187"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5" name="Oval 905"/>
            <p:cNvSpPr>
              <a:spLocks noChangeArrowheads="1"/>
            </p:cNvSpPr>
            <p:nvPr userDrawn="1"/>
          </p:nvSpPr>
          <p:spPr bwMode="auto">
            <a:xfrm flipV="1">
              <a:off x="4319659"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6" name="Oval 906"/>
            <p:cNvSpPr>
              <a:spLocks noChangeArrowheads="1"/>
            </p:cNvSpPr>
            <p:nvPr userDrawn="1"/>
          </p:nvSpPr>
          <p:spPr bwMode="auto">
            <a:xfrm flipV="1">
              <a:off x="4426753"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7" name="Oval 907"/>
            <p:cNvSpPr>
              <a:spLocks noChangeArrowheads="1"/>
            </p:cNvSpPr>
            <p:nvPr userDrawn="1"/>
          </p:nvSpPr>
          <p:spPr bwMode="auto">
            <a:xfrm flipV="1">
              <a:off x="4533845"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8" name="Oval 908"/>
            <p:cNvSpPr>
              <a:spLocks noChangeArrowheads="1"/>
            </p:cNvSpPr>
            <p:nvPr userDrawn="1"/>
          </p:nvSpPr>
          <p:spPr bwMode="auto">
            <a:xfrm flipV="1">
              <a:off x="4642867"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69" name="Oval 909"/>
            <p:cNvSpPr>
              <a:spLocks noChangeArrowheads="1"/>
            </p:cNvSpPr>
            <p:nvPr userDrawn="1"/>
          </p:nvSpPr>
          <p:spPr bwMode="auto">
            <a:xfrm flipV="1">
              <a:off x="4750926"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70" name="Oval 910"/>
            <p:cNvSpPr>
              <a:spLocks noChangeArrowheads="1"/>
            </p:cNvSpPr>
            <p:nvPr userDrawn="1"/>
          </p:nvSpPr>
          <p:spPr bwMode="auto">
            <a:xfrm flipV="1">
              <a:off x="4858018"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71" name="Oval 911"/>
            <p:cNvSpPr>
              <a:spLocks noChangeArrowheads="1"/>
            </p:cNvSpPr>
            <p:nvPr userDrawn="1"/>
          </p:nvSpPr>
          <p:spPr bwMode="auto">
            <a:xfrm flipV="1">
              <a:off x="4967042"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72" name="Oval 912"/>
            <p:cNvSpPr>
              <a:spLocks noChangeArrowheads="1"/>
            </p:cNvSpPr>
            <p:nvPr userDrawn="1"/>
          </p:nvSpPr>
          <p:spPr bwMode="auto">
            <a:xfrm flipV="1">
              <a:off x="5074131"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73" name="Oval 913"/>
            <p:cNvSpPr>
              <a:spLocks noChangeArrowheads="1"/>
            </p:cNvSpPr>
            <p:nvPr userDrawn="1"/>
          </p:nvSpPr>
          <p:spPr bwMode="auto">
            <a:xfrm flipV="1">
              <a:off x="5182188"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1" name="Oval 870"/>
            <p:cNvSpPr>
              <a:spLocks noChangeArrowheads="1"/>
            </p:cNvSpPr>
            <p:nvPr userDrawn="1"/>
          </p:nvSpPr>
          <p:spPr bwMode="auto">
            <a:xfrm flipV="1">
              <a:off x="4319658"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2" name="Oval 871"/>
            <p:cNvSpPr>
              <a:spLocks noChangeArrowheads="1"/>
            </p:cNvSpPr>
            <p:nvPr userDrawn="1"/>
          </p:nvSpPr>
          <p:spPr bwMode="auto">
            <a:xfrm flipV="1">
              <a:off x="4426751"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3" name="Oval 872"/>
            <p:cNvSpPr>
              <a:spLocks noChangeArrowheads="1"/>
            </p:cNvSpPr>
            <p:nvPr userDrawn="1"/>
          </p:nvSpPr>
          <p:spPr bwMode="auto">
            <a:xfrm flipV="1">
              <a:off x="4533843"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4" name="Oval 873"/>
            <p:cNvSpPr>
              <a:spLocks noChangeArrowheads="1"/>
            </p:cNvSpPr>
            <p:nvPr userDrawn="1"/>
          </p:nvSpPr>
          <p:spPr bwMode="auto">
            <a:xfrm flipV="1">
              <a:off x="4642865"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5" name="Oval 874"/>
            <p:cNvSpPr>
              <a:spLocks noChangeArrowheads="1"/>
            </p:cNvSpPr>
            <p:nvPr userDrawn="1"/>
          </p:nvSpPr>
          <p:spPr bwMode="auto">
            <a:xfrm flipV="1">
              <a:off x="4750923"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6" name="Oval 875"/>
            <p:cNvSpPr>
              <a:spLocks noChangeArrowheads="1"/>
            </p:cNvSpPr>
            <p:nvPr userDrawn="1"/>
          </p:nvSpPr>
          <p:spPr bwMode="auto">
            <a:xfrm flipV="1">
              <a:off x="4858015"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7" name="Oval 876"/>
            <p:cNvSpPr>
              <a:spLocks noChangeArrowheads="1"/>
            </p:cNvSpPr>
            <p:nvPr userDrawn="1"/>
          </p:nvSpPr>
          <p:spPr bwMode="auto">
            <a:xfrm flipV="1">
              <a:off x="4967038"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8" name="Oval 877"/>
            <p:cNvSpPr>
              <a:spLocks noChangeArrowheads="1"/>
            </p:cNvSpPr>
            <p:nvPr userDrawn="1"/>
          </p:nvSpPr>
          <p:spPr bwMode="auto">
            <a:xfrm flipV="1">
              <a:off x="5074129"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09" name="Oval 878"/>
            <p:cNvSpPr>
              <a:spLocks noChangeArrowheads="1"/>
            </p:cNvSpPr>
            <p:nvPr userDrawn="1"/>
          </p:nvSpPr>
          <p:spPr bwMode="auto">
            <a:xfrm flipV="1">
              <a:off x="5182187"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36" name="Oval 905"/>
            <p:cNvSpPr>
              <a:spLocks noChangeArrowheads="1"/>
            </p:cNvSpPr>
            <p:nvPr userDrawn="1"/>
          </p:nvSpPr>
          <p:spPr bwMode="auto">
            <a:xfrm flipV="1">
              <a:off x="4319659"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37" name="Oval 906"/>
            <p:cNvSpPr>
              <a:spLocks noChangeArrowheads="1"/>
            </p:cNvSpPr>
            <p:nvPr userDrawn="1"/>
          </p:nvSpPr>
          <p:spPr bwMode="auto">
            <a:xfrm flipV="1">
              <a:off x="4426753"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38" name="Oval 907"/>
            <p:cNvSpPr>
              <a:spLocks noChangeArrowheads="1"/>
            </p:cNvSpPr>
            <p:nvPr userDrawn="1"/>
          </p:nvSpPr>
          <p:spPr bwMode="auto">
            <a:xfrm flipV="1">
              <a:off x="4533845"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39" name="Oval 908"/>
            <p:cNvSpPr>
              <a:spLocks noChangeArrowheads="1"/>
            </p:cNvSpPr>
            <p:nvPr userDrawn="1"/>
          </p:nvSpPr>
          <p:spPr bwMode="auto">
            <a:xfrm flipV="1">
              <a:off x="4642867"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0" name="Oval 909"/>
            <p:cNvSpPr>
              <a:spLocks noChangeArrowheads="1"/>
            </p:cNvSpPr>
            <p:nvPr userDrawn="1"/>
          </p:nvSpPr>
          <p:spPr bwMode="auto">
            <a:xfrm flipV="1">
              <a:off x="4750926"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1" name="Oval 910"/>
            <p:cNvSpPr>
              <a:spLocks noChangeArrowheads="1"/>
            </p:cNvSpPr>
            <p:nvPr userDrawn="1"/>
          </p:nvSpPr>
          <p:spPr bwMode="auto">
            <a:xfrm flipV="1">
              <a:off x="4858018"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2" name="Oval 911"/>
            <p:cNvSpPr>
              <a:spLocks noChangeArrowheads="1"/>
            </p:cNvSpPr>
            <p:nvPr userDrawn="1"/>
          </p:nvSpPr>
          <p:spPr bwMode="auto">
            <a:xfrm flipV="1">
              <a:off x="4967042"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3" name="Oval 912"/>
            <p:cNvSpPr>
              <a:spLocks noChangeArrowheads="1"/>
            </p:cNvSpPr>
            <p:nvPr userDrawn="1"/>
          </p:nvSpPr>
          <p:spPr bwMode="auto">
            <a:xfrm flipV="1">
              <a:off x="5074131"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44" name="Oval 913"/>
            <p:cNvSpPr>
              <a:spLocks noChangeArrowheads="1"/>
            </p:cNvSpPr>
            <p:nvPr userDrawn="1"/>
          </p:nvSpPr>
          <p:spPr bwMode="auto">
            <a:xfrm flipV="1">
              <a:off x="5182188"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2" name="Oval 870"/>
            <p:cNvSpPr>
              <a:spLocks noChangeArrowheads="1"/>
            </p:cNvSpPr>
            <p:nvPr userDrawn="1"/>
          </p:nvSpPr>
          <p:spPr bwMode="auto">
            <a:xfrm flipV="1">
              <a:off x="4319658"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3" name="Oval 871"/>
            <p:cNvSpPr>
              <a:spLocks noChangeArrowheads="1"/>
            </p:cNvSpPr>
            <p:nvPr userDrawn="1"/>
          </p:nvSpPr>
          <p:spPr bwMode="auto">
            <a:xfrm flipV="1">
              <a:off x="4426751"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4" name="Oval 872"/>
            <p:cNvSpPr>
              <a:spLocks noChangeArrowheads="1"/>
            </p:cNvSpPr>
            <p:nvPr userDrawn="1"/>
          </p:nvSpPr>
          <p:spPr bwMode="auto">
            <a:xfrm flipV="1">
              <a:off x="4533843"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5" name="Oval 873"/>
            <p:cNvSpPr>
              <a:spLocks noChangeArrowheads="1"/>
            </p:cNvSpPr>
            <p:nvPr userDrawn="1"/>
          </p:nvSpPr>
          <p:spPr bwMode="auto">
            <a:xfrm flipV="1">
              <a:off x="4642865"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6" name="Oval 874"/>
            <p:cNvSpPr>
              <a:spLocks noChangeArrowheads="1"/>
            </p:cNvSpPr>
            <p:nvPr userDrawn="1"/>
          </p:nvSpPr>
          <p:spPr bwMode="auto">
            <a:xfrm flipV="1">
              <a:off x="4750923"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7" name="Oval 875"/>
            <p:cNvSpPr>
              <a:spLocks noChangeArrowheads="1"/>
            </p:cNvSpPr>
            <p:nvPr userDrawn="1"/>
          </p:nvSpPr>
          <p:spPr bwMode="auto">
            <a:xfrm flipV="1">
              <a:off x="4858015"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8" name="Oval 876"/>
            <p:cNvSpPr>
              <a:spLocks noChangeArrowheads="1"/>
            </p:cNvSpPr>
            <p:nvPr userDrawn="1"/>
          </p:nvSpPr>
          <p:spPr bwMode="auto">
            <a:xfrm flipV="1">
              <a:off x="4967038"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79" name="Oval 877"/>
            <p:cNvSpPr>
              <a:spLocks noChangeArrowheads="1"/>
            </p:cNvSpPr>
            <p:nvPr userDrawn="1"/>
          </p:nvSpPr>
          <p:spPr bwMode="auto">
            <a:xfrm flipV="1">
              <a:off x="5074129"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80" name="Oval 878"/>
            <p:cNvSpPr>
              <a:spLocks noChangeArrowheads="1"/>
            </p:cNvSpPr>
            <p:nvPr userDrawn="1"/>
          </p:nvSpPr>
          <p:spPr bwMode="auto">
            <a:xfrm flipV="1">
              <a:off x="5182187"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07" name="Oval 905"/>
            <p:cNvSpPr>
              <a:spLocks noChangeArrowheads="1"/>
            </p:cNvSpPr>
            <p:nvPr userDrawn="1"/>
          </p:nvSpPr>
          <p:spPr bwMode="auto">
            <a:xfrm flipV="1">
              <a:off x="4319659"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08" name="Oval 906"/>
            <p:cNvSpPr>
              <a:spLocks noChangeArrowheads="1"/>
            </p:cNvSpPr>
            <p:nvPr userDrawn="1"/>
          </p:nvSpPr>
          <p:spPr bwMode="auto">
            <a:xfrm flipV="1">
              <a:off x="4426753"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09" name="Oval 907"/>
            <p:cNvSpPr>
              <a:spLocks noChangeArrowheads="1"/>
            </p:cNvSpPr>
            <p:nvPr userDrawn="1"/>
          </p:nvSpPr>
          <p:spPr bwMode="auto">
            <a:xfrm flipV="1">
              <a:off x="4533845"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0" name="Oval 908"/>
            <p:cNvSpPr>
              <a:spLocks noChangeArrowheads="1"/>
            </p:cNvSpPr>
            <p:nvPr userDrawn="1"/>
          </p:nvSpPr>
          <p:spPr bwMode="auto">
            <a:xfrm flipV="1">
              <a:off x="4642867"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1" name="Oval 909"/>
            <p:cNvSpPr>
              <a:spLocks noChangeArrowheads="1"/>
            </p:cNvSpPr>
            <p:nvPr userDrawn="1"/>
          </p:nvSpPr>
          <p:spPr bwMode="auto">
            <a:xfrm flipV="1">
              <a:off x="4750926"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2" name="Oval 910"/>
            <p:cNvSpPr>
              <a:spLocks noChangeArrowheads="1"/>
            </p:cNvSpPr>
            <p:nvPr userDrawn="1"/>
          </p:nvSpPr>
          <p:spPr bwMode="auto">
            <a:xfrm flipV="1">
              <a:off x="4858018"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3" name="Oval 911"/>
            <p:cNvSpPr>
              <a:spLocks noChangeArrowheads="1"/>
            </p:cNvSpPr>
            <p:nvPr userDrawn="1"/>
          </p:nvSpPr>
          <p:spPr bwMode="auto">
            <a:xfrm flipV="1">
              <a:off x="4967042"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4" name="Oval 912"/>
            <p:cNvSpPr>
              <a:spLocks noChangeArrowheads="1"/>
            </p:cNvSpPr>
            <p:nvPr userDrawn="1"/>
          </p:nvSpPr>
          <p:spPr bwMode="auto">
            <a:xfrm flipV="1">
              <a:off x="5074131"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15" name="Oval 913"/>
            <p:cNvSpPr>
              <a:spLocks noChangeArrowheads="1"/>
            </p:cNvSpPr>
            <p:nvPr userDrawn="1"/>
          </p:nvSpPr>
          <p:spPr bwMode="auto">
            <a:xfrm flipV="1">
              <a:off x="5182188"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3" name="Oval 905"/>
            <p:cNvSpPr>
              <a:spLocks noChangeArrowheads="1"/>
            </p:cNvSpPr>
            <p:nvPr userDrawn="1"/>
          </p:nvSpPr>
          <p:spPr bwMode="auto">
            <a:xfrm flipV="1">
              <a:off x="431965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4" name="Oval 906"/>
            <p:cNvSpPr>
              <a:spLocks noChangeArrowheads="1"/>
            </p:cNvSpPr>
            <p:nvPr userDrawn="1"/>
          </p:nvSpPr>
          <p:spPr bwMode="auto">
            <a:xfrm flipV="1">
              <a:off x="4426751"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5" name="Oval 907"/>
            <p:cNvSpPr>
              <a:spLocks noChangeArrowheads="1"/>
            </p:cNvSpPr>
            <p:nvPr userDrawn="1"/>
          </p:nvSpPr>
          <p:spPr bwMode="auto">
            <a:xfrm flipV="1">
              <a:off x="453384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6" name="Oval 908"/>
            <p:cNvSpPr>
              <a:spLocks noChangeArrowheads="1"/>
            </p:cNvSpPr>
            <p:nvPr userDrawn="1"/>
          </p:nvSpPr>
          <p:spPr bwMode="auto">
            <a:xfrm flipV="1">
              <a:off x="4642865"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7" name="Oval 909"/>
            <p:cNvSpPr>
              <a:spLocks noChangeArrowheads="1"/>
            </p:cNvSpPr>
            <p:nvPr userDrawn="1"/>
          </p:nvSpPr>
          <p:spPr bwMode="auto">
            <a:xfrm flipV="1">
              <a:off x="4750923"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8" name="Oval 910"/>
            <p:cNvSpPr>
              <a:spLocks noChangeArrowheads="1"/>
            </p:cNvSpPr>
            <p:nvPr userDrawn="1"/>
          </p:nvSpPr>
          <p:spPr bwMode="auto">
            <a:xfrm flipV="1">
              <a:off x="4858015"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49" name="Oval 911"/>
            <p:cNvSpPr>
              <a:spLocks noChangeArrowheads="1"/>
            </p:cNvSpPr>
            <p:nvPr userDrawn="1"/>
          </p:nvSpPr>
          <p:spPr bwMode="auto">
            <a:xfrm flipV="1">
              <a:off x="4967037"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50" name="Oval 912"/>
            <p:cNvSpPr>
              <a:spLocks noChangeArrowheads="1"/>
            </p:cNvSpPr>
            <p:nvPr userDrawn="1"/>
          </p:nvSpPr>
          <p:spPr bwMode="auto">
            <a:xfrm flipV="1">
              <a:off x="5074129"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51" name="Oval 913"/>
            <p:cNvSpPr>
              <a:spLocks noChangeArrowheads="1"/>
            </p:cNvSpPr>
            <p:nvPr userDrawn="1"/>
          </p:nvSpPr>
          <p:spPr bwMode="auto">
            <a:xfrm flipV="1">
              <a:off x="5182186"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sp>
        <p:nvSpPr>
          <p:cNvPr id="7" name="Freeform 5"/>
          <p:cNvSpPr>
            <a:spLocks/>
          </p:cNvSpPr>
          <p:nvPr userDrawn="1"/>
        </p:nvSpPr>
        <p:spPr bwMode="auto">
          <a:xfrm>
            <a:off x="3393064" y="938302"/>
            <a:ext cx="3128513" cy="2387043"/>
          </a:xfrm>
          <a:custGeom>
            <a:avLst/>
            <a:gdLst>
              <a:gd name="T0" fmla="*/ 218 w 404"/>
              <a:gd name="T1" fmla="*/ 0 h 411"/>
              <a:gd name="T2" fmla="*/ 7 w 404"/>
              <a:gd name="T3" fmla="*/ 169 h 411"/>
              <a:gd name="T4" fmla="*/ 0 w 404"/>
              <a:gd name="T5" fmla="*/ 328 h 411"/>
              <a:gd name="T6" fmla="*/ 244 w 404"/>
              <a:gd name="T7" fmla="*/ 411 h 411"/>
              <a:gd name="T8" fmla="*/ 404 w 404"/>
              <a:gd name="T9" fmla="*/ 234 h 411"/>
              <a:gd name="T10" fmla="*/ 218 w 404"/>
              <a:gd name="T11" fmla="*/ 0 h 411"/>
            </a:gdLst>
            <a:ahLst/>
            <a:cxnLst>
              <a:cxn ang="0">
                <a:pos x="T0" y="T1"/>
              </a:cxn>
              <a:cxn ang="0">
                <a:pos x="T2" y="T3"/>
              </a:cxn>
              <a:cxn ang="0">
                <a:pos x="T4" y="T5"/>
              </a:cxn>
              <a:cxn ang="0">
                <a:pos x="T6" y="T7"/>
              </a:cxn>
              <a:cxn ang="0">
                <a:pos x="T8" y="T9"/>
              </a:cxn>
              <a:cxn ang="0">
                <a:pos x="T10" y="T11"/>
              </a:cxn>
            </a:cxnLst>
            <a:rect l="0" t="0" r="r" b="b"/>
            <a:pathLst>
              <a:path w="404" h="411">
                <a:moveTo>
                  <a:pt x="218" y="0"/>
                </a:moveTo>
                <a:lnTo>
                  <a:pt x="7" y="169"/>
                </a:lnTo>
                <a:lnTo>
                  <a:pt x="0" y="328"/>
                </a:lnTo>
                <a:lnTo>
                  <a:pt x="244" y="411"/>
                </a:lnTo>
                <a:lnTo>
                  <a:pt x="404" y="234"/>
                </a:lnTo>
                <a:lnTo>
                  <a:pt x="218" y="0"/>
                </a:lnTo>
                <a:close/>
              </a:path>
            </a:pathLst>
          </a:custGeom>
          <a:gradFill flip="none" rotWithShape="1">
            <a:gsLst>
              <a:gs pos="0">
                <a:schemeClr val="accent1"/>
              </a:gs>
              <a:gs pos="94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solidFill>
                <a:prstClr val="white"/>
              </a:solidFill>
            </a:endParaRPr>
          </a:p>
        </p:txBody>
      </p:sp>
      <p:sp>
        <p:nvSpPr>
          <p:cNvPr id="2188" name="Espace réservé du texte 3"/>
          <p:cNvSpPr>
            <a:spLocks noGrp="1"/>
          </p:cNvSpPr>
          <p:nvPr>
            <p:ph type="body" sz="quarter" idx="12" hasCustomPrompt="1"/>
          </p:nvPr>
        </p:nvSpPr>
        <p:spPr>
          <a:xfrm>
            <a:off x="5511806" y="3166133"/>
            <a:ext cx="6019801" cy="690414"/>
          </a:xfrm>
        </p:spPr>
        <p:txBody>
          <a:bodyPr>
            <a:noAutofit/>
          </a:bodyPr>
          <a:lstStyle>
            <a:lvl1pPr marL="0" indent="0">
              <a:buNone/>
              <a:defRPr sz="2400" cap="all" baseline="0">
                <a:solidFill>
                  <a:schemeClr val="accent2"/>
                </a:solidFill>
              </a:defRPr>
            </a:lvl1pPr>
          </a:lstStyle>
          <a:p>
            <a:pPr lvl="0"/>
            <a:r>
              <a:rPr lang="fr-FR"/>
              <a:t>TITRE DE CHAPITRE SUR 1 OU 2 LIGNES</a:t>
            </a:r>
          </a:p>
        </p:txBody>
      </p:sp>
      <p:sp>
        <p:nvSpPr>
          <p:cNvPr id="2189" name="Espace réservé du texte 3"/>
          <p:cNvSpPr>
            <a:spLocks noGrp="1"/>
          </p:cNvSpPr>
          <p:nvPr>
            <p:ph type="body" sz="quarter" idx="13" hasCustomPrompt="1"/>
          </p:nvPr>
        </p:nvSpPr>
        <p:spPr>
          <a:xfrm>
            <a:off x="5487786" y="4406602"/>
            <a:ext cx="6043823" cy="283819"/>
          </a:xfrm>
        </p:spPr>
        <p:txBody>
          <a:bodyPr>
            <a:noAutofit/>
          </a:bodyPr>
          <a:lstStyle>
            <a:lvl1pPr marL="0" indent="0">
              <a:buNone/>
              <a:defRPr sz="1600" cap="none" baseline="0">
                <a:solidFill>
                  <a:schemeClr val="tx1"/>
                </a:solidFill>
              </a:defRPr>
            </a:lvl1pPr>
          </a:lstStyle>
          <a:p>
            <a:pPr lvl="0"/>
            <a:r>
              <a:rPr lang="fr-FR"/>
              <a:t>Sous-titre sur 1 ou 2 lignes</a:t>
            </a:r>
          </a:p>
        </p:txBody>
      </p:sp>
      <p:sp>
        <p:nvSpPr>
          <p:cNvPr id="2191" name="Espace réservé du texte 3"/>
          <p:cNvSpPr>
            <a:spLocks noGrp="1"/>
          </p:cNvSpPr>
          <p:nvPr>
            <p:ph type="body" sz="quarter" idx="14" hasCustomPrompt="1"/>
          </p:nvPr>
        </p:nvSpPr>
        <p:spPr>
          <a:xfrm>
            <a:off x="3572253" y="1899835"/>
            <a:ext cx="2517083" cy="690414"/>
          </a:xfrm>
        </p:spPr>
        <p:txBody>
          <a:bodyPr anchor="ctr">
            <a:noAutofit/>
          </a:bodyPr>
          <a:lstStyle>
            <a:lvl1pPr marL="0" indent="0" algn="ctr">
              <a:buNone/>
              <a:defRPr sz="9600" b="1" cap="all" baseline="0">
                <a:solidFill>
                  <a:schemeClr val="bg1"/>
                </a:solidFill>
              </a:defRPr>
            </a:lvl1pPr>
          </a:lstStyle>
          <a:p>
            <a:pPr lvl="0"/>
            <a:r>
              <a:rPr lang="fr-FR"/>
              <a:t>n°</a:t>
            </a:r>
          </a:p>
        </p:txBody>
      </p:sp>
      <p:sp>
        <p:nvSpPr>
          <p:cNvPr id="8" name="Espace réservé de la date 7"/>
          <p:cNvSpPr>
            <a:spLocks noGrp="1"/>
          </p:cNvSpPr>
          <p:nvPr>
            <p:ph type="dt" sz="half" idx="19"/>
          </p:nvPr>
        </p:nvSpPr>
        <p:spPr/>
        <p:txBody>
          <a:bodyPr/>
          <a:lstStyle/>
          <a:p>
            <a:r>
              <a:rPr lang="fr-FR">
                <a:solidFill>
                  <a:srgbClr val="231F20">
                    <a:lumMod val="75000"/>
                    <a:lumOff val="25000"/>
                  </a:srgbClr>
                </a:solidFill>
              </a:rPr>
              <a:t>19/11/2025</a:t>
            </a:r>
          </a:p>
        </p:txBody>
      </p:sp>
      <p:sp>
        <p:nvSpPr>
          <p:cNvPr id="3426" name="Espace réservé du pied de page 3425"/>
          <p:cNvSpPr>
            <a:spLocks noGrp="1"/>
          </p:cNvSpPr>
          <p:nvPr>
            <p:ph type="ftr" sz="quarter" idx="20"/>
          </p:nvPr>
        </p:nvSpPr>
        <p:spPr/>
        <p:txBody>
          <a:bodyPr/>
          <a:lstStyle/>
          <a:p>
            <a:endParaRPr lang="fr-FR">
              <a:solidFill>
                <a:srgbClr val="231F20">
                  <a:lumMod val="75000"/>
                  <a:lumOff val="25000"/>
                </a:srgbClr>
              </a:solidFill>
            </a:endParaRPr>
          </a:p>
        </p:txBody>
      </p:sp>
      <p:sp>
        <p:nvSpPr>
          <p:cNvPr id="3427" name="Espace réservé du numéro de diapositive 3426"/>
          <p:cNvSpPr>
            <a:spLocks noGrp="1"/>
          </p:cNvSpPr>
          <p:nvPr>
            <p:ph type="sldNum" sz="quarter" idx="21"/>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80411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7"/>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8"/>
          </p:nvPr>
        </p:nvSpPr>
        <p:spPr/>
        <p:txBody>
          <a:bodyPr/>
          <a:lstStyle/>
          <a:p>
            <a:endParaRPr lang="fr-FR">
              <a:solidFill>
                <a:srgbClr val="231F20">
                  <a:lumMod val="75000"/>
                  <a:lumOff val="25000"/>
                </a:srgbClr>
              </a:solidFill>
            </a:endParaRPr>
          </a:p>
        </p:txBody>
      </p:sp>
      <p:sp>
        <p:nvSpPr>
          <p:cNvPr id="10" name="Espace réservé du numéro de diapositive 9"/>
          <p:cNvSpPr>
            <a:spLocks noGrp="1"/>
          </p:cNvSpPr>
          <p:nvPr>
            <p:ph type="sldNum" sz="quarter" idx="19"/>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1328107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 TEXT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a:t>Titre sur 1 ou 2 lignes</a:t>
            </a:r>
          </a:p>
        </p:txBody>
      </p:sp>
      <p:sp>
        <p:nvSpPr>
          <p:cNvPr id="9" name="Espace réservé du texte 7"/>
          <p:cNvSpPr>
            <a:spLocks noGrp="1"/>
          </p:cNvSpPr>
          <p:nvPr>
            <p:ph type="body" sz="quarter" idx="13"/>
          </p:nvPr>
        </p:nvSpPr>
        <p:spPr>
          <a:xfrm>
            <a:off x="582919" y="1056445"/>
            <a:ext cx="11111932" cy="505066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e la date 2"/>
          <p:cNvSpPr>
            <a:spLocks noGrp="1"/>
          </p:cNvSpPr>
          <p:nvPr>
            <p:ph type="dt" sz="half" idx="14"/>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5"/>
          </p:nvPr>
        </p:nvSpPr>
        <p:spPr/>
        <p:txBody>
          <a:bodyPr/>
          <a:lstStyle/>
          <a:p>
            <a:endParaRPr lang="fr-FR">
              <a:solidFill>
                <a:srgbClr val="231F20">
                  <a:lumMod val="75000"/>
                  <a:lumOff val="25000"/>
                </a:srgbClr>
              </a:solidFill>
            </a:endParaRPr>
          </a:p>
        </p:txBody>
      </p:sp>
      <p:sp>
        <p:nvSpPr>
          <p:cNvPr id="10" name="Espace réservé du numéro de diapositive 9"/>
          <p:cNvSpPr>
            <a:spLocks noGrp="1"/>
          </p:cNvSpPr>
          <p:nvPr>
            <p:ph type="sldNum" sz="quarter" idx="16"/>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2171027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TEXTE + IMG">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a:t>Titre sur 1 ou 2 lignes</a:t>
            </a:r>
          </a:p>
        </p:txBody>
      </p:sp>
      <p:sp>
        <p:nvSpPr>
          <p:cNvPr id="9" name="Espace réservé du texte 7"/>
          <p:cNvSpPr>
            <a:spLocks noGrp="1"/>
          </p:cNvSpPr>
          <p:nvPr>
            <p:ph type="body" sz="quarter" idx="13"/>
          </p:nvPr>
        </p:nvSpPr>
        <p:spPr>
          <a:xfrm>
            <a:off x="582926" y="1056445"/>
            <a:ext cx="5133519" cy="505066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pour une image  7"/>
          <p:cNvSpPr>
            <a:spLocks noGrp="1"/>
          </p:cNvSpPr>
          <p:nvPr>
            <p:ph type="pic" sz="quarter" idx="14"/>
          </p:nvPr>
        </p:nvSpPr>
        <p:spPr>
          <a:xfrm>
            <a:off x="6049441" y="1655774"/>
            <a:ext cx="5441951" cy="3252787"/>
          </a:xfrm>
        </p:spPr>
        <p:txBody>
          <a:bodyPr/>
          <a:lstStyle/>
          <a:p>
            <a:r>
              <a:rPr lang="fr-FR"/>
              <a:t>Cliquez sur l'icône pour ajouter une image</a:t>
            </a:r>
          </a:p>
        </p:txBody>
      </p:sp>
      <p:sp>
        <p:nvSpPr>
          <p:cNvPr id="3" name="Espace réservé de la date 2"/>
          <p:cNvSpPr>
            <a:spLocks noGrp="1"/>
          </p:cNvSpPr>
          <p:nvPr>
            <p:ph type="dt" sz="half" idx="15"/>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6"/>
          </p:nvPr>
        </p:nvSpPr>
        <p:spPr/>
        <p:txBody>
          <a:bodyPr/>
          <a:lstStyle/>
          <a:p>
            <a:endParaRPr lang="fr-FR">
              <a:solidFill>
                <a:srgbClr val="231F20">
                  <a:lumMod val="75000"/>
                  <a:lumOff val="25000"/>
                </a:srgbClr>
              </a:solidFill>
            </a:endParaRPr>
          </a:p>
        </p:txBody>
      </p:sp>
      <p:sp>
        <p:nvSpPr>
          <p:cNvPr id="11" name="Espace réservé du numéro de diapositive 10"/>
          <p:cNvSpPr>
            <a:spLocks noGrp="1"/>
          </p:cNvSpPr>
          <p:nvPr>
            <p:ph type="sldNum" sz="quarter" idx="17"/>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3592167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 TEXTE + BLANC">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a:t>Titre sur 1 ou 2 lignes</a:t>
            </a:r>
          </a:p>
        </p:txBody>
      </p:sp>
      <p:sp>
        <p:nvSpPr>
          <p:cNvPr id="9" name="Espace réservé du texte 7"/>
          <p:cNvSpPr>
            <a:spLocks noGrp="1"/>
          </p:cNvSpPr>
          <p:nvPr>
            <p:ph type="body" sz="quarter" idx="13"/>
          </p:nvPr>
        </p:nvSpPr>
        <p:spPr>
          <a:xfrm>
            <a:off x="582919" y="1056443"/>
            <a:ext cx="11111932" cy="1524832"/>
          </a:xfrm>
        </p:spPr>
        <p:txBody>
          <a:bodyPr/>
          <a:lstStyle/>
          <a:p>
            <a:pPr lvl="0"/>
            <a:r>
              <a:rPr lang="fr-FR"/>
              <a:t>Modifiez les styles du texte du masque</a:t>
            </a:r>
          </a:p>
          <a:p>
            <a:pPr lvl="1"/>
            <a:r>
              <a:rPr lang="fr-FR"/>
              <a:t>Deuxième niveau</a:t>
            </a:r>
          </a:p>
        </p:txBody>
      </p:sp>
      <p:sp>
        <p:nvSpPr>
          <p:cNvPr id="3" name="Espace réservé de la date 2"/>
          <p:cNvSpPr>
            <a:spLocks noGrp="1"/>
          </p:cNvSpPr>
          <p:nvPr>
            <p:ph type="dt" sz="half" idx="14"/>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5"/>
          </p:nvPr>
        </p:nvSpPr>
        <p:spPr/>
        <p:txBody>
          <a:bodyPr/>
          <a:lstStyle/>
          <a:p>
            <a:endParaRPr lang="fr-FR">
              <a:solidFill>
                <a:srgbClr val="231F20">
                  <a:lumMod val="75000"/>
                  <a:lumOff val="25000"/>
                </a:srgbClr>
              </a:solidFill>
            </a:endParaRPr>
          </a:p>
        </p:txBody>
      </p:sp>
      <p:sp>
        <p:nvSpPr>
          <p:cNvPr id="10" name="Espace réservé du numéro de diapositive 9"/>
          <p:cNvSpPr>
            <a:spLocks noGrp="1"/>
          </p:cNvSpPr>
          <p:nvPr>
            <p:ph type="sldNum" sz="quarter" idx="16"/>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3241581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IMG">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a:t>Titre sur 1 ou 2 lignes</a:t>
            </a:r>
          </a:p>
        </p:txBody>
      </p:sp>
      <p:sp>
        <p:nvSpPr>
          <p:cNvPr id="10" name="Espace réservé pour une image  5"/>
          <p:cNvSpPr>
            <a:spLocks noGrp="1"/>
          </p:cNvSpPr>
          <p:nvPr>
            <p:ph type="pic" sz="quarter" idx="14"/>
          </p:nvPr>
        </p:nvSpPr>
        <p:spPr>
          <a:xfrm>
            <a:off x="607490" y="1056448"/>
            <a:ext cx="11087367" cy="4912557"/>
          </a:xfrm>
        </p:spPr>
        <p:txBody>
          <a:bodyPr/>
          <a:lstStyle/>
          <a:p>
            <a:r>
              <a:rPr lang="fr-FR"/>
              <a:t>Cliquez sur l'icône pour ajouter une image</a:t>
            </a:r>
          </a:p>
        </p:txBody>
      </p:sp>
      <p:sp>
        <p:nvSpPr>
          <p:cNvPr id="3" name="Espace réservé de la date 2"/>
          <p:cNvSpPr>
            <a:spLocks noGrp="1"/>
          </p:cNvSpPr>
          <p:nvPr>
            <p:ph type="dt" sz="half" idx="15"/>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6"/>
          </p:nvPr>
        </p:nvSpPr>
        <p:spPr/>
        <p:txBody>
          <a:bodyPr/>
          <a:lstStyle/>
          <a:p>
            <a:endParaRPr lang="fr-FR">
              <a:solidFill>
                <a:srgbClr val="231F20">
                  <a:lumMod val="75000"/>
                  <a:lumOff val="25000"/>
                </a:srgbClr>
              </a:solidFill>
            </a:endParaRPr>
          </a:p>
        </p:txBody>
      </p:sp>
      <p:sp>
        <p:nvSpPr>
          <p:cNvPr id="9" name="Espace réservé du numéro de diapositive 8"/>
          <p:cNvSpPr>
            <a:spLocks noGrp="1"/>
          </p:cNvSpPr>
          <p:nvPr>
            <p:ph type="sldNum" sz="quarter" idx="17"/>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146614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r>
              <a:rPr lang="fr-FR">
                <a:solidFill>
                  <a:srgbClr val="231F20">
                    <a:lumMod val="75000"/>
                    <a:lumOff val="25000"/>
                  </a:srgbClr>
                </a:solidFill>
              </a:rPr>
              <a:t>19/11/2025</a:t>
            </a:r>
          </a:p>
        </p:txBody>
      </p:sp>
      <p:sp>
        <p:nvSpPr>
          <p:cNvPr id="4" name="Espace réservé du pied de page 3"/>
          <p:cNvSpPr>
            <a:spLocks noGrp="1"/>
          </p:cNvSpPr>
          <p:nvPr>
            <p:ph type="ftr" sz="quarter" idx="11"/>
          </p:nvPr>
        </p:nvSpPr>
        <p:spPr/>
        <p:txBody>
          <a:bodyPr/>
          <a:lstStyle/>
          <a:p>
            <a:endParaRPr lang="fr-FR">
              <a:solidFill>
                <a:srgbClr val="231F20">
                  <a:lumMod val="75000"/>
                  <a:lumOff val="25000"/>
                </a:srgbClr>
              </a:solidFill>
            </a:endParaRPr>
          </a:p>
        </p:txBody>
      </p:sp>
      <p:sp>
        <p:nvSpPr>
          <p:cNvPr id="8" name="Espace réservé du numéro de diapositive 7"/>
          <p:cNvSpPr>
            <a:spLocks noGrp="1"/>
          </p:cNvSpPr>
          <p:nvPr>
            <p:ph type="sldNum" sz="quarter" idx="12"/>
          </p:nvPr>
        </p:nvSpPr>
        <p:spPr/>
        <p:txBody>
          <a:bodyPr/>
          <a:lstStyle/>
          <a:p>
            <a:fld id="{BFDCCF6A-CD24-4809-A0CF-2C58009B08AC}" type="slidenum">
              <a:rPr>
                <a:solidFill>
                  <a:prstClr val="white"/>
                </a:solidFill>
              </a:rPr>
              <a:pPr/>
              <a:t>‹N°›</a:t>
            </a:fld>
            <a:endParaRPr>
              <a:solidFill>
                <a:prstClr val="white"/>
              </a:solidFill>
            </a:endParaRPr>
          </a:p>
        </p:txBody>
      </p:sp>
    </p:spTree>
    <p:extLst>
      <p:ext uri="{BB962C8B-B14F-4D97-AF65-F5344CB8AC3E}">
        <p14:creationId xmlns:p14="http://schemas.microsoft.com/office/powerpoint/2010/main" val="3555050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 TAB + TEX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5" name="Espace réservé de la date 4"/>
          <p:cNvSpPr>
            <a:spLocks noGrp="1"/>
          </p:cNvSpPr>
          <p:nvPr>
            <p:ph type="dt" sz="half" idx="10"/>
          </p:nvPr>
        </p:nvSpPr>
        <p:spPr/>
        <p:txBody>
          <a:bodyPr/>
          <a:lstStyle/>
          <a:p>
            <a:r>
              <a:rPr lang="fr-FR">
                <a:solidFill>
                  <a:srgbClr val="231F20">
                    <a:lumMod val="75000"/>
                    <a:lumOff val="25000"/>
                  </a:srgbClr>
                </a:solidFill>
              </a:rPr>
              <a:t>19/11/2025</a:t>
            </a:r>
          </a:p>
        </p:txBody>
      </p:sp>
      <p:sp>
        <p:nvSpPr>
          <p:cNvPr id="8" name="Espace réservé du pied de page 7"/>
          <p:cNvSpPr>
            <a:spLocks noGrp="1"/>
          </p:cNvSpPr>
          <p:nvPr>
            <p:ph type="ftr" sz="quarter" idx="11"/>
          </p:nvPr>
        </p:nvSpPr>
        <p:spPr/>
        <p:txBody>
          <a:bodyPr/>
          <a:lstStyle/>
          <a:p>
            <a:endParaRPr lang="fr-FR">
              <a:solidFill>
                <a:srgbClr val="231F20">
                  <a:lumMod val="75000"/>
                  <a:lumOff val="25000"/>
                </a:srgbClr>
              </a:solidFill>
            </a:endParaRPr>
          </a:p>
        </p:txBody>
      </p:sp>
      <p:sp>
        <p:nvSpPr>
          <p:cNvPr id="9" name="Espace réservé du numéro de diapositive 8"/>
          <p:cNvSpPr>
            <a:spLocks noGrp="1"/>
          </p:cNvSpPr>
          <p:nvPr>
            <p:ph type="sldNum" sz="quarter" idx="12"/>
          </p:nvPr>
        </p:nvSpPr>
        <p:spPr/>
        <p:txBody>
          <a:bodyPr/>
          <a:lstStyle/>
          <a:p>
            <a:fld id="{BFDCCF6A-CD24-4809-A0CF-2C58009B08AC}" type="slidenum">
              <a:rPr>
                <a:solidFill>
                  <a:prstClr val="white"/>
                </a:solidFill>
              </a:rPr>
              <a:pPr/>
              <a:t>‹N°›</a:t>
            </a:fld>
            <a:endParaRPr>
              <a:solidFill>
                <a:prstClr val="white"/>
              </a:solidFill>
            </a:endParaRPr>
          </a:p>
        </p:txBody>
      </p:sp>
      <p:sp>
        <p:nvSpPr>
          <p:cNvPr id="6" name="Espace réservé du texte 7"/>
          <p:cNvSpPr>
            <a:spLocks noGrp="1"/>
          </p:cNvSpPr>
          <p:nvPr>
            <p:ph type="body" sz="quarter" idx="13"/>
          </p:nvPr>
        </p:nvSpPr>
        <p:spPr>
          <a:xfrm>
            <a:off x="464235" y="3301560"/>
            <a:ext cx="11111932" cy="2884267"/>
          </a:xfrm>
        </p:spPr>
        <p:txBody>
          <a:bodyPr/>
          <a:lstStyle/>
          <a:p>
            <a:pPr lvl="0"/>
            <a:r>
              <a:rPr lang="fr-FR"/>
              <a:t>Modifiez les styles du texte du masque</a:t>
            </a:r>
          </a:p>
          <a:p>
            <a:pPr lvl="1"/>
            <a:r>
              <a:rPr lang="fr-FR"/>
              <a:t>Deuxième niveau</a:t>
            </a:r>
          </a:p>
        </p:txBody>
      </p:sp>
    </p:spTree>
    <p:extLst>
      <p:ext uri="{BB962C8B-B14F-4D97-AF65-F5344CB8AC3E}">
        <p14:creationId xmlns:p14="http://schemas.microsoft.com/office/powerpoint/2010/main" val="341194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2 _ COUVERTURE">
    <p:spTree>
      <p:nvGrpSpPr>
        <p:cNvPr id="1" name=""/>
        <p:cNvGrpSpPr/>
        <p:nvPr/>
      </p:nvGrpSpPr>
      <p:grpSpPr>
        <a:xfrm>
          <a:off x="0" y="0"/>
          <a:ext cx="0" cy="0"/>
          <a:chOff x="0" y="0"/>
          <a:chExt cx="0" cy="0"/>
        </a:xfrm>
      </p:grpSpPr>
      <p:sp>
        <p:nvSpPr>
          <p:cNvPr id="1064" name="Rectangle 1322"/>
          <p:cNvSpPr/>
          <p:nvPr userDrawn="1"/>
        </p:nvSpPr>
        <p:spPr>
          <a:xfrm>
            <a:off x="4792337" y="710996"/>
            <a:ext cx="5513560" cy="5766004"/>
          </a:xfrm>
          <a:custGeom>
            <a:avLst/>
            <a:gdLst>
              <a:gd name="connsiteX0" fmla="*/ 0 w 4163745"/>
              <a:gd name="connsiteY0" fmla="*/ 0 h 5613604"/>
              <a:gd name="connsiteX1" fmla="*/ 4163745 w 4163745"/>
              <a:gd name="connsiteY1" fmla="*/ 0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3268395 w 4163745"/>
              <a:gd name="connsiteY1" fmla="*/ 600075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0 w 4163745"/>
              <a:gd name="connsiteY3" fmla="*/ 5613604 h 5613604"/>
              <a:gd name="connsiteX4" fmla="*/ 0 w 4163745"/>
              <a:gd name="connsiteY4"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0 w 4163745"/>
              <a:gd name="connsiteY4" fmla="*/ 5613604 h 5613604"/>
              <a:gd name="connsiteX5" fmla="*/ 0 w 4163745"/>
              <a:gd name="connsiteY5"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762000 w 4163745"/>
              <a:gd name="connsiteY4" fmla="*/ 2994229 h 5613604"/>
              <a:gd name="connsiteX5" fmla="*/ 0 w 4163745"/>
              <a:gd name="connsiteY5" fmla="*/ 0 h 5613604"/>
              <a:gd name="connsiteX0" fmla="*/ 0 w 4163745"/>
              <a:gd name="connsiteY0" fmla="*/ 0 h 5613604"/>
              <a:gd name="connsiteX1" fmla="*/ 4011345 w 4163745"/>
              <a:gd name="connsiteY1" fmla="*/ 228600 h 5613604"/>
              <a:gd name="connsiteX2" fmla="*/ 4163745 w 4163745"/>
              <a:gd name="connsiteY2" fmla="*/ 5613604 h 5613604"/>
              <a:gd name="connsiteX3" fmla="*/ 901548 w 4163745"/>
              <a:gd name="connsiteY3" fmla="*/ 5613604 h 5613604"/>
              <a:gd name="connsiteX4" fmla="*/ 19050 w 4163745"/>
              <a:gd name="connsiteY4" fmla="*/ 4842079 h 5613604"/>
              <a:gd name="connsiteX5" fmla="*/ 0 w 4163745"/>
              <a:gd name="connsiteY5" fmla="*/ 0 h 5613604"/>
              <a:gd name="connsiteX0" fmla="*/ 0 w 4163745"/>
              <a:gd name="connsiteY0" fmla="*/ 0 h 5766004"/>
              <a:gd name="connsiteX1" fmla="*/ 4011345 w 4163745"/>
              <a:gd name="connsiteY1" fmla="*/ 228600 h 5766004"/>
              <a:gd name="connsiteX2" fmla="*/ 4163745 w 4163745"/>
              <a:gd name="connsiteY2" fmla="*/ 5613604 h 5766004"/>
              <a:gd name="connsiteX3" fmla="*/ 1492098 w 4163745"/>
              <a:gd name="connsiteY3" fmla="*/ 5766004 h 5766004"/>
              <a:gd name="connsiteX4" fmla="*/ 19050 w 4163745"/>
              <a:gd name="connsiteY4" fmla="*/ 4842079 h 5766004"/>
              <a:gd name="connsiteX5" fmla="*/ 0 w 4163745"/>
              <a:gd name="connsiteY5" fmla="*/ 0 h 5766004"/>
              <a:gd name="connsiteX0" fmla="*/ 0 w 4011345"/>
              <a:gd name="connsiteY0" fmla="*/ 0 h 5766004"/>
              <a:gd name="connsiteX1" fmla="*/ 4011345 w 4011345"/>
              <a:gd name="connsiteY1" fmla="*/ 228600 h 5766004"/>
              <a:gd name="connsiteX2" fmla="*/ 3916095 w 4011345"/>
              <a:gd name="connsiteY2" fmla="*/ 4680154 h 5766004"/>
              <a:gd name="connsiteX3" fmla="*/ 1492098 w 4011345"/>
              <a:gd name="connsiteY3" fmla="*/ 5766004 h 5766004"/>
              <a:gd name="connsiteX4" fmla="*/ 19050 w 4011345"/>
              <a:gd name="connsiteY4" fmla="*/ 4842079 h 5766004"/>
              <a:gd name="connsiteX5" fmla="*/ 0 w 4011345"/>
              <a:gd name="connsiteY5" fmla="*/ 0 h 5766004"/>
              <a:gd name="connsiteX0" fmla="*/ 0 w 4135170"/>
              <a:gd name="connsiteY0" fmla="*/ 0 h 5766004"/>
              <a:gd name="connsiteX1" fmla="*/ 4011345 w 4135170"/>
              <a:gd name="connsiteY1" fmla="*/ 228600 h 5766004"/>
              <a:gd name="connsiteX2" fmla="*/ 4135170 w 4135170"/>
              <a:gd name="connsiteY2" fmla="*/ 5413579 h 5766004"/>
              <a:gd name="connsiteX3" fmla="*/ 1492098 w 4135170"/>
              <a:gd name="connsiteY3" fmla="*/ 5766004 h 5766004"/>
              <a:gd name="connsiteX4" fmla="*/ 19050 w 4135170"/>
              <a:gd name="connsiteY4" fmla="*/ 4842079 h 5766004"/>
              <a:gd name="connsiteX5" fmla="*/ 0 w 4135170"/>
              <a:gd name="connsiteY5" fmla="*/ 0 h 5766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5170" h="5766004">
                <a:moveTo>
                  <a:pt x="0" y="0"/>
                </a:moveTo>
                <a:lnTo>
                  <a:pt x="4011345" y="228600"/>
                </a:lnTo>
                <a:lnTo>
                  <a:pt x="4135170" y="5413579"/>
                </a:lnTo>
                <a:lnTo>
                  <a:pt x="1492098" y="5766004"/>
                </a:lnTo>
                <a:lnTo>
                  <a:pt x="19050" y="4842079"/>
                </a:lnTo>
                <a:lnTo>
                  <a:pt x="0" y="0"/>
                </a:lnTo>
                <a:close/>
              </a:path>
            </a:pathLst>
          </a:custGeom>
          <a:gradFill>
            <a:gsLst>
              <a:gs pos="0">
                <a:schemeClr val="accent1"/>
              </a:gs>
              <a:gs pos="94000">
                <a:schemeClr val="accent2"/>
              </a:gs>
            </a:gsLst>
            <a:lin ang="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grpSp>
        <p:nvGrpSpPr>
          <p:cNvPr id="7" name="Group 13"/>
          <p:cNvGrpSpPr>
            <a:grpSpLocks noChangeAspect="1"/>
          </p:cNvGrpSpPr>
          <p:nvPr userDrawn="1"/>
        </p:nvGrpSpPr>
        <p:grpSpPr bwMode="auto">
          <a:xfrm>
            <a:off x="1020356" y="550081"/>
            <a:ext cx="1214845" cy="1000649"/>
            <a:chOff x="2023" y="1221"/>
            <a:chExt cx="1710" cy="1878"/>
          </a:xfrm>
        </p:grpSpPr>
        <p:sp>
          <p:nvSpPr>
            <p:cNvPr id="8" name="Rectangle 14"/>
            <p:cNvSpPr>
              <a:spLocks noChangeArrowheads="1"/>
            </p:cNvSpPr>
            <p:nvPr userDrawn="1"/>
          </p:nvSpPr>
          <p:spPr bwMode="auto">
            <a:xfrm>
              <a:off x="2023"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9" name="Freeform 15"/>
            <p:cNvSpPr>
              <a:spLocks/>
            </p:cNvSpPr>
            <p:nvPr userDrawn="1"/>
          </p:nvSpPr>
          <p:spPr bwMode="auto">
            <a:xfrm>
              <a:off x="2073"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5" y="0"/>
                    <a:pt x="17" y="1"/>
                    <a:pt x="19" y="3"/>
                  </a:cubicBezTo>
                  <a:cubicBezTo>
                    <a:pt x="20"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0" name="Freeform 16"/>
            <p:cNvSpPr>
              <a:spLocks/>
            </p:cNvSpPr>
            <p:nvPr userDrawn="1"/>
          </p:nvSpPr>
          <p:spPr bwMode="auto">
            <a:xfrm>
              <a:off x="2201" y="2206"/>
              <a:ext cx="88" cy="112"/>
            </a:xfrm>
            <a:custGeom>
              <a:avLst/>
              <a:gdLst>
                <a:gd name="T0" fmla="*/ 58 w 58"/>
                <a:gd name="T1" fmla="*/ 11 h 74"/>
                <a:gd name="T2" fmla="*/ 24 w 58"/>
                <a:gd name="T3" fmla="*/ 11 h 74"/>
                <a:gd name="T4" fmla="*/ 14 w 58"/>
                <a:gd name="T5" fmla="*/ 14 h 74"/>
                <a:gd name="T6" fmla="*/ 13 w 58"/>
                <a:gd name="T7" fmla="*/ 24 h 74"/>
                <a:gd name="T8" fmla="*/ 16 w 58"/>
                <a:gd name="T9" fmla="*/ 30 h 74"/>
                <a:gd name="T10" fmla="*/ 24 w 58"/>
                <a:gd name="T11" fmla="*/ 32 h 74"/>
                <a:gd name="T12" fmla="*/ 38 w 58"/>
                <a:gd name="T13" fmla="*/ 32 h 74"/>
                <a:gd name="T14" fmla="*/ 53 w 58"/>
                <a:gd name="T15" fmla="*/ 36 h 74"/>
                <a:gd name="T16" fmla="*/ 58 w 58"/>
                <a:gd name="T17" fmla="*/ 47 h 74"/>
                <a:gd name="T18" fmla="*/ 58 w 58"/>
                <a:gd name="T19" fmla="*/ 58 h 74"/>
                <a:gd name="T20" fmla="*/ 53 w 58"/>
                <a:gd name="T21" fmla="*/ 70 h 74"/>
                <a:gd name="T22" fmla="*/ 38 w 58"/>
                <a:gd name="T23" fmla="*/ 74 h 74"/>
                <a:gd name="T24" fmla="*/ 0 w 58"/>
                <a:gd name="T25" fmla="*/ 74 h 74"/>
                <a:gd name="T26" fmla="*/ 0 w 58"/>
                <a:gd name="T27" fmla="*/ 63 h 74"/>
                <a:gd name="T28" fmla="*/ 34 w 58"/>
                <a:gd name="T29" fmla="*/ 63 h 74"/>
                <a:gd name="T30" fmla="*/ 44 w 58"/>
                <a:gd name="T31" fmla="*/ 60 h 74"/>
                <a:gd name="T32" fmla="*/ 45 w 58"/>
                <a:gd name="T33" fmla="*/ 50 h 74"/>
                <a:gd name="T34" fmla="*/ 34 w 58"/>
                <a:gd name="T35" fmla="*/ 42 h 74"/>
                <a:gd name="T36" fmla="*/ 20 w 58"/>
                <a:gd name="T37" fmla="*/ 42 h 74"/>
                <a:gd name="T38" fmla="*/ 6 w 58"/>
                <a:gd name="T39" fmla="*/ 38 h 74"/>
                <a:gd name="T40" fmla="*/ 0 w 58"/>
                <a:gd name="T41" fmla="*/ 27 h 74"/>
                <a:gd name="T42" fmla="*/ 0 w 58"/>
                <a:gd name="T43" fmla="*/ 16 h 74"/>
                <a:gd name="T44" fmla="*/ 6 w 58"/>
                <a:gd name="T45" fmla="*/ 3 h 74"/>
                <a:gd name="T46" fmla="*/ 20 w 58"/>
                <a:gd name="T47" fmla="*/ 0 h 74"/>
                <a:gd name="T48" fmla="*/ 58 w 58"/>
                <a:gd name="T49" fmla="*/ 0 h 74"/>
                <a:gd name="T50" fmla="*/ 58 w 58"/>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8" h="74">
                  <a:moveTo>
                    <a:pt x="58" y="11"/>
                  </a:moveTo>
                  <a:cubicBezTo>
                    <a:pt x="24" y="11"/>
                    <a:pt x="24" y="11"/>
                    <a:pt x="24" y="11"/>
                  </a:cubicBezTo>
                  <a:cubicBezTo>
                    <a:pt x="19" y="11"/>
                    <a:pt x="15" y="12"/>
                    <a:pt x="14" y="14"/>
                  </a:cubicBezTo>
                  <a:cubicBezTo>
                    <a:pt x="13" y="16"/>
                    <a:pt x="13" y="19"/>
                    <a:pt x="13" y="24"/>
                  </a:cubicBezTo>
                  <a:cubicBezTo>
                    <a:pt x="13" y="26"/>
                    <a:pt x="14" y="28"/>
                    <a:pt x="16" y="30"/>
                  </a:cubicBezTo>
                  <a:cubicBezTo>
                    <a:pt x="18" y="31"/>
                    <a:pt x="21" y="32"/>
                    <a:pt x="24" y="32"/>
                  </a:cubicBezTo>
                  <a:cubicBezTo>
                    <a:pt x="38" y="32"/>
                    <a:pt x="38" y="32"/>
                    <a:pt x="38" y="32"/>
                  </a:cubicBezTo>
                  <a:cubicBezTo>
                    <a:pt x="44" y="32"/>
                    <a:pt x="49" y="33"/>
                    <a:pt x="53" y="36"/>
                  </a:cubicBezTo>
                  <a:cubicBezTo>
                    <a:pt x="56" y="38"/>
                    <a:pt x="58" y="42"/>
                    <a:pt x="58" y="47"/>
                  </a:cubicBezTo>
                  <a:cubicBezTo>
                    <a:pt x="58" y="58"/>
                    <a:pt x="58" y="58"/>
                    <a:pt x="58" y="58"/>
                  </a:cubicBezTo>
                  <a:cubicBezTo>
                    <a:pt x="58" y="64"/>
                    <a:pt x="56"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1" y="42"/>
                    <a:pt x="34" y="42"/>
                  </a:cubicBezTo>
                  <a:cubicBezTo>
                    <a:pt x="20" y="42"/>
                    <a:pt x="20" y="42"/>
                    <a:pt x="20" y="42"/>
                  </a:cubicBezTo>
                  <a:cubicBezTo>
                    <a:pt x="14" y="42"/>
                    <a:pt x="9" y="41"/>
                    <a:pt x="6" y="38"/>
                  </a:cubicBezTo>
                  <a:cubicBezTo>
                    <a:pt x="2" y="36"/>
                    <a:pt x="0" y="32"/>
                    <a:pt x="0" y="27"/>
                  </a:cubicBezTo>
                  <a:cubicBezTo>
                    <a:pt x="0" y="16"/>
                    <a:pt x="0" y="16"/>
                    <a:pt x="0" y="16"/>
                  </a:cubicBezTo>
                  <a:cubicBezTo>
                    <a:pt x="0" y="11"/>
                    <a:pt x="2" y="7"/>
                    <a:pt x="6" y="3"/>
                  </a:cubicBezTo>
                  <a:cubicBezTo>
                    <a:pt x="9" y="1"/>
                    <a:pt x="14" y="0"/>
                    <a:pt x="20" y="0"/>
                  </a:cubicBezTo>
                  <a:cubicBezTo>
                    <a:pt x="58" y="0"/>
                    <a:pt x="58" y="0"/>
                    <a:pt x="58" y="0"/>
                  </a:cubicBezTo>
                  <a:lnTo>
                    <a:pt x="58"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 name="Freeform 17"/>
            <p:cNvSpPr>
              <a:spLocks/>
            </p:cNvSpPr>
            <p:nvPr userDrawn="1"/>
          </p:nvSpPr>
          <p:spPr bwMode="auto">
            <a:xfrm>
              <a:off x="231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 name="Rectangle 18"/>
            <p:cNvSpPr>
              <a:spLocks noChangeArrowheads="1"/>
            </p:cNvSpPr>
            <p:nvPr userDrawn="1"/>
          </p:nvSpPr>
          <p:spPr bwMode="auto">
            <a:xfrm>
              <a:off x="2422" y="2206"/>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 name="Freeform 19"/>
            <p:cNvSpPr>
              <a:spLocks/>
            </p:cNvSpPr>
            <p:nvPr userDrawn="1"/>
          </p:nvSpPr>
          <p:spPr bwMode="auto">
            <a:xfrm>
              <a:off x="2464" y="2206"/>
              <a:ext cx="87" cy="112"/>
            </a:xfrm>
            <a:custGeom>
              <a:avLst/>
              <a:gdLst>
                <a:gd name="T0" fmla="*/ 87 w 87"/>
                <a:gd name="T1" fmla="*/ 17 h 112"/>
                <a:gd name="T2" fmla="*/ 53 w 87"/>
                <a:gd name="T3" fmla="*/ 17 h 112"/>
                <a:gd name="T4" fmla="*/ 53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3" y="17"/>
                  </a:lnTo>
                  <a:lnTo>
                    <a:pt x="53"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 name="Freeform 20"/>
            <p:cNvSpPr>
              <a:spLocks/>
            </p:cNvSpPr>
            <p:nvPr userDrawn="1"/>
          </p:nvSpPr>
          <p:spPr bwMode="auto">
            <a:xfrm>
              <a:off x="2572" y="2206"/>
              <a:ext cx="100" cy="112"/>
            </a:xfrm>
            <a:custGeom>
              <a:avLst/>
              <a:gdLst>
                <a:gd name="T0" fmla="*/ 66 w 66"/>
                <a:gd name="T1" fmla="*/ 56 h 74"/>
                <a:gd name="T2" fmla="*/ 65 w 66"/>
                <a:gd name="T3" fmla="*/ 63 h 74"/>
                <a:gd name="T4" fmla="*/ 60 w 66"/>
                <a:gd name="T5" fmla="*/ 70 h 74"/>
                <a:gd name="T6" fmla="*/ 52 w 66"/>
                <a:gd name="T7" fmla="*/ 74 h 74"/>
                <a:gd name="T8" fmla="*/ 43 w 66"/>
                <a:gd name="T9" fmla="*/ 74 h 74"/>
                <a:gd name="T10" fmla="*/ 23 w 66"/>
                <a:gd name="T11" fmla="*/ 74 h 74"/>
                <a:gd name="T12" fmla="*/ 14 w 66"/>
                <a:gd name="T13" fmla="*/ 74 h 74"/>
                <a:gd name="T14" fmla="*/ 6 w 66"/>
                <a:gd name="T15" fmla="*/ 70 h 74"/>
                <a:gd name="T16" fmla="*/ 1 w 66"/>
                <a:gd name="T17" fmla="*/ 63 h 74"/>
                <a:gd name="T18" fmla="*/ 0 w 66"/>
                <a:gd name="T19" fmla="*/ 56 h 74"/>
                <a:gd name="T20" fmla="*/ 0 w 66"/>
                <a:gd name="T21" fmla="*/ 0 h 74"/>
                <a:gd name="T22" fmla="*/ 14 w 66"/>
                <a:gd name="T23" fmla="*/ 0 h 74"/>
                <a:gd name="T24" fmla="*/ 14 w 66"/>
                <a:gd name="T25" fmla="*/ 54 h 74"/>
                <a:gd name="T26" fmla="*/ 16 w 66"/>
                <a:gd name="T27" fmla="*/ 61 h 74"/>
                <a:gd name="T28" fmla="*/ 26 w 66"/>
                <a:gd name="T29" fmla="*/ 63 h 74"/>
                <a:gd name="T30" fmla="*/ 40 w 66"/>
                <a:gd name="T31" fmla="*/ 63 h 74"/>
                <a:gd name="T32" fmla="*/ 50 w 66"/>
                <a:gd name="T33" fmla="*/ 61 h 74"/>
                <a:gd name="T34" fmla="*/ 53 w 66"/>
                <a:gd name="T35" fmla="*/ 54 h 74"/>
                <a:gd name="T36" fmla="*/ 53 w 66"/>
                <a:gd name="T37" fmla="*/ 0 h 74"/>
                <a:gd name="T38" fmla="*/ 66 w 66"/>
                <a:gd name="T39" fmla="*/ 0 h 74"/>
                <a:gd name="T40" fmla="*/ 66 w 66"/>
                <a:gd name="T41" fmla="*/ 5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74">
                  <a:moveTo>
                    <a:pt x="66" y="56"/>
                  </a:moveTo>
                  <a:cubicBezTo>
                    <a:pt x="66" y="59"/>
                    <a:pt x="65" y="62"/>
                    <a:pt x="65" y="63"/>
                  </a:cubicBezTo>
                  <a:cubicBezTo>
                    <a:pt x="64" y="66"/>
                    <a:pt x="62" y="68"/>
                    <a:pt x="60" y="70"/>
                  </a:cubicBezTo>
                  <a:cubicBezTo>
                    <a:pt x="58" y="72"/>
                    <a:pt x="55" y="73"/>
                    <a:pt x="52" y="74"/>
                  </a:cubicBezTo>
                  <a:cubicBezTo>
                    <a:pt x="51" y="74"/>
                    <a:pt x="48" y="74"/>
                    <a:pt x="43" y="74"/>
                  </a:cubicBezTo>
                  <a:cubicBezTo>
                    <a:pt x="23" y="74"/>
                    <a:pt x="23" y="74"/>
                    <a:pt x="23" y="74"/>
                  </a:cubicBezTo>
                  <a:cubicBezTo>
                    <a:pt x="19" y="74"/>
                    <a:pt x="16" y="74"/>
                    <a:pt x="14" y="74"/>
                  </a:cubicBezTo>
                  <a:cubicBezTo>
                    <a:pt x="11" y="73"/>
                    <a:pt x="8" y="72"/>
                    <a:pt x="6" y="70"/>
                  </a:cubicBezTo>
                  <a:cubicBezTo>
                    <a:pt x="4" y="68"/>
                    <a:pt x="2" y="66"/>
                    <a:pt x="1" y="63"/>
                  </a:cubicBezTo>
                  <a:cubicBezTo>
                    <a:pt x="1" y="62"/>
                    <a:pt x="0" y="59"/>
                    <a:pt x="0" y="56"/>
                  </a:cubicBezTo>
                  <a:cubicBezTo>
                    <a:pt x="0" y="0"/>
                    <a:pt x="0" y="0"/>
                    <a:pt x="0" y="0"/>
                  </a:cubicBezTo>
                  <a:cubicBezTo>
                    <a:pt x="14" y="0"/>
                    <a:pt x="14" y="0"/>
                    <a:pt x="14" y="0"/>
                  </a:cubicBezTo>
                  <a:cubicBezTo>
                    <a:pt x="14" y="54"/>
                    <a:pt x="14" y="54"/>
                    <a:pt x="14" y="54"/>
                  </a:cubicBezTo>
                  <a:cubicBezTo>
                    <a:pt x="14" y="57"/>
                    <a:pt x="14" y="60"/>
                    <a:pt x="16" y="61"/>
                  </a:cubicBezTo>
                  <a:cubicBezTo>
                    <a:pt x="18" y="63"/>
                    <a:pt x="21" y="63"/>
                    <a:pt x="26" y="63"/>
                  </a:cubicBezTo>
                  <a:cubicBezTo>
                    <a:pt x="40" y="63"/>
                    <a:pt x="40" y="63"/>
                    <a:pt x="40" y="63"/>
                  </a:cubicBezTo>
                  <a:cubicBezTo>
                    <a:pt x="45" y="63"/>
                    <a:pt x="48" y="63"/>
                    <a:pt x="50" y="61"/>
                  </a:cubicBezTo>
                  <a:cubicBezTo>
                    <a:pt x="52" y="60"/>
                    <a:pt x="53" y="58"/>
                    <a:pt x="53" y="54"/>
                  </a:cubicBezTo>
                  <a:cubicBezTo>
                    <a:pt x="53" y="0"/>
                    <a:pt x="53" y="0"/>
                    <a:pt x="53" y="0"/>
                  </a:cubicBezTo>
                  <a:cubicBezTo>
                    <a:pt x="66" y="0"/>
                    <a:pt x="66" y="0"/>
                    <a:pt x="66" y="0"/>
                  </a:cubicBezTo>
                  <a:lnTo>
                    <a:pt x="66"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 name="Freeform 21"/>
            <p:cNvSpPr>
              <a:spLocks/>
            </p:cNvSpPr>
            <p:nvPr userDrawn="1"/>
          </p:nvSpPr>
          <p:spPr bwMode="auto">
            <a:xfrm>
              <a:off x="269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 name="Freeform 22"/>
            <p:cNvSpPr>
              <a:spLocks/>
            </p:cNvSpPr>
            <p:nvPr userDrawn="1"/>
          </p:nvSpPr>
          <p:spPr bwMode="auto">
            <a:xfrm>
              <a:off x="2851"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7" y="1"/>
                    <a:pt x="18" y="3"/>
                  </a:cubicBezTo>
                  <a:cubicBezTo>
                    <a:pt x="19"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 name="Freeform 23"/>
            <p:cNvSpPr>
              <a:spLocks noEditPoints="1"/>
            </p:cNvSpPr>
            <p:nvPr userDrawn="1"/>
          </p:nvSpPr>
          <p:spPr bwMode="auto">
            <a:xfrm>
              <a:off x="2970"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3"/>
                    <a:pt x="35" y="0"/>
                    <a:pt x="40" y="0"/>
                  </a:cubicBezTo>
                  <a:cubicBezTo>
                    <a:pt x="45" y="0"/>
                    <a:pt x="49" y="3"/>
                    <a:pt x="51"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 name="Freeform 24"/>
            <p:cNvSpPr>
              <a:spLocks/>
            </p:cNvSpPr>
            <p:nvPr userDrawn="1"/>
          </p:nvSpPr>
          <p:spPr bwMode="auto">
            <a:xfrm>
              <a:off x="3091" y="2206"/>
              <a:ext cx="88" cy="112"/>
            </a:xfrm>
            <a:custGeom>
              <a:avLst/>
              <a:gdLst>
                <a:gd name="T0" fmla="*/ 88 w 88"/>
                <a:gd name="T1" fmla="*/ 17 h 112"/>
                <a:gd name="T2" fmla="*/ 54 w 88"/>
                <a:gd name="T3" fmla="*/ 17 h 112"/>
                <a:gd name="T4" fmla="*/ 54 w 88"/>
                <a:gd name="T5" fmla="*/ 112 h 112"/>
                <a:gd name="T6" fmla="*/ 35 w 88"/>
                <a:gd name="T7" fmla="*/ 112 h 112"/>
                <a:gd name="T8" fmla="*/ 35 w 88"/>
                <a:gd name="T9" fmla="*/ 17 h 112"/>
                <a:gd name="T10" fmla="*/ 0 w 88"/>
                <a:gd name="T11" fmla="*/ 17 h 112"/>
                <a:gd name="T12" fmla="*/ 0 w 88"/>
                <a:gd name="T13" fmla="*/ 0 h 112"/>
                <a:gd name="T14" fmla="*/ 88 w 88"/>
                <a:gd name="T15" fmla="*/ 0 h 112"/>
                <a:gd name="T16" fmla="*/ 88 w 88"/>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7"/>
                  </a:moveTo>
                  <a:lnTo>
                    <a:pt x="54" y="17"/>
                  </a:lnTo>
                  <a:lnTo>
                    <a:pt x="54" y="112"/>
                  </a:lnTo>
                  <a:lnTo>
                    <a:pt x="35" y="112"/>
                  </a:lnTo>
                  <a:lnTo>
                    <a:pt x="35" y="17"/>
                  </a:lnTo>
                  <a:lnTo>
                    <a:pt x="0" y="17"/>
                  </a:lnTo>
                  <a:lnTo>
                    <a:pt x="0" y="0"/>
                  </a:lnTo>
                  <a:lnTo>
                    <a:pt x="88" y="0"/>
                  </a:lnTo>
                  <a:lnTo>
                    <a:pt x="88"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 name="Rectangle 25"/>
            <p:cNvSpPr>
              <a:spLocks noChangeArrowheads="1"/>
            </p:cNvSpPr>
            <p:nvPr userDrawn="1"/>
          </p:nvSpPr>
          <p:spPr bwMode="auto">
            <a:xfrm>
              <a:off x="3201"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 name="Freeform 26"/>
            <p:cNvSpPr>
              <a:spLocks noEditPoints="1"/>
            </p:cNvSpPr>
            <p:nvPr userDrawn="1"/>
          </p:nvSpPr>
          <p:spPr bwMode="auto">
            <a:xfrm>
              <a:off x="3251" y="2206"/>
              <a:ext cx="96" cy="112"/>
            </a:xfrm>
            <a:custGeom>
              <a:avLst/>
              <a:gdLst>
                <a:gd name="T0" fmla="*/ 64 w 64"/>
                <a:gd name="T1" fmla="*/ 57 h 74"/>
                <a:gd name="T2" fmla="*/ 42 w 64"/>
                <a:gd name="T3" fmla="*/ 74 h 74"/>
                <a:gd name="T4" fmla="*/ 22 w 64"/>
                <a:gd name="T5" fmla="*/ 74 h 74"/>
                <a:gd name="T6" fmla="*/ 7 w 64"/>
                <a:gd name="T7" fmla="*/ 71 h 74"/>
                <a:gd name="T8" fmla="*/ 0 w 64"/>
                <a:gd name="T9" fmla="*/ 58 h 74"/>
                <a:gd name="T10" fmla="*/ 0 w 64"/>
                <a:gd name="T11" fmla="*/ 17 h 74"/>
                <a:gd name="T12" fmla="*/ 7 w 64"/>
                <a:gd name="T13" fmla="*/ 4 h 74"/>
                <a:gd name="T14" fmla="*/ 22 w 64"/>
                <a:gd name="T15" fmla="*/ 0 h 74"/>
                <a:gd name="T16" fmla="*/ 43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6 w 64"/>
                <a:gd name="T31" fmla="*/ 11 h 74"/>
                <a:gd name="T32" fmla="*/ 16 w 64"/>
                <a:gd name="T33" fmla="*/ 13 h 74"/>
                <a:gd name="T34" fmla="*/ 14 w 64"/>
                <a:gd name="T35" fmla="*/ 20 h 74"/>
                <a:gd name="T36" fmla="*/ 14 w 64"/>
                <a:gd name="T37" fmla="*/ 54 h 74"/>
                <a:gd name="T38" fmla="*/ 17 w 64"/>
                <a:gd name="T39" fmla="*/ 62 h 74"/>
                <a:gd name="T40" fmla="*/ 26 w 64"/>
                <a:gd name="T41" fmla="*/ 63 h 74"/>
                <a:gd name="T42" fmla="*/ 39 w 64"/>
                <a:gd name="T43" fmla="*/ 63 h 74"/>
                <a:gd name="T44" fmla="*/ 48 w 64"/>
                <a:gd name="T45" fmla="*/ 62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1"/>
                  </a:cubicBezTo>
                  <a:cubicBezTo>
                    <a:pt x="2" y="68"/>
                    <a:pt x="0" y="63"/>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7"/>
                  </a:lnTo>
                  <a:close/>
                  <a:moveTo>
                    <a:pt x="51" y="55"/>
                  </a:moveTo>
                  <a:cubicBezTo>
                    <a:pt x="51" y="20"/>
                    <a:pt x="51" y="20"/>
                    <a:pt x="51" y="20"/>
                  </a:cubicBezTo>
                  <a:cubicBezTo>
                    <a:pt x="51" y="17"/>
                    <a:pt x="50" y="14"/>
                    <a:pt x="48" y="13"/>
                  </a:cubicBezTo>
                  <a:cubicBezTo>
                    <a:pt x="47" y="12"/>
                    <a:pt x="44" y="11"/>
                    <a:pt x="39" y="11"/>
                  </a:cubicBezTo>
                  <a:cubicBezTo>
                    <a:pt x="26" y="11"/>
                    <a:pt x="26" y="11"/>
                    <a:pt x="26" y="11"/>
                  </a:cubicBezTo>
                  <a:cubicBezTo>
                    <a:pt x="21" y="11"/>
                    <a:pt x="18" y="12"/>
                    <a:pt x="16" y="13"/>
                  </a:cubicBezTo>
                  <a:cubicBezTo>
                    <a:pt x="15" y="14"/>
                    <a:pt x="14" y="17"/>
                    <a:pt x="14" y="20"/>
                  </a:cubicBezTo>
                  <a:cubicBezTo>
                    <a:pt x="14" y="54"/>
                    <a:pt x="14" y="54"/>
                    <a:pt x="14" y="54"/>
                  </a:cubicBezTo>
                  <a:cubicBezTo>
                    <a:pt x="14" y="58"/>
                    <a:pt x="15" y="60"/>
                    <a:pt x="17" y="62"/>
                  </a:cubicBezTo>
                  <a:cubicBezTo>
                    <a:pt x="18" y="63"/>
                    <a:pt x="21" y="63"/>
                    <a:pt x="26" y="63"/>
                  </a:cubicBezTo>
                  <a:cubicBezTo>
                    <a:pt x="39" y="63"/>
                    <a:pt x="39" y="63"/>
                    <a:pt x="39" y="63"/>
                  </a:cubicBezTo>
                  <a:cubicBezTo>
                    <a:pt x="44" y="63"/>
                    <a:pt x="46"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 name="Freeform 27"/>
            <p:cNvSpPr>
              <a:spLocks/>
            </p:cNvSpPr>
            <p:nvPr userDrawn="1"/>
          </p:nvSpPr>
          <p:spPr bwMode="auto">
            <a:xfrm>
              <a:off x="3379" y="2206"/>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2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6" y="1"/>
                    <a:pt x="18" y="3"/>
                  </a:cubicBezTo>
                  <a:cubicBezTo>
                    <a:pt x="19" y="3"/>
                    <a:pt x="20" y="5"/>
                    <a:pt x="22"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 name="Freeform 28"/>
            <p:cNvSpPr>
              <a:spLocks noEditPoints="1"/>
            </p:cNvSpPr>
            <p:nvPr userDrawn="1"/>
          </p:nvSpPr>
          <p:spPr bwMode="auto">
            <a:xfrm>
              <a:off x="3498"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29 w 80"/>
                <a:gd name="T13" fmla="*/ 7 h 74"/>
                <a:gd name="T14" fmla="*/ 40 w 80"/>
                <a:gd name="T15" fmla="*/ 0 h 74"/>
                <a:gd name="T16" fmla="*/ 50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29" y="7"/>
                    <a:pt x="29" y="7"/>
                    <a:pt x="29" y="7"/>
                  </a:cubicBezTo>
                  <a:cubicBezTo>
                    <a:pt x="31" y="3"/>
                    <a:pt x="35" y="0"/>
                    <a:pt x="40" y="0"/>
                  </a:cubicBezTo>
                  <a:cubicBezTo>
                    <a:pt x="45" y="0"/>
                    <a:pt x="48" y="3"/>
                    <a:pt x="50"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 name="Freeform 29"/>
            <p:cNvSpPr>
              <a:spLocks/>
            </p:cNvSpPr>
            <p:nvPr userDrawn="1"/>
          </p:nvSpPr>
          <p:spPr bwMode="auto">
            <a:xfrm>
              <a:off x="3638" y="2206"/>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6 w 59"/>
                <a:gd name="T15" fmla="*/ 62 h 74"/>
                <a:gd name="T16" fmla="*/ 27 w 59"/>
                <a:gd name="T17" fmla="*/ 64 h 74"/>
                <a:gd name="T18" fmla="*/ 59 w 59"/>
                <a:gd name="T19" fmla="*/ 64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8"/>
                    <a:pt x="0" y="63"/>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2" y="64"/>
                    <a:pt x="27" y="64"/>
                  </a:cubicBezTo>
                  <a:cubicBezTo>
                    <a:pt x="59" y="64"/>
                    <a:pt x="59" y="64"/>
                    <a:pt x="59" y="64"/>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 name="Freeform 30"/>
            <p:cNvSpPr>
              <a:spLocks noEditPoints="1"/>
            </p:cNvSpPr>
            <p:nvPr userDrawn="1"/>
          </p:nvSpPr>
          <p:spPr bwMode="auto">
            <a:xfrm>
              <a:off x="2023" y="2467"/>
              <a:ext cx="100" cy="112"/>
            </a:xfrm>
            <a:custGeom>
              <a:avLst/>
              <a:gdLst>
                <a:gd name="T0" fmla="*/ 66 w 66"/>
                <a:gd name="T1" fmla="*/ 57 h 74"/>
                <a:gd name="T2" fmla="*/ 60 w 66"/>
                <a:gd name="T3" fmla="*/ 69 h 74"/>
                <a:gd name="T4" fmla="*/ 46 w 66"/>
                <a:gd name="T5" fmla="*/ 74 h 74"/>
                <a:gd name="T6" fmla="*/ 0 w 66"/>
                <a:gd name="T7" fmla="*/ 74 h 74"/>
                <a:gd name="T8" fmla="*/ 0 w 66"/>
                <a:gd name="T9" fmla="*/ 0 h 74"/>
                <a:gd name="T10" fmla="*/ 46 w 66"/>
                <a:gd name="T11" fmla="*/ 0 h 74"/>
                <a:gd name="T12" fmla="*/ 66 w 66"/>
                <a:gd name="T13" fmla="*/ 16 h 74"/>
                <a:gd name="T14" fmla="*/ 66 w 66"/>
                <a:gd name="T15" fmla="*/ 57 h 74"/>
                <a:gd name="T16" fmla="*/ 52 w 66"/>
                <a:gd name="T17" fmla="*/ 53 h 74"/>
                <a:gd name="T18" fmla="*/ 52 w 66"/>
                <a:gd name="T19" fmla="*/ 19 h 74"/>
                <a:gd name="T20" fmla="*/ 42 w 66"/>
                <a:gd name="T21" fmla="*/ 10 h 74"/>
                <a:gd name="T22" fmla="*/ 13 w 66"/>
                <a:gd name="T23" fmla="*/ 10 h 74"/>
                <a:gd name="T24" fmla="*/ 13 w 66"/>
                <a:gd name="T25" fmla="*/ 63 h 74"/>
                <a:gd name="T26" fmla="*/ 42 w 66"/>
                <a:gd name="T27" fmla="*/ 63 h 74"/>
                <a:gd name="T28" fmla="*/ 52 w 66"/>
                <a:gd name="T29"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74">
                  <a:moveTo>
                    <a:pt x="66" y="57"/>
                  </a:moveTo>
                  <a:cubicBezTo>
                    <a:pt x="66" y="62"/>
                    <a:pt x="64" y="66"/>
                    <a:pt x="60" y="69"/>
                  </a:cubicBezTo>
                  <a:cubicBezTo>
                    <a:pt x="57" y="72"/>
                    <a:pt x="52" y="74"/>
                    <a:pt x="46" y="74"/>
                  </a:cubicBezTo>
                  <a:cubicBezTo>
                    <a:pt x="0" y="74"/>
                    <a:pt x="0" y="74"/>
                    <a:pt x="0" y="74"/>
                  </a:cubicBezTo>
                  <a:cubicBezTo>
                    <a:pt x="0" y="0"/>
                    <a:pt x="0" y="0"/>
                    <a:pt x="0" y="0"/>
                  </a:cubicBezTo>
                  <a:cubicBezTo>
                    <a:pt x="46" y="0"/>
                    <a:pt x="46" y="0"/>
                    <a:pt x="46" y="0"/>
                  </a:cubicBezTo>
                  <a:cubicBezTo>
                    <a:pt x="59" y="0"/>
                    <a:pt x="66" y="5"/>
                    <a:pt x="66" y="16"/>
                  </a:cubicBezTo>
                  <a:lnTo>
                    <a:pt x="66" y="57"/>
                  </a:lnTo>
                  <a:close/>
                  <a:moveTo>
                    <a:pt x="52" y="53"/>
                  </a:moveTo>
                  <a:cubicBezTo>
                    <a:pt x="52" y="19"/>
                    <a:pt x="52" y="19"/>
                    <a:pt x="52" y="19"/>
                  </a:cubicBezTo>
                  <a:cubicBezTo>
                    <a:pt x="52" y="13"/>
                    <a:pt x="49" y="10"/>
                    <a:pt x="42" y="10"/>
                  </a:cubicBezTo>
                  <a:cubicBezTo>
                    <a:pt x="13" y="10"/>
                    <a:pt x="13" y="10"/>
                    <a:pt x="13" y="10"/>
                  </a:cubicBezTo>
                  <a:cubicBezTo>
                    <a:pt x="13" y="63"/>
                    <a:pt x="13" y="63"/>
                    <a:pt x="13" y="63"/>
                  </a:cubicBezTo>
                  <a:cubicBezTo>
                    <a:pt x="42" y="63"/>
                    <a:pt x="42" y="63"/>
                    <a:pt x="42" y="63"/>
                  </a:cubicBezTo>
                  <a:cubicBezTo>
                    <a:pt x="49" y="63"/>
                    <a:pt x="52" y="60"/>
                    <a:pt x="52" y="53"/>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 name="Freeform 31"/>
            <p:cNvSpPr>
              <a:spLocks/>
            </p:cNvSpPr>
            <p:nvPr userDrawn="1"/>
          </p:nvSpPr>
          <p:spPr bwMode="auto">
            <a:xfrm>
              <a:off x="2155" y="2467"/>
              <a:ext cx="89" cy="112"/>
            </a:xfrm>
            <a:custGeom>
              <a:avLst/>
              <a:gdLst>
                <a:gd name="T0" fmla="*/ 56 w 59"/>
                <a:gd name="T1" fmla="*/ 42 h 74"/>
                <a:gd name="T2" fmla="*/ 13 w 59"/>
                <a:gd name="T3" fmla="*/ 42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4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2"/>
                  </a:moveTo>
                  <a:cubicBezTo>
                    <a:pt x="13" y="42"/>
                    <a:pt x="13" y="42"/>
                    <a:pt x="13" y="42"/>
                  </a:cubicBezTo>
                  <a:cubicBezTo>
                    <a:pt x="13" y="55"/>
                    <a:pt x="13" y="55"/>
                    <a:pt x="13" y="55"/>
                  </a:cubicBezTo>
                  <a:cubicBezTo>
                    <a:pt x="13" y="60"/>
                    <a:pt x="17" y="63"/>
                    <a:pt x="25" y="63"/>
                  </a:cubicBezTo>
                  <a:cubicBezTo>
                    <a:pt x="59" y="63"/>
                    <a:pt x="59" y="63"/>
                    <a:pt x="59" y="63"/>
                  </a:cubicBezTo>
                  <a:cubicBezTo>
                    <a:pt x="59" y="74"/>
                    <a:pt x="59" y="74"/>
                    <a:pt x="59" y="74"/>
                  </a:cubicBezTo>
                  <a:cubicBezTo>
                    <a:pt x="21" y="74"/>
                    <a:pt x="21" y="74"/>
                    <a:pt x="21" y="74"/>
                  </a:cubicBezTo>
                  <a:cubicBezTo>
                    <a:pt x="15" y="74"/>
                    <a:pt x="9" y="73"/>
                    <a:pt x="6" y="70"/>
                  </a:cubicBezTo>
                  <a:cubicBezTo>
                    <a:pt x="2" y="67"/>
                    <a:pt x="0" y="63"/>
                    <a:pt x="0" y="58"/>
                  </a:cubicBezTo>
                  <a:cubicBezTo>
                    <a:pt x="0" y="17"/>
                    <a:pt x="0" y="17"/>
                    <a:pt x="0" y="17"/>
                  </a:cubicBezTo>
                  <a:cubicBezTo>
                    <a:pt x="0" y="11"/>
                    <a:pt x="2" y="7"/>
                    <a:pt x="5" y="4"/>
                  </a:cubicBezTo>
                  <a:cubicBezTo>
                    <a:pt x="9" y="1"/>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 name="Freeform 32"/>
            <p:cNvSpPr>
              <a:spLocks/>
            </p:cNvSpPr>
            <p:nvPr userDrawn="1"/>
          </p:nvSpPr>
          <p:spPr bwMode="auto">
            <a:xfrm>
              <a:off x="2351" y="2467"/>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7 w 59"/>
                <a:gd name="T15" fmla="*/ 61 h 74"/>
                <a:gd name="T16" fmla="*/ 27 w 59"/>
                <a:gd name="T17" fmla="*/ 63 h 74"/>
                <a:gd name="T18" fmla="*/ 59 w 59"/>
                <a:gd name="T19" fmla="*/ 63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7"/>
                    <a:pt x="0" y="63"/>
                    <a:pt x="0" y="56"/>
                  </a:cubicBezTo>
                  <a:cubicBezTo>
                    <a:pt x="0" y="0"/>
                    <a:pt x="0" y="0"/>
                    <a:pt x="0" y="0"/>
                  </a:cubicBezTo>
                  <a:cubicBezTo>
                    <a:pt x="13" y="0"/>
                    <a:pt x="13" y="0"/>
                    <a:pt x="13" y="0"/>
                  </a:cubicBezTo>
                  <a:cubicBezTo>
                    <a:pt x="13" y="54"/>
                    <a:pt x="13" y="54"/>
                    <a:pt x="13" y="54"/>
                  </a:cubicBezTo>
                  <a:cubicBezTo>
                    <a:pt x="13" y="57"/>
                    <a:pt x="14" y="60"/>
                    <a:pt x="17" y="61"/>
                  </a:cubicBezTo>
                  <a:cubicBezTo>
                    <a:pt x="18" y="63"/>
                    <a:pt x="22" y="63"/>
                    <a:pt x="27" y="63"/>
                  </a:cubicBezTo>
                  <a:cubicBezTo>
                    <a:pt x="59" y="63"/>
                    <a:pt x="59" y="63"/>
                    <a:pt x="59" y="63"/>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 name="Freeform 33"/>
            <p:cNvSpPr>
              <a:spLocks/>
            </p:cNvSpPr>
            <p:nvPr userDrawn="1"/>
          </p:nvSpPr>
          <p:spPr bwMode="auto">
            <a:xfrm>
              <a:off x="2438" y="2450"/>
              <a:ext cx="20" cy="40"/>
            </a:xfrm>
            <a:custGeom>
              <a:avLst/>
              <a:gdLst>
                <a:gd name="T0" fmla="*/ 13 w 13"/>
                <a:gd name="T1" fmla="*/ 8 h 26"/>
                <a:gd name="T2" fmla="*/ 13 w 13"/>
                <a:gd name="T3" fmla="*/ 12 h 26"/>
                <a:gd name="T4" fmla="*/ 7 w 13"/>
                <a:gd name="T5" fmla="*/ 26 h 26"/>
                <a:gd name="T6" fmla="*/ 0 w 13"/>
                <a:gd name="T7" fmla="*/ 26 h 26"/>
                <a:gd name="T8" fmla="*/ 5 w 13"/>
                <a:gd name="T9" fmla="*/ 14 h 26"/>
                <a:gd name="T10" fmla="*/ 1 w 13"/>
                <a:gd name="T11" fmla="*/ 7 h 26"/>
                <a:gd name="T12" fmla="*/ 3 w 13"/>
                <a:gd name="T13" fmla="*/ 2 h 26"/>
                <a:gd name="T14" fmla="*/ 7 w 13"/>
                <a:gd name="T15" fmla="*/ 0 h 26"/>
                <a:gd name="T16" fmla="*/ 12 w 13"/>
                <a:gd name="T17" fmla="*/ 2 h 26"/>
                <a:gd name="T18" fmla="*/ 13 w 13"/>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26">
                  <a:moveTo>
                    <a:pt x="13" y="8"/>
                  </a:moveTo>
                  <a:cubicBezTo>
                    <a:pt x="13" y="9"/>
                    <a:pt x="13" y="11"/>
                    <a:pt x="13" y="12"/>
                  </a:cubicBezTo>
                  <a:cubicBezTo>
                    <a:pt x="7" y="26"/>
                    <a:pt x="7" y="26"/>
                    <a:pt x="7" y="26"/>
                  </a:cubicBezTo>
                  <a:cubicBezTo>
                    <a:pt x="0" y="26"/>
                    <a:pt x="0" y="26"/>
                    <a:pt x="0" y="26"/>
                  </a:cubicBezTo>
                  <a:cubicBezTo>
                    <a:pt x="5" y="14"/>
                    <a:pt x="5" y="14"/>
                    <a:pt x="5" y="14"/>
                  </a:cubicBezTo>
                  <a:cubicBezTo>
                    <a:pt x="2" y="11"/>
                    <a:pt x="1" y="9"/>
                    <a:pt x="1" y="7"/>
                  </a:cubicBezTo>
                  <a:cubicBezTo>
                    <a:pt x="1" y="5"/>
                    <a:pt x="1" y="3"/>
                    <a:pt x="3" y="2"/>
                  </a:cubicBezTo>
                  <a:cubicBezTo>
                    <a:pt x="4" y="1"/>
                    <a:pt x="5" y="0"/>
                    <a:pt x="7" y="0"/>
                  </a:cubicBezTo>
                  <a:cubicBezTo>
                    <a:pt x="9" y="0"/>
                    <a:pt x="10" y="1"/>
                    <a:pt x="12" y="2"/>
                  </a:cubicBezTo>
                  <a:cubicBezTo>
                    <a:pt x="13" y="4"/>
                    <a:pt x="13" y="6"/>
                    <a:pt x="13" y="8"/>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 name="Rectangle 34"/>
            <p:cNvSpPr>
              <a:spLocks noChangeArrowheads="1"/>
            </p:cNvSpPr>
            <p:nvPr userDrawn="1"/>
          </p:nvSpPr>
          <p:spPr bwMode="auto">
            <a:xfrm>
              <a:off x="2495" y="2467"/>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 name="Freeform 35"/>
            <p:cNvSpPr>
              <a:spLocks/>
            </p:cNvSpPr>
            <p:nvPr userDrawn="1"/>
          </p:nvSpPr>
          <p:spPr bwMode="auto">
            <a:xfrm>
              <a:off x="2547" y="2467"/>
              <a:ext cx="99"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2 h 75"/>
                <a:gd name="T22" fmla="*/ 23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4"/>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5" y="0"/>
                    <a:pt x="17" y="1"/>
                    <a:pt x="19" y="2"/>
                  </a:cubicBezTo>
                  <a:cubicBezTo>
                    <a:pt x="20" y="3"/>
                    <a:pt x="21" y="5"/>
                    <a:pt x="23"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 name="Freeform 36"/>
            <p:cNvSpPr>
              <a:spLocks/>
            </p:cNvSpPr>
            <p:nvPr userDrawn="1"/>
          </p:nvSpPr>
          <p:spPr bwMode="auto">
            <a:xfrm>
              <a:off x="2678" y="2467"/>
              <a:ext cx="90" cy="112"/>
            </a:xfrm>
            <a:custGeom>
              <a:avLst/>
              <a:gdLst>
                <a:gd name="T0" fmla="*/ 60 w 60"/>
                <a:gd name="T1" fmla="*/ 42 h 74"/>
                <a:gd name="T2" fmla="*/ 14 w 60"/>
                <a:gd name="T3" fmla="*/ 42 h 74"/>
                <a:gd name="T4" fmla="*/ 14 w 60"/>
                <a:gd name="T5" fmla="*/ 74 h 74"/>
                <a:gd name="T6" fmla="*/ 0 w 60"/>
                <a:gd name="T7" fmla="*/ 74 h 74"/>
                <a:gd name="T8" fmla="*/ 0 w 60"/>
                <a:gd name="T9" fmla="*/ 15 h 74"/>
                <a:gd name="T10" fmla="*/ 6 w 60"/>
                <a:gd name="T11" fmla="*/ 3 h 74"/>
                <a:gd name="T12" fmla="*/ 21 w 60"/>
                <a:gd name="T13" fmla="*/ 0 h 74"/>
                <a:gd name="T14" fmla="*/ 60 w 60"/>
                <a:gd name="T15" fmla="*/ 0 h 74"/>
                <a:gd name="T16" fmla="*/ 60 w 60"/>
                <a:gd name="T17" fmla="*/ 11 h 74"/>
                <a:gd name="T18" fmla="*/ 25 w 60"/>
                <a:gd name="T19" fmla="*/ 11 h 74"/>
                <a:gd name="T20" fmla="*/ 14 w 60"/>
                <a:gd name="T21" fmla="*/ 18 h 74"/>
                <a:gd name="T22" fmla="*/ 14 w 60"/>
                <a:gd name="T23" fmla="*/ 32 h 74"/>
                <a:gd name="T24" fmla="*/ 60 w 60"/>
                <a:gd name="T25" fmla="*/ 32 h 74"/>
                <a:gd name="T26" fmla="*/ 60 w 60"/>
                <a:gd name="T2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74">
                  <a:moveTo>
                    <a:pt x="60" y="42"/>
                  </a:moveTo>
                  <a:cubicBezTo>
                    <a:pt x="14" y="42"/>
                    <a:pt x="14" y="42"/>
                    <a:pt x="14" y="42"/>
                  </a:cubicBezTo>
                  <a:cubicBezTo>
                    <a:pt x="14" y="74"/>
                    <a:pt x="14" y="74"/>
                    <a:pt x="14" y="74"/>
                  </a:cubicBezTo>
                  <a:cubicBezTo>
                    <a:pt x="0" y="74"/>
                    <a:pt x="0" y="74"/>
                    <a:pt x="0" y="74"/>
                  </a:cubicBezTo>
                  <a:cubicBezTo>
                    <a:pt x="0" y="15"/>
                    <a:pt x="0" y="15"/>
                    <a:pt x="0" y="15"/>
                  </a:cubicBezTo>
                  <a:cubicBezTo>
                    <a:pt x="0" y="10"/>
                    <a:pt x="2" y="6"/>
                    <a:pt x="6" y="3"/>
                  </a:cubicBezTo>
                  <a:cubicBezTo>
                    <a:pt x="10" y="1"/>
                    <a:pt x="15" y="0"/>
                    <a:pt x="21" y="0"/>
                  </a:cubicBezTo>
                  <a:cubicBezTo>
                    <a:pt x="60" y="0"/>
                    <a:pt x="60" y="0"/>
                    <a:pt x="60" y="0"/>
                  </a:cubicBezTo>
                  <a:cubicBezTo>
                    <a:pt x="60" y="11"/>
                    <a:pt x="60" y="11"/>
                    <a:pt x="60" y="11"/>
                  </a:cubicBezTo>
                  <a:cubicBezTo>
                    <a:pt x="25" y="11"/>
                    <a:pt x="25" y="11"/>
                    <a:pt x="25" y="11"/>
                  </a:cubicBezTo>
                  <a:cubicBezTo>
                    <a:pt x="17" y="11"/>
                    <a:pt x="14" y="13"/>
                    <a:pt x="14" y="18"/>
                  </a:cubicBezTo>
                  <a:cubicBezTo>
                    <a:pt x="14" y="32"/>
                    <a:pt x="14" y="32"/>
                    <a:pt x="14" y="32"/>
                  </a:cubicBezTo>
                  <a:cubicBezTo>
                    <a:pt x="60" y="32"/>
                    <a:pt x="60" y="32"/>
                    <a:pt x="60" y="32"/>
                  </a:cubicBezTo>
                  <a:lnTo>
                    <a:pt x="60"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 name="Freeform 37"/>
            <p:cNvSpPr>
              <a:spLocks noEditPoints="1"/>
            </p:cNvSpPr>
            <p:nvPr userDrawn="1"/>
          </p:nvSpPr>
          <p:spPr bwMode="auto">
            <a:xfrm>
              <a:off x="2803"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10"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 name="Freeform 38"/>
            <p:cNvSpPr>
              <a:spLocks/>
            </p:cNvSpPr>
            <p:nvPr userDrawn="1"/>
          </p:nvSpPr>
          <p:spPr bwMode="auto">
            <a:xfrm>
              <a:off x="2931" y="2467"/>
              <a:ext cx="98" cy="112"/>
            </a:xfrm>
            <a:custGeom>
              <a:avLst/>
              <a:gdLst>
                <a:gd name="T0" fmla="*/ 65 w 65"/>
                <a:gd name="T1" fmla="*/ 74 h 74"/>
                <a:gd name="T2" fmla="*/ 48 w 65"/>
                <a:gd name="T3" fmla="*/ 74 h 74"/>
                <a:gd name="T4" fmla="*/ 16 w 65"/>
                <a:gd name="T5" fmla="*/ 45 h 74"/>
                <a:gd name="T6" fmla="*/ 14 w 65"/>
                <a:gd name="T7" fmla="*/ 41 h 74"/>
                <a:gd name="T8" fmla="*/ 23 w 65"/>
                <a:gd name="T9" fmla="*/ 35 h 74"/>
                <a:gd name="T10" fmla="*/ 42 w 65"/>
                <a:gd name="T11" fmla="*/ 34 h 74"/>
                <a:gd name="T12" fmla="*/ 52 w 65"/>
                <a:gd name="T13" fmla="*/ 27 h 74"/>
                <a:gd name="T14" fmla="*/ 52 w 65"/>
                <a:gd name="T15" fmla="*/ 19 h 74"/>
                <a:gd name="T16" fmla="*/ 41 w 65"/>
                <a:gd name="T17" fmla="*/ 11 h 74"/>
                <a:gd name="T18" fmla="*/ 13 w 65"/>
                <a:gd name="T19" fmla="*/ 11 h 74"/>
                <a:gd name="T20" fmla="*/ 13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5"/>
                    <a:pt x="16" y="45"/>
                    <a:pt x="16" y="45"/>
                  </a:cubicBezTo>
                  <a:cubicBezTo>
                    <a:pt x="15" y="45"/>
                    <a:pt x="14" y="43"/>
                    <a:pt x="14" y="41"/>
                  </a:cubicBezTo>
                  <a:cubicBezTo>
                    <a:pt x="14" y="37"/>
                    <a:pt x="17" y="35"/>
                    <a:pt x="23" y="35"/>
                  </a:cubicBezTo>
                  <a:cubicBezTo>
                    <a:pt x="42" y="34"/>
                    <a:pt x="42" y="34"/>
                    <a:pt x="42" y="34"/>
                  </a:cubicBezTo>
                  <a:cubicBezTo>
                    <a:pt x="48" y="34"/>
                    <a:pt x="52" y="32"/>
                    <a:pt x="52" y="27"/>
                  </a:cubicBezTo>
                  <a:cubicBezTo>
                    <a:pt x="52" y="19"/>
                    <a:pt x="52" y="19"/>
                    <a:pt x="52" y="19"/>
                  </a:cubicBezTo>
                  <a:cubicBezTo>
                    <a:pt x="52" y="13"/>
                    <a:pt x="48" y="11"/>
                    <a:pt x="41" y="11"/>
                  </a:cubicBezTo>
                  <a:cubicBezTo>
                    <a:pt x="13" y="11"/>
                    <a:pt x="13" y="11"/>
                    <a:pt x="13" y="11"/>
                  </a:cubicBezTo>
                  <a:cubicBezTo>
                    <a:pt x="13" y="74"/>
                    <a:pt x="13" y="74"/>
                    <a:pt x="13"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3" y="37"/>
                    <a:pt x="60" y="40"/>
                  </a:cubicBezTo>
                  <a:cubicBezTo>
                    <a:pt x="56" y="42"/>
                    <a:pt x="51"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 name="Freeform 39"/>
            <p:cNvSpPr>
              <a:spLocks/>
            </p:cNvSpPr>
            <p:nvPr userDrawn="1"/>
          </p:nvSpPr>
          <p:spPr bwMode="auto">
            <a:xfrm>
              <a:off x="3058" y="2467"/>
              <a:ext cx="137" cy="115"/>
            </a:xfrm>
            <a:custGeom>
              <a:avLst/>
              <a:gdLst>
                <a:gd name="T0" fmla="*/ 91 w 91"/>
                <a:gd name="T1" fmla="*/ 74 h 76"/>
                <a:gd name="T2" fmla="*/ 79 w 91"/>
                <a:gd name="T3" fmla="*/ 74 h 76"/>
                <a:gd name="T4" fmla="*/ 79 w 91"/>
                <a:gd name="T5" fmla="*/ 16 h 76"/>
                <a:gd name="T6" fmla="*/ 55 w 91"/>
                <a:gd name="T7" fmla="*/ 68 h 76"/>
                <a:gd name="T8" fmla="*/ 46 w 91"/>
                <a:gd name="T9" fmla="*/ 76 h 76"/>
                <a:gd name="T10" fmla="*/ 40 w 91"/>
                <a:gd name="T11" fmla="*/ 73 h 76"/>
                <a:gd name="T12" fmla="*/ 37 w 91"/>
                <a:gd name="T13" fmla="*/ 68 h 76"/>
                <a:gd name="T14" fmla="*/ 13 w 91"/>
                <a:gd name="T15" fmla="*/ 16 h 76"/>
                <a:gd name="T16" fmla="*/ 13 w 91"/>
                <a:gd name="T17" fmla="*/ 74 h 76"/>
                <a:gd name="T18" fmla="*/ 0 w 91"/>
                <a:gd name="T19" fmla="*/ 74 h 76"/>
                <a:gd name="T20" fmla="*/ 0 w 91"/>
                <a:gd name="T21" fmla="*/ 10 h 76"/>
                <a:gd name="T22" fmla="*/ 3 w 91"/>
                <a:gd name="T23" fmla="*/ 3 h 76"/>
                <a:gd name="T24" fmla="*/ 12 w 91"/>
                <a:gd name="T25" fmla="*/ 0 h 76"/>
                <a:gd name="T26" fmla="*/ 23 w 91"/>
                <a:gd name="T27" fmla="*/ 7 h 76"/>
                <a:gd name="T28" fmla="*/ 46 w 91"/>
                <a:gd name="T29" fmla="*/ 59 h 76"/>
                <a:gd name="T30" fmla="*/ 69 w 91"/>
                <a:gd name="T31" fmla="*/ 7 h 76"/>
                <a:gd name="T32" fmla="*/ 80 w 91"/>
                <a:gd name="T33" fmla="*/ 0 h 76"/>
                <a:gd name="T34" fmla="*/ 89 w 91"/>
                <a:gd name="T35" fmla="*/ 3 h 76"/>
                <a:gd name="T36" fmla="*/ 91 w 91"/>
                <a:gd name="T37" fmla="*/ 10 h 76"/>
                <a:gd name="T38" fmla="*/ 91 w 91"/>
                <a:gd name="T3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76">
                  <a:moveTo>
                    <a:pt x="91" y="74"/>
                  </a:moveTo>
                  <a:cubicBezTo>
                    <a:pt x="79" y="74"/>
                    <a:pt x="79" y="74"/>
                    <a:pt x="79" y="74"/>
                  </a:cubicBezTo>
                  <a:cubicBezTo>
                    <a:pt x="79" y="16"/>
                    <a:pt x="79" y="16"/>
                    <a:pt x="79" y="16"/>
                  </a:cubicBezTo>
                  <a:cubicBezTo>
                    <a:pt x="55" y="68"/>
                    <a:pt x="55" y="68"/>
                    <a:pt x="55" y="68"/>
                  </a:cubicBezTo>
                  <a:cubicBezTo>
                    <a:pt x="53" y="73"/>
                    <a:pt x="50" y="76"/>
                    <a:pt x="46" y="76"/>
                  </a:cubicBezTo>
                  <a:cubicBezTo>
                    <a:pt x="43" y="76"/>
                    <a:pt x="41" y="75"/>
                    <a:pt x="40" y="73"/>
                  </a:cubicBezTo>
                  <a:cubicBezTo>
                    <a:pt x="39" y="72"/>
                    <a:pt x="38" y="71"/>
                    <a:pt x="37" y="68"/>
                  </a:cubicBezTo>
                  <a:cubicBezTo>
                    <a:pt x="13" y="16"/>
                    <a:pt x="13" y="16"/>
                    <a:pt x="13" y="16"/>
                  </a:cubicBezTo>
                  <a:cubicBezTo>
                    <a:pt x="13" y="74"/>
                    <a:pt x="13" y="74"/>
                    <a:pt x="13" y="74"/>
                  </a:cubicBezTo>
                  <a:cubicBezTo>
                    <a:pt x="0" y="74"/>
                    <a:pt x="0" y="74"/>
                    <a:pt x="0" y="74"/>
                  </a:cubicBezTo>
                  <a:cubicBezTo>
                    <a:pt x="0" y="10"/>
                    <a:pt x="0" y="10"/>
                    <a:pt x="0" y="10"/>
                  </a:cubicBezTo>
                  <a:cubicBezTo>
                    <a:pt x="0" y="7"/>
                    <a:pt x="1" y="5"/>
                    <a:pt x="3" y="3"/>
                  </a:cubicBezTo>
                  <a:cubicBezTo>
                    <a:pt x="5" y="1"/>
                    <a:pt x="8" y="0"/>
                    <a:pt x="12" y="0"/>
                  </a:cubicBezTo>
                  <a:cubicBezTo>
                    <a:pt x="17" y="0"/>
                    <a:pt x="21" y="2"/>
                    <a:pt x="23" y="7"/>
                  </a:cubicBezTo>
                  <a:cubicBezTo>
                    <a:pt x="46" y="59"/>
                    <a:pt x="46" y="59"/>
                    <a:pt x="46" y="59"/>
                  </a:cubicBezTo>
                  <a:cubicBezTo>
                    <a:pt x="69" y="7"/>
                    <a:pt x="69" y="7"/>
                    <a:pt x="69" y="7"/>
                  </a:cubicBezTo>
                  <a:cubicBezTo>
                    <a:pt x="71" y="2"/>
                    <a:pt x="75" y="0"/>
                    <a:pt x="80" y="0"/>
                  </a:cubicBezTo>
                  <a:cubicBezTo>
                    <a:pt x="84" y="0"/>
                    <a:pt x="87" y="1"/>
                    <a:pt x="89" y="3"/>
                  </a:cubicBezTo>
                  <a:cubicBezTo>
                    <a:pt x="90" y="5"/>
                    <a:pt x="91" y="7"/>
                    <a:pt x="91" y="10"/>
                  </a:cubicBezTo>
                  <a:lnTo>
                    <a:pt x="91"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 name="Freeform 40"/>
            <p:cNvSpPr>
              <a:spLocks noEditPoints="1"/>
            </p:cNvSpPr>
            <p:nvPr userDrawn="1"/>
          </p:nvSpPr>
          <p:spPr bwMode="auto">
            <a:xfrm>
              <a:off x="3216" y="2467"/>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40 w 80"/>
                <a:gd name="T23" fmla="*/ 13 h 74"/>
                <a:gd name="T24" fmla="*/ 27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2"/>
                    <a:pt x="35" y="0"/>
                    <a:pt x="40" y="0"/>
                  </a:cubicBezTo>
                  <a:cubicBezTo>
                    <a:pt x="45" y="0"/>
                    <a:pt x="49" y="2"/>
                    <a:pt x="51" y="7"/>
                  </a:cubicBezTo>
                  <a:lnTo>
                    <a:pt x="80" y="74"/>
                  </a:lnTo>
                  <a:close/>
                  <a:moveTo>
                    <a:pt x="54" y="46"/>
                  </a:moveTo>
                  <a:cubicBezTo>
                    <a:pt x="40" y="13"/>
                    <a:pt x="40" y="13"/>
                    <a:pt x="40" y="13"/>
                  </a:cubicBezTo>
                  <a:cubicBezTo>
                    <a:pt x="27" y="46"/>
                    <a:pt x="27" y="46"/>
                    <a:pt x="27"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 name="Freeform 41"/>
            <p:cNvSpPr>
              <a:spLocks/>
            </p:cNvSpPr>
            <p:nvPr userDrawn="1"/>
          </p:nvSpPr>
          <p:spPr bwMode="auto">
            <a:xfrm>
              <a:off x="3338" y="2467"/>
              <a:ext cx="88" cy="112"/>
            </a:xfrm>
            <a:custGeom>
              <a:avLst/>
              <a:gdLst>
                <a:gd name="T0" fmla="*/ 88 w 88"/>
                <a:gd name="T1" fmla="*/ 15 h 112"/>
                <a:gd name="T2" fmla="*/ 55 w 88"/>
                <a:gd name="T3" fmla="*/ 15 h 112"/>
                <a:gd name="T4" fmla="*/ 55 w 88"/>
                <a:gd name="T5" fmla="*/ 112 h 112"/>
                <a:gd name="T6" fmla="*/ 35 w 88"/>
                <a:gd name="T7" fmla="*/ 112 h 112"/>
                <a:gd name="T8" fmla="*/ 35 w 88"/>
                <a:gd name="T9" fmla="*/ 15 h 112"/>
                <a:gd name="T10" fmla="*/ 0 w 88"/>
                <a:gd name="T11" fmla="*/ 15 h 112"/>
                <a:gd name="T12" fmla="*/ 0 w 88"/>
                <a:gd name="T13" fmla="*/ 0 h 112"/>
                <a:gd name="T14" fmla="*/ 88 w 88"/>
                <a:gd name="T15" fmla="*/ 0 h 112"/>
                <a:gd name="T16" fmla="*/ 88 w 88"/>
                <a:gd name="T17" fmla="*/ 1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5"/>
                  </a:moveTo>
                  <a:lnTo>
                    <a:pt x="55" y="15"/>
                  </a:lnTo>
                  <a:lnTo>
                    <a:pt x="55" y="112"/>
                  </a:lnTo>
                  <a:lnTo>
                    <a:pt x="35" y="112"/>
                  </a:lnTo>
                  <a:lnTo>
                    <a:pt x="35" y="15"/>
                  </a:lnTo>
                  <a:lnTo>
                    <a:pt x="0" y="15"/>
                  </a:lnTo>
                  <a:lnTo>
                    <a:pt x="0" y="0"/>
                  </a:lnTo>
                  <a:lnTo>
                    <a:pt x="88" y="0"/>
                  </a:lnTo>
                  <a:lnTo>
                    <a:pt x="88" y="1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 name="Rectangle 42"/>
            <p:cNvSpPr>
              <a:spLocks noChangeArrowheads="1"/>
            </p:cNvSpPr>
            <p:nvPr userDrawn="1"/>
          </p:nvSpPr>
          <p:spPr bwMode="auto">
            <a:xfrm>
              <a:off x="3448" y="2467"/>
              <a:ext cx="22"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 name="Freeform 43"/>
            <p:cNvSpPr>
              <a:spLocks noEditPoints="1"/>
            </p:cNvSpPr>
            <p:nvPr userDrawn="1"/>
          </p:nvSpPr>
          <p:spPr bwMode="auto">
            <a:xfrm>
              <a:off x="3501"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9"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 name="Freeform 44"/>
            <p:cNvSpPr>
              <a:spLocks/>
            </p:cNvSpPr>
            <p:nvPr userDrawn="1"/>
          </p:nvSpPr>
          <p:spPr bwMode="auto">
            <a:xfrm>
              <a:off x="3629" y="2467"/>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2 h 75"/>
                <a:gd name="T22" fmla="*/ 22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4"/>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4" y="0"/>
                    <a:pt x="17" y="1"/>
                    <a:pt x="18" y="2"/>
                  </a:cubicBezTo>
                  <a:cubicBezTo>
                    <a:pt x="19" y="3"/>
                    <a:pt x="21" y="5"/>
                    <a:pt x="22"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 name="Freeform 45"/>
            <p:cNvSpPr>
              <a:spLocks/>
            </p:cNvSpPr>
            <p:nvPr userDrawn="1"/>
          </p:nvSpPr>
          <p:spPr bwMode="auto">
            <a:xfrm>
              <a:off x="2023" y="2726"/>
              <a:ext cx="98" cy="114"/>
            </a:xfrm>
            <a:custGeom>
              <a:avLst/>
              <a:gdLst>
                <a:gd name="T0" fmla="*/ 65 w 65"/>
                <a:gd name="T1" fmla="*/ 57 h 75"/>
                <a:gd name="T2" fmla="*/ 60 w 65"/>
                <a:gd name="T3" fmla="*/ 70 h 75"/>
                <a:gd name="T4" fmla="*/ 45 w 65"/>
                <a:gd name="T5" fmla="*/ 75 h 75"/>
                <a:gd name="T6" fmla="*/ 22 w 65"/>
                <a:gd name="T7" fmla="*/ 75 h 75"/>
                <a:gd name="T8" fmla="*/ 5 w 65"/>
                <a:gd name="T9" fmla="*/ 70 h 75"/>
                <a:gd name="T10" fmla="*/ 0 w 65"/>
                <a:gd name="T11" fmla="*/ 63 h 75"/>
                <a:gd name="T12" fmla="*/ 0 w 65"/>
                <a:gd name="T13" fmla="*/ 55 h 75"/>
                <a:gd name="T14" fmla="*/ 0 w 65"/>
                <a:gd name="T15" fmla="*/ 18 h 75"/>
                <a:gd name="T16" fmla="*/ 1 w 65"/>
                <a:gd name="T17" fmla="*/ 10 h 75"/>
                <a:gd name="T18" fmla="*/ 6 w 65"/>
                <a:gd name="T19" fmla="*/ 4 h 75"/>
                <a:gd name="T20" fmla="*/ 22 w 65"/>
                <a:gd name="T21" fmla="*/ 0 h 75"/>
                <a:gd name="T22" fmla="*/ 60 w 65"/>
                <a:gd name="T23" fmla="*/ 0 h 75"/>
                <a:gd name="T24" fmla="*/ 60 w 65"/>
                <a:gd name="T25" fmla="*/ 11 h 75"/>
                <a:gd name="T26" fmla="*/ 24 w 65"/>
                <a:gd name="T27" fmla="*/ 11 h 75"/>
                <a:gd name="T28" fmla="*/ 16 w 65"/>
                <a:gd name="T29" fmla="*/ 13 h 75"/>
                <a:gd name="T30" fmla="*/ 13 w 65"/>
                <a:gd name="T31" fmla="*/ 20 h 75"/>
                <a:gd name="T32" fmla="*/ 13 w 65"/>
                <a:gd name="T33" fmla="*/ 55 h 75"/>
                <a:gd name="T34" fmla="*/ 16 w 65"/>
                <a:gd name="T35" fmla="*/ 62 h 75"/>
                <a:gd name="T36" fmla="*/ 24 w 65"/>
                <a:gd name="T37" fmla="*/ 64 h 75"/>
                <a:gd name="T38" fmla="*/ 41 w 65"/>
                <a:gd name="T39" fmla="*/ 64 h 75"/>
                <a:gd name="T40" fmla="*/ 51 w 65"/>
                <a:gd name="T41" fmla="*/ 55 h 75"/>
                <a:gd name="T42" fmla="*/ 51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3" y="67"/>
                    <a:pt x="60" y="70"/>
                  </a:cubicBezTo>
                  <a:cubicBezTo>
                    <a:pt x="56" y="73"/>
                    <a:pt x="51" y="75"/>
                    <a:pt x="45" y="75"/>
                  </a:cubicBezTo>
                  <a:cubicBezTo>
                    <a:pt x="22" y="75"/>
                    <a:pt x="22" y="75"/>
                    <a:pt x="22" y="75"/>
                  </a:cubicBezTo>
                  <a:cubicBezTo>
                    <a:pt x="15" y="75"/>
                    <a:pt x="9" y="73"/>
                    <a:pt x="5" y="70"/>
                  </a:cubicBezTo>
                  <a:cubicBezTo>
                    <a:pt x="3" y="68"/>
                    <a:pt x="1" y="66"/>
                    <a:pt x="0" y="63"/>
                  </a:cubicBezTo>
                  <a:cubicBezTo>
                    <a:pt x="0" y="62"/>
                    <a:pt x="0" y="59"/>
                    <a:pt x="0" y="55"/>
                  </a:cubicBezTo>
                  <a:cubicBezTo>
                    <a:pt x="0" y="18"/>
                    <a:pt x="0" y="18"/>
                    <a:pt x="0" y="18"/>
                  </a:cubicBezTo>
                  <a:cubicBezTo>
                    <a:pt x="0" y="15"/>
                    <a:pt x="0" y="12"/>
                    <a:pt x="1" y="10"/>
                  </a:cubicBezTo>
                  <a:cubicBezTo>
                    <a:pt x="2" y="8"/>
                    <a:pt x="4" y="6"/>
                    <a:pt x="6" y="4"/>
                  </a:cubicBezTo>
                  <a:cubicBezTo>
                    <a:pt x="10" y="2"/>
                    <a:pt x="15" y="0"/>
                    <a:pt x="22" y="0"/>
                  </a:cubicBezTo>
                  <a:cubicBezTo>
                    <a:pt x="60" y="0"/>
                    <a:pt x="60" y="0"/>
                    <a:pt x="60" y="0"/>
                  </a:cubicBezTo>
                  <a:cubicBezTo>
                    <a:pt x="60" y="11"/>
                    <a:pt x="60" y="11"/>
                    <a:pt x="60" y="11"/>
                  </a:cubicBezTo>
                  <a:cubicBezTo>
                    <a:pt x="24" y="11"/>
                    <a:pt x="24" y="11"/>
                    <a:pt x="24" y="11"/>
                  </a:cubicBezTo>
                  <a:cubicBezTo>
                    <a:pt x="20" y="11"/>
                    <a:pt x="17" y="12"/>
                    <a:pt x="16" y="13"/>
                  </a:cubicBezTo>
                  <a:cubicBezTo>
                    <a:pt x="14" y="14"/>
                    <a:pt x="13" y="16"/>
                    <a:pt x="13" y="20"/>
                  </a:cubicBezTo>
                  <a:cubicBezTo>
                    <a:pt x="13" y="55"/>
                    <a:pt x="13" y="55"/>
                    <a:pt x="13" y="55"/>
                  </a:cubicBezTo>
                  <a:cubicBezTo>
                    <a:pt x="13" y="58"/>
                    <a:pt x="14" y="61"/>
                    <a:pt x="16" y="62"/>
                  </a:cubicBezTo>
                  <a:cubicBezTo>
                    <a:pt x="18" y="63"/>
                    <a:pt x="20" y="64"/>
                    <a:pt x="24" y="64"/>
                  </a:cubicBezTo>
                  <a:cubicBezTo>
                    <a:pt x="41" y="64"/>
                    <a:pt x="41" y="64"/>
                    <a:pt x="41" y="64"/>
                  </a:cubicBezTo>
                  <a:cubicBezTo>
                    <a:pt x="48" y="64"/>
                    <a:pt x="51" y="61"/>
                    <a:pt x="51" y="55"/>
                  </a:cubicBezTo>
                  <a:cubicBezTo>
                    <a:pt x="51" y="34"/>
                    <a:pt x="51" y="34"/>
                    <a:pt x="51"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 name="Freeform 46"/>
            <p:cNvSpPr>
              <a:spLocks noEditPoints="1"/>
            </p:cNvSpPr>
            <p:nvPr userDrawn="1"/>
          </p:nvSpPr>
          <p:spPr bwMode="auto">
            <a:xfrm>
              <a:off x="2179" y="2698"/>
              <a:ext cx="89" cy="142"/>
            </a:xfrm>
            <a:custGeom>
              <a:avLst/>
              <a:gdLst>
                <a:gd name="T0" fmla="*/ 59 w 59"/>
                <a:gd name="T1" fmla="*/ 94 h 94"/>
                <a:gd name="T2" fmla="*/ 21 w 59"/>
                <a:gd name="T3" fmla="*/ 94 h 94"/>
                <a:gd name="T4" fmla="*/ 6 w 59"/>
                <a:gd name="T5" fmla="*/ 90 h 94"/>
                <a:gd name="T6" fmla="*/ 0 w 59"/>
                <a:gd name="T7" fmla="*/ 78 h 94"/>
                <a:gd name="T8" fmla="*/ 0 w 59"/>
                <a:gd name="T9" fmla="*/ 36 h 94"/>
                <a:gd name="T10" fmla="*/ 5 w 59"/>
                <a:gd name="T11" fmla="*/ 24 h 94"/>
                <a:gd name="T12" fmla="*/ 20 w 59"/>
                <a:gd name="T13" fmla="*/ 19 h 94"/>
                <a:gd name="T14" fmla="*/ 59 w 59"/>
                <a:gd name="T15" fmla="*/ 19 h 94"/>
                <a:gd name="T16" fmla="*/ 59 w 59"/>
                <a:gd name="T17" fmla="*/ 30 h 94"/>
                <a:gd name="T18" fmla="*/ 24 w 59"/>
                <a:gd name="T19" fmla="*/ 30 h 94"/>
                <a:gd name="T20" fmla="*/ 13 w 59"/>
                <a:gd name="T21" fmla="*/ 39 h 94"/>
                <a:gd name="T22" fmla="*/ 13 w 59"/>
                <a:gd name="T23" fmla="*/ 51 h 94"/>
                <a:gd name="T24" fmla="*/ 59 w 59"/>
                <a:gd name="T25" fmla="*/ 51 h 94"/>
                <a:gd name="T26" fmla="*/ 59 w 59"/>
                <a:gd name="T27" fmla="*/ 62 h 94"/>
                <a:gd name="T28" fmla="*/ 13 w 59"/>
                <a:gd name="T29" fmla="*/ 62 h 94"/>
                <a:gd name="T30" fmla="*/ 13 w 59"/>
                <a:gd name="T31" fmla="*/ 74 h 94"/>
                <a:gd name="T32" fmla="*/ 24 w 59"/>
                <a:gd name="T33" fmla="*/ 83 h 94"/>
                <a:gd name="T34" fmla="*/ 59 w 59"/>
                <a:gd name="T35" fmla="*/ 83 h 94"/>
                <a:gd name="T36" fmla="*/ 59 w 59"/>
                <a:gd name="T37" fmla="*/ 94 h 94"/>
                <a:gd name="T38" fmla="*/ 44 w 59"/>
                <a:gd name="T39" fmla="*/ 0 h 94"/>
                <a:gd name="T40" fmla="*/ 34 w 59"/>
                <a:gd name="T41" fmla="*/ 13 h 94"/>
                <a:gd name="T42" fmla="*/ 24 w 59"/>
                <a:gd name="T43" fmla="*/ 13 h 94"/>
                <a:gd name="T44" fmla="*/ 33 w 59"/>
                <a:gd name="T45" fmla="*/ 0 h 94"/>
                <a:gd name="T46" fmla="*/ 44 w 59"/>
                <a:gd name="T4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4">
                  <a:moveTo>
                    <a:pt x="59" y="94"/>
                  </a:moveTo>
                  <a:cubicBezTo>
                    <a:pt x="21" y="94"/>
                    <a:pt x="21" y="94"/>
                    <a:pt x="21" y="94"/>
                  </a:cubicBezTo>
                  <a:cubicBezTo>
                    <a:pt x="14" y="94"/>
                    <a:pt x="9" y="92"/>
                    <a:pt x="6" y="90"/>
                  </a:cubicBezTo>
                  <a:cubicBezTo>
                    <a:pt x="2" y="87"/>
                    <a:pt x="0" y="83"/>
                    <a:pt x="0" y="78"/>
                  </a:cubicBezTo>
                  <a:cubicBezTo>
                    <a:pt x="0" y="36"/>
                    <a:pt x="0" y="36"/>
                    <a:pt x="0" y="36"/>
                  </a:cubicBezTo>
                  <a:cubicBezTo>
                    <a:pt x="0" y="31"/>
                    <a:pt x="1" y="27"/>
                    <a:pt x="5" y="24"/>
                  </a:cubicBezTo>
                  <a:cubicBezTo>
                    <a:pt x="8" y="21"/>
                    <a:pt x="13" y="19"/>
                    <a:pt x="20" y="19"/>
                  </a:cubicBezTo>
                  <a:cubicBezTo>
                    <a:pt x="59" y="19"/>
                    <a:pt x="59" y="19"/>
                    <a:pt x="59" y="19"/>
                  </a:cubicBezTo>
                  <a:cubicBezTo>
                    <a:pt x="59" y="30"/>
                    <a:pt x="59" y="30"/>
                    <a:pt x="59" y="30"/>
                  </a:cubicBezTo>
                  <a:cubicBezTo>
                    <a:pt x="24" y="30"/>
                    <a:pt x="24" y="30"/>
                    <a:pt x="24" y="30"/>
                  </a:cubicBezTo>
                  <a:cubicBezTo>
                    <a:pt x="17" y="30"/>
                    <a:pt x="13" y="33"/>
                    <a:pt x="13" y="39"/>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3"/>
                    <a:pt x="24" y="83"/>
                  </a:cubicBezTo>
                  <a:cubicBezTo>
                    <a:pt x="59" y="83"/>
                    <a:pt x="59" y="83"/>
                    <a:pt x="59" y="83"/>
                  </a:cubicBezTo>
                  <a:lnTo>
                    <a:pt x="59" y="94"/>
                  </a:lnTo>
                  <a:close/>
                  <a:moveTo>
                    <a:pt x="44" y="0"/>
                  </a:moveTo>
                  <a:cubicBezTo>
                    <a:pt x="34" y="13"/>
                    <a:pt x="34" y="13"/>
                    <a:pt x="34" y="13"/>
                  </a:cubicBezTo>
                  <a:cubicBezTo>
                    <a:pt x="24" y="13"/>
                    <a:pt x="24" y="13"/>
                    <a:pt x="24" y="13"/>
                  </a:cubicBezTo>
                  <a:cubicBezTo>
                    <a:pt x="33" y="0"/>
                    <a:pt x="33" y="0"/>
                    <a:pt x="33" y="0"/>
                  </a:cubicBezTo>
                  <a:lnTo>
                    <a:pt x="44" y="0"/>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 name="Freeform 47"/>
            <p:cNvSpPr>
              <a:spLocks noEditPoints="1"/>
            </p:cNvSpPr>
            <p:nvPr userDrawn="1"/>
          </p:nvSpPr>
          <p:spPr bwMode="auto">
            <a:xfrm>
              <a:off x="2322" y="2726"/>
              <a:ext cx="97" cy="114"/>
            </a:xfrm>
            <a:custGeom>
              <a:avLst/>
              <a:gdLst>
                <a:gd name="T0" fmla="*/ 64 w 64"/>
                <a:gd name="T1" fmla="*/ 58 h 75"/>
                <a:gd name="T2" fmla="*/ 42 w 64"/>
                <a:gd name="T3" fmla="*/ 75 h 75"/>
                <a:gd name="T4" fmla="*/ 22 w 64"/>
                <a:gd name="T5" fmla="*/ 75 h 75"/>
                <a:gd name="T6" fmla="*/ 7 w 64"/>
                <a:gd name="T7" fmla="*/ 71 h 75"/>
                <a:gd name="T8" fmla="*/ 0 w 64"/>
                <a:gd name="T9" fmla="*/ 58 h 75"/>
                <a:gd name="T10" fmla="*/ 0 w 64"/>
                <a:gd name="T11" fmla="*/ 17 h 75"/>
                <a:gd name="T12" fmla="*/ 7 w 64"/>
                <a:gd name="T13" fmla="*/ 4 h 75"/>
                <a:gd name="T14" fmla="*/ 22 w 64"/>
                <a:gd name="T15" fmla="*/ 0 h 75"/>
                <a:gd name="T16" fmla="*/ 43 w 64"/>
                <a:gd name="T17" fmla="*/ 0 h 75"/>
                <a:gd name="T18" fmla="*/ 64 w 64"/>
                <a:gd name="T19" fmla="*/ 17 h 75"/>
                <a:gd name="T20" fmla="*/ 64 w 64"/>
                <a:gd name="T21" fmla="*/ 58 h 75"/>
                <a:gd name="T22" fmla="*/ 51 w 64"/>
                <a:gd name="T23" fmla="*/ 55 h 75"/>
                <a:gd name="T24" fmla="*/ 51 w 64"/>
                <a:gd name="T25" fmla="*/ 21 h 75"/>
                <a:gd name="T26" fmla="*/ 48 w 64"/>
                <a:gd name="T27" fmla="*/ 13 h 75"/>
                <a:gd name="T28" fmla="*/ 39 w 64"/>
                <a:gd name="T29" fmla="*/ 11 h 75"/>
                <a:gd name="T30" fmla="*/ 26 w 64"/>
                <a:gd name="T31" fmla="*/ 11 h 75"/>
                <a:gd name="T32" fmla="*/ 16 w 64"/>
                <a:gd name="T33" fmla="*/ 13 h 75"/>
                <a:gd name="T34" fmla="*/ 14 w 64"/>
                <a:gd name="T35" fmla="*/ 21 h 75"/>
                <a:gd name="T36" fmla="*/ 14 w 64"/>
                <a:gd name="T37" fmla="*/ 55 h 75"/>
                <a:gd name="T38" fmla="*/ 17 w 64"/>
                <a:gd name="T39" fmla="*/ 62 h 75"/>
                <a:gd name="T40" fmla="*/ 26 w 64"/>
                <a:gd name="T41" fmla="*/ 64 h 75"/>
                <a:gd name="T42" fmla="*/ 39 w 64"/>
                <a:gd name="T43" fmla="*/ 64 h 75"/>
                <a:gd name="T44" fmla="*/ 48 w 64"/>
                <a:gd name="T45" fmla="*/ 62 h 75"/>
                <a:gd name="T46" fmla="*/ 51 w 64"/>
                <a:gd name="T47"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5">
                  <a:moveTo>
                    <a:pt x="64" y="58"/>
                  </a:moveTo>
                  <a:cubicBezTo>
                    <a:pt x="64" y="69"/>
                    <a:pt x="57" y="75"/>
                    <a:pt x="42" y="75"/>
                  </a:cubicBezTo>
                  <a:cubicBezTo>
                    <a:pt x="22" y="75"/>
                    <a:pt x="22" y="75"/>
                    <a:pt x="22" y="75"/>
                  </a:cubicBezTo>
                  <a:cubicBezTo>
                    <a:pt x="15" y="75"/>
                    <a:pt x="10" y="73"/>
                    <a:pt x="7" y="71"/>
                  </a:cubicBezTo>
                  <a:cubicBezTo>
                    <a:pt x="3" y="68"/>
                    <a:pt x="0" y="64"/>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8"/>
                  </a:lnTo>
                  <a:close/>
                  <a:moveTo>
                    <a:pt x="51" y="55"/>
                  </a:moveTo>
                  <a:cubicBezTo>
                    <a:pt x="51" y="21"/>
                    <a:pt x="51" y="21"/>
                    <a:pt x="51" y="21"/>
                  </a:cubicBezTo>
                  <a:cubicBezTo>
                    <a:pt x="51" y="17"/>
                    <a:pt x="50" y="15"/>
                    <a:pt x="48" y="13"/>
                  </a:cubicBezTo>
                  <a:cubicBezTo>
                    <a:pt x="47" y="12"/>
                    <a:pt x="44" y="11"/>
                    <a:pt x="39" y="11"/>
                  </a:cubicBezTo>
                  <a:cubicBezTo>
                    <a:pt x="26" y="11"/>
                    <a:pt x="26" y="11"/>
                    <a:pt x="26" y="11"/>
                  </a:cubicBezTo>
                  <a:cubicBezTo>
                    <a:pt x="21" y="11"/>
                    <a:pt x="18" y="12"/>
                    <a:pt x="16" y="13"/>
                  </a:cubicBezTo>
                  <a:cubicBezTo>
                    <a:pt x="15" y="15"/>
                    <a:pt x="14" y="17"/>
                    <a:pt x="14" y="21"/>
                  </a:cubicBezTo>
                  <a:cubicBezTo>
                    <a:pt x="14" y="55"/>
                    <a:pt x="14" y="55"/>
                    <a:pt x="14" y="55"/>
                  </a:cubicBezTo>
                  <a:cubicBezTo>
                    <a:pt x="14" y="58"/>
                    <a:pt x="15" y="60"/>
                    <a:pt x="17" y="62"/>
                  </a:cubicBezTo>
                  <a:cubicBezTo>
                    <a:pt x="18" y="63"/>
                    <a:pt x="21" y="64"/>
                    <a:pt x="26" y="64"/>
                  </a:cubicBezTo>
                  <a:cubicBezTo>
                    <a:pt x="39" y="64"/>
                    <a:pt x="39" y="64"/>
                    <a:pt x="39" y="64"/>
                  </a:cubicBezTo>
                  <a:cubicBezTo>
                    <a:pt x="44" y="64"/>
                    <a:pt x="47"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 name="Freeform 48"/>
            <p:cNvSpPr>
              <a:spLocks/>
            </p:cNvSpPr>
            <p:nvPr userDrawn="1"/>
          </p:nvSpPr>
          <p:spPr bwMode="auto">
            <a:xfrm>
              <a:off x="2476" y="2726"/>
              <a:ext cx="98" cy="114"/>
            </a:xfrm>
            <a:custGeom>
              <a:avLst/>
              <a:gdLst>
                <a:gd name="T0" fmla="*/ 65 w 65"/>
                <a:gd name="T1" fmla="*/ 57 h 75"/>
                <a:gd name="T2" fmla="*/ 60 w 65"/>
                <a:gd name="T3" fmla="*/ 70 h 75"/>
                <a:gd name="T4" fmla="*/ 45 w 65"/>
                <a:gd name="T5" fmla="*/ 75 h 75"/>
                <a:gd name="T6" fmla="*/ 22 w 65"/>
                <a:gd name="T7" fmla="*/ 75 h 75"/>
                <a:gd name="T8" fmla="*/ 6 w 65"/>
                <a:gd name="T9" fmla="*/ 70 h 75"/>
                <a:gd name="T10" fmla="*/ 1 w 65"/>
                <a:gd name="T11" fmla="*/ 63 h 75"/>
                <a:gd name="T12" fmla="*/ 0 w 65"/>
                <a:gd name="T13" fmla="*/ 55 h 75"/>
                <a:gd name="T14" fmla="*/ 0 w 65"/>
                <a:gd name="T15" fmla="*/ 18 h 75"/>
                <a:gd name="T16" fmla="*/ 1 w 65"/>
                <a:gd name="T17" fmla="*/ 10 h 75"/>
                <a:gd name="T18" fmla="*/ 7 w 65"/>
                <a:gd name="T19" fmla="*/ 4 h 75"/>
                <a:gd name="T20" fmla="*/ 22 w 65"/>
                <a:gd name="T21" fmla="*/ 0 h 75"/>
                <a:gd name="T22" fmla="*/ 60 w 65"/>
                <a:gd name="T23" fmla="*/ 0 h 75"/>
                <a:gd name="T24" fmla="*/ 60 w 65"/>
                <a:gd name="T25" fmla="*/ 11 h 75"/>
                <a:gd name="T26" fmla="*/ 25 w 65"/>
                <a:gd name="T27" fmla="*/ 11 h 75"/>
                <a:gd name="T28" fmla="*/ 16 w 65"/>
                <a:gd name="T29" fmla="*/ 13 h 75"/>
                <a:gd name="T30" fmla="*/ 14 w 65"/>
                <a:gd name="T31" fmla="*/ 20 h 75"/>
                <a:gd name="T32" fmla="*/ 14 w 65"/>
                <a:gd name="T33" fmla="*/ 55 h 75"/>
                <a:gd name="T34" fmla="*/ 17 w 65"/>
                <a:gd name="T35" fmla="*/ 62 h 75"/>
                <a:gd name="T36" fmla="*/ 25 w 65"/>
                <a:gd name="T37" fmla="*/ 64 h 75"/>
                <a:gd name="T38" fmla="*/ 42 w 65"/>
                <a:gd name="T39" fmla="*/ 64 h 75"/>
                <a:gd name="T40" fmla="*/ 52 w 65"/>
                <a:gd name="T41" fmla="*/ 55 h 75"/>
                <a:gd name="T42" fmla="*/ 52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4" y="67"/>
                    <a:pt x="60" y="70"/>
                  </a:cubicBezTo>
                  <a:cubicBezTo>
                    <a:pt x="57" y="73"/>
                    <a:pt x="52" y="75"/>
                    <a:pt x="45" y="75"/>
                  </a:cubicBezTo>
                  <a:cubicBezTo>
                    <a:pt x="22" y="75"/>
                    <a:pt x="22" y="75"/>
                    <a:pt x="22" y="75"/>
                  </a:cubicBezTo>
                  <a:cubicBezTo>
                    <a:pt x="15" y="75"/>
                    <a:pt x="10" y="73"/>
                    <a:pt x="6" y="70"/>
                  </a:cubicBezTo>
                  <a:cubicBezTo>
                    <a:pt x="4" y="68"/>
                    <a:pt x="2" y="66"/>
                    <a:pt x="1" y="63"/>
                  </a:cubicBezTo>
                  <a:cubicBezTo>
                    <a:pt x="1" y="62"/>
                    <a:pt x="0" y="59"/>
                    <a:pt x="0" y="55"/>
                  </a:cubicBezTo>
                  <a:cubicBezTo>
                    <a:pt x="0" y="18"/>
                    <a:pt x="0" y="18"/>
                    <a:pt x="0" y="18"/>
                  </a:cubicBezTo>
                  <a:cubicBezTo>
                    <a:pt x="0" y="15"/>
                    <a:pt x="1" y="12"/>
                    <a:pt x="1" y="10"/>
                  </a:cubicBezTo>
                  <a:cubicBezTo>
                    <a:pt x="2" y="8"/>
                    <a:pt x="4" y="6"/>
                    <a:pt x="7" y="4"/>
                  </a:cubicBezTo>
                  <a:cubicBezTo>
                    <a:pt x="11" y="2"/>
                    <a:pt x="16" y="0"/>
                    <a:pt x="22" y="0"/>
                  </a:cubicBezTo>
                  <a:cubicBezTo>
                    <a:pt x="60" y="0"/>
                    <a:pt x="60" y="0"/>
                    <a:pt x="60" y="0"/>
                  </a:cubicBezTo>
                  <a:cubicBezTo>
                    <a:pt x="60" y="11"/>
                    <a:pt x="60" y="11"/>
                    <a:pt x="60" y="11"/>
                  </a:cubicBezTo>
                  <a:cubicBezTo>
                    <a:pt x="25" y="11"/>
                    <a:pt x="25" y="11"/>
                    <a:pt x="25" y="11"/>
                  </a:cubicBezTo>
                  <a:cubicBezTo>
                    <a:pt x="21" y="11"/>
                    <a:pt x="18" y="12"/>
                    <a:pt x="16" y="13"/>
                  </a:cubicBezTo>
                  <a:cubicBezTo>
                    <a:pt x="15" y="14"/>
                    <a:pt x="14" y="16"/>
                    <a:pt x="14" y="20"/>
                  </a:cubicBezTo>
                  <a:cubicBezTo>
                    <a:pt x="14" y="55"/>
                    <a:pt x="14" y="55"/>
                    <a:pt x="14" y="55"/>
                  </a:cubicBezTo>
                  <a:cubicBezTo>
                    <a:pt x="14" y="58"/>
                    <a:pt x="15" y="61"/>
                    <a:pt x="17" y="62"/>
                  </a:cubicBezTo>
                  <a:cubicBezTo>
                    <a:pt x="18" y="63"/>
                    <a:pt x="21" y="64"/>
                    <a:pt x="25" y="64"/>
                  </a:cubicBezTo>
                  <a:cubicBezTo>
                    <a:pt x="42" y="64"/>
                    <a:pt x="42" y="64"/>
                    <a:pt x="42" y="64"/>
                  </a:cubicBezTo>
                  <a:cubicBezTo>
                    <a:pt x="49" y="64"/>
                    <a:pt x="52" y="61"/>
                    <a:pt x="52" y="55"/>
                  </a:cubicBezTo>
                  <a:cubicBezTo>
                    <a:pt x="52" y="34"/>
                    <a:pt x="52" y="34"/>
                    <a:pt x="52"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 name="Freeform 49"/>
            <p:cNvSpPr>
              <a:spLocks/>
            </p:cNvSpPr>
            <p:nvPr userDrawn="1"/>
          </p:nvSpPr>
          <p:spPr bwMode="auto">
            <a:xfrm>
              <a:off x="2631" y="2728"/>
              <a:ext cx="98" cy="112"/>
            </a:xfrm>
            <a:custGeom>
              <a:avLst/>
              <a:gdLst>
                <a:gd name="T0" fmla="*/ 65 w 65"/>
                <a:gd name="T1" fmla="*/ 74 h 74"/>
                <a:gd name="T2" fmla="*/ 49 w 65"/>
                <a:gd name="T3" fmla="*/ 74 h 74"/>
                <a:gd name="T4" fmla="*/ 16 w 65"/>
                <a:gd name="T5" fmla="*/ 45 h 74"/>
                <a:gd name="T6" fmla="*/ 15 w 65"/>
                <a:gd name="T7" fmla="*/ 40 h 74"/>
                <a:gd name="T8" fmla="*/ 23 w 65"/>
                <a:gd name="T9" fmla="*/ 34 h 74"/>
                <a:gd name="T10" fmla="*/ 42 w 65"/>
                <a:gd name="T11" fmla="*/ 34 h 74"/>
                <a:gd name="T12" fmla="*/ 52 w 65"/>
                <a:gd name="T13" fmla="*/ 27 h 74"/>
                <a:gd name="T14" fmla="*/ 52 w 65"/>
                <a:gd name="T15" fmla="*/ 18 h 74"/>
                <a:gd name="T16" fmla="*/ 41 w 65"/>
                <a:gd name="T17" fmla="*/ 10 h 74"/>
                <a:gd name="T18" fmla="*/ 14 w 65"/>
                <a:gd name="T19" fmla="*/ 10 h 74"/>
                <a:gd name="T20" fmla="*/ 14 w 65"/>
                <a:gd name="T21" fmla="*/ 74 h 74"/>
                <a:gd name="T22" fmla="*/ 0 w 65"/>
                <a:gd name="T23" fmla="*/ 74 h 74"/>
                <a:gd name="T24" fmla="*/ 0 w 65"/>
                <a:gd name="T25" fmla="*/ 0 h 74"/>
                <a:gd name="T26" fmla="*/ 45 w 65"/>
                <a:gd name="T27" fmla="*/ 0 h 74"/>
                <a:gd name="T28" fmla="*/ 65 w 65"/>
                <a:gd name="T29" fmla="*/ 15 h 74"/>
                <a:gd name="T30" fmla="*/ 65 w 65"/>
                <a:gd name="T31" fmla="*/ 28 h 74"/>
                <a:gd name="T32" fmla="*/ 60 w 65"/>
                <a:gd name="T33" fmla="*/ 39 h 74"/>
                <a:gd name="T34" fmla="*/ 46 w 65"/>
                <a:gd name="T35" fmla="*/ 43 h 74"/>
                <a:gd name="T36" fmla="*/ 31 w 65"/>
                <a:gd name="T37" fmla="*/ 43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5"/>
                    <a:pt x="16" y="45"/>
                    <a:pt x="16" y="45"/>
                  </a:cubicBezTo>
                  <a:cubicBezTo>
                    <a:pt x="15" y="44"/>
                    <a:pt x="15" y="43"/>
                    <a:pt x="15" y="40"/>
                  </a:cubicBezTo>
                  <a:cubicBezTo>
                    <a:pt x="15" y="36"/>
                    <a:pt x="17" y="34"/>
                    <a:pt x="23" y="34"/>
                  </a:cubicBezTo>
                  <a:cubicBezTo>
                    <a:pt x="42" y="34"/>
                    <a:pt x="42" y="34"/>
                    <a:pt x="42" y="34"/>
                  </a:cubicBezTo>
                  <a:cubicBezTo>
                    <a:pt x="49" y="34"/>
                    <a:pt x="52" y="32"/>
                    <a:pt x="52" y="27"/>
                  </a:cubicBezTo>
                  <a:cubicBezTo>
                    <a:pt x="52" y="18"/>
                    <a:pt x="52" y="18"/>
                    <a:pt x="52" y="18"/>
                  </a:cubicBezTo>
                  <a:cubicBezTo>
                    <a:pt x="52" y="13"/>
                    <a:pt x="48" y="10"/>
                    <a:pt x="41" y="10"/>
                  </a:cubicBezTo>
                  <a:cubicBezTo>
                    <a:pt x="14" y="10"/>
                    <a:pt x="14" y="10"/>
                    <a:pt x="14" y="10"/>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5"/>
                  </a:cubicBezTo>
                  <a:cubicBezTo>
                    <a:pt x="65" y="28"/>
                    <a:pt x="65" y="28"/>
                    <a:pt x="65" y="28"/>
                  </a:cubicBezTo>
                  <a:cubicBezTo>
                    <a:pt x="65" y="33"/>
                    <a:pt x="63" y="36"/>
                    <a:pt x="60" y="39"/>
                  </a:cubicBezTo>
                  <a:cubicBezTo>
                    <a:pt x="56" y="42"/>
                    <a:pt x="52" y="43"/>
                    <a:pt x="46" y="43"/>
                  </a:cubicBezTo>
                  <a:cubicBezTo>
                    <a:pt x="31" y="43"/>
                    <a:pt x="31" y="43"/>
                    <a:pt x="31" y="43"/>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 name="Freeform 50"/>
            <p:cNvSpPr>
              <a:spLocks noEditPoints="1"/>
            </p:cNvSpPr>
            <p:nvPr userDrawn="1"/>
          </p:nvSpPr>
          <p:spPr bwMode="auto">
            <a:xfrm>
              <a:off x="2773" y="2728"/>
              <a:ext cx="121" cy="112"/>
            </a:xfrm>
            <a:custGeom>
              <a:avLst/>
              <a:gdLst>
                <a:gd name="T0" fmla="*/ 80 w 80"/>
                <a:gd name="T1" fmla="*/ 74 h 74"/>
                <a:gd name="T2" fmla="*/ 66 w 80"/>
                <a:gd name="T3" fmla="*/ 74 h 74"/>
                <a:gd name="T4" fmla="*/ 58 w 80"/>
                <a:gd name="T5" fmla="*/ 55 h 74"/>
                <a:gd name="T6" fmla="*/ 22 w 80"/>
                <a:gd name="T7" fmla="*/ 55 h 74"/>
                <a:gd name="T8" fmla="*/ 14 w 80"/>
                <a:gd name="T9" fmla="*/ 74 h 74"/>
                <a:gd name="T10" fmla="*/ 0 w 80"/>
                <a:gd name="T11" fmla="*/ 74 h 74"/>
                <a:gd name="T12" fmla="*/ 29 w 80"/>
                <a:gd name="T13" fmla="*/ 6 h 74"/>
                <a:gd name="T14" fmla="*/ 40 w 80"/>
                <a:gd name="T15" fmla="*/ 0 h 74"/>
                <a:gd name="T16" fmla="*/ 50 w 80"/>
                <a:gd name="T17" fmla="*/ 6 h 74"/>
                <a:gd name="T18" fmla="*/ 80 w 80"/>
                <a:gd name="T19" fmla="*/ 74 h 74"/>
                <a:gd name="T20" fmla="*/ 54 w 80"/>
                <a:gd name="T21" fmla="*/ 45 h 74"/>
                <a:gd name="T22" fmla="*/ 39 w 80"/>
                <a:gd name="T23" fmla="*/ 12 h 74"/>
                <a:gd name="T24" fmla="*/ 26 w 80"/>
                <a:gd name="T25" fmla="*/ 45 h 74"/>
                <a:gd name="T26" fmla="*/ 54 w 80"/>
                <a:gd name="T27" fmla="*/ 4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5"/>
                    <a:pt x="58" y="55"/>
                    <a:pt x="58" y="55"/>
                  </a:cubicBezTo>
                  <a:cubicBezTo>
                    <a:pt x="22" y="55"/>
                    <a:pt x="22" y="55"/>
                    <a:pt x="22" y="55"/>
                  </a:cubicBezTo>
                  <a:cubicBezTo>
                    <a:pt x="14" y="74"/>
                    <a:pt x="14" y="74"/>
                    <a:pt x="14" y="74"/>
                  </a:cubicBezTo>
                  <a:cubicBezTo>
                    <a:pt x="0" y="74"/>
                    <a:pt x="0" y="74"/>
                    <a:pt x="0" y="74"/>
                  </a:cubicBezTo>
                  <a:cubicBezTo>
                    <a:pt x="29" y="6"/>
                    <a:pt x="29" y="6"/>
                    <a:pt x="29" y="6"/>
                  </a:cubicBezTo>
                  <a:cubicBezTo>
                    <a:pt x="31" y="2"/>
                    <a:pt x="35" y="0"/>
                    <a:pt x="40" y="0"/>
                  </a:cubicBezTo>
                  <a:cubicBezTo>
                    <a:pt x="45" y="0"/>
                    <a:pt x="48" y="2"/>
                    <a:pt x="50" y="6"/>
                  </a:cubicBezTo>
                  <a:lnTo>
                    <a:pt x="80" y="74"/>
                  </a:lnTo>
                  <a:close/>
                  <a:moveTo>
                    <a:pt x="54" y="45"/>
                  </a:moveTo>
                  <a:cubicBezTo>
                    <a:pt x="39" y="12"/>
                    <a:pt x="39" y="12"/>
                    <a:pt x="39" y="12"/>
                  </a:cubicBezTo>
                  <a:cubicBezTo>
                    <a:pt x="26" y="45"/>
                    <a:pt x="26" y="45"/>
                    <a:pt x="26" y="45"/>
                  </a:cubicBezTo>
                  <a:lnTo>
                    <a:pt x="54" y="4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 name="Freeform 51"/>
            <p:cNvSpPr>
              <a:spLocks noEditPoints="1"/>
            </p:cNvSpPr>
            <p:nvPr userDrawn="1"/>
          </p:nvSpPr>
          <p:spPr bwMode="auto">
            <a:xfrm>
              <a:off x="2939" y="2726"/>
              <a:ext cx="99" cy="114"/>
            </a:xfrm>
            <a:custGeom>
              <a:avLst/>
              <a:gdLst>
                <a:gd name="T0" fmla="*/ 66 w 66"/>
                <a:gd name="T1" fmla="*/ 31 h 75"/>
                <a:gd name="T2" fmla="*/ 60 w 66"/>
                <a:gd name="T3" fmla="*/ 42 h 75"/>
                <a:gd name="T4" fmla="*/ 46 w 66"/>
                <a:gd name="T5" fmla="*/ 47 h 75"/>
                <a:gd name="T6" fmla="*/ 14 w 66"/>
                <a:gd name="T7" fmla="*/ 47 h 75"/>
                <a:gd name="T8" fmla="*/ 14 w 66"/>
                <a:gd name="T9" fmla="*/ 75 h 75"/>
                <a:gd name="T10" fmla="*/ 0 w 66"/>
                <a:gd name="T11" fmla="*/ 75 h 75"/>
                <a:gd name="T12" fmla="*/ 0 w 66"/>
                <a:gd name="T13" fmla="*/ 0 h 75"/>
                <a:gd name="T14" fmla="*/ 45 w 66"/>
                <a:gd name="T15" fmla="*/ 0 h 75"/>
                <a:gd name="T16" fmla="*/ 60 w 66"/>
                <a:gd name="T17" fmla="*/ 4 h 75"/>
                <a:gd name="T18" fmla="*/ 66 w 66"/>
                <a:gd name="T19" fmla="*/ 15 h 75"/>
                <a:gd name="T20" fmla="*/ 66 w 66"/>
                <a:gd name="T21" fmla="*/ 31 h 75"/>
                <a:gd name="T22" fmla="*/ 52 w 66"/>
                <a:gd name="T23" fmla="*/ 27 h 75"/>
                <a:gd name="T24" fmla="*/ 52 w 66"/>
                <a:gd name="T25" fmla="*/ 18 h 75"/>
                <a:gd name="T26" fmla="*/ 42 w 66"/>
                <a:gd name="T27" fmla="*/ 11 h 75"/>
                <a:gd name="T28" fmla="*/ 14 w 66"/>
                <a:gd name="T29" fmla="*/ 11 h 75"/>
                <a:gd name="T30" fmla="*/ 14 w 66"/>
                <a:gd name="T31" fmla="*/ 36 h 75"/>
                <a:gd name="T32" fmla="*/ 41 w 66"/>
                <a:gd name="T33" fmla="*/ 36 h 75"/>
                <a:gd name="T34" fmla="*/ 52 w 66"/>
                <a:gd name="T35" fmla="*/ 2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75">
                  <a:moveTo>
                    <a:pt x="66" y="31"/>
                  </a:moveTo>
                  <a:cubicBezTo>
                    <a:pt x="66" y="36"/>
                    <a:pt x="64" y="40"/>
                    <a:pt x="60" y="42"/>
                  </a:cubicBezTo>
                  <a:cubicBezTo>
                    <a:pt x="57" y="45"/>
                    <a:pt x="52" y="47"/>
                    <a:pt x="46" y="47"/>
                  </a:cubicBezTo>
                  <a:cubicBezTo>
                    <a:pt x="14" y="47"/>
                    <a:pt x="14" y="47"/>
                    <a:pt x="14" y="47"/>
                  </a:cubicBezTo>
                  <a:cubicBezTo>
                    <a:pt x="14" y="75"/>
                    <a:pt x="14" y="75"/>
                    <a:pt x="14" y="75"/>
                  </a:cubicBezTo>
                  <a:cubicBezTo>
                    <a:pt x="0" y="75"/>
                    <a:pt x="0" y="75"/>
                    <a:pt x="0" y="75"/>
                  </a:cubicBezTo>
                  <a:cubicBezTo>
                    <a:pt x="0" y="0"/>
                    <a:pt x="0" y="0"/>
                    <a:pt x="0" y="0"/>
                  </a:cubicBezTo>
                  <a:cubicBezTo>
                    <a:pt x="45" y="0"/>
                    <a:pt x="45" y="0"/>
                    <a:pt x="45" y="0"/>
                  </a:cubicBezTo>
                  <a:cubicBezTo>
                    <a:pt x="51" y="0"/>
                    <a:pt x="56" y="1"/>
                    <a:pt x="60" y="4"/>
                  </a:cubicBezTo>
                  <a:cubicBezTo>
                    <a:pt x="63" y="7"/>
                    <a:pt x="65" y="10"/>
                    <a:pt x="66" y="15"/>
                  </a:cubicBezTo>
                  <a:cubicBezTo>
                    <a:pt x="66" y="20"/>
                    <a:pt x="66" y="25"/>
                    <a:pt x="66" y="31"/>
                  </a:cubicBezTo>
                  <a:close/>
                  <a:moveTo>
                    <a:pt x="52" y="27"/>
                  </a:moveTo>
                  <a:cubicBezTo>
                    <a:pt x="52" y="18"/>
                    <a:pt x="52" y="18"/>
                    <a:pt x="52" y="18"/>
                  </a:cubicBezTo>
                  <a:cubicBezTo>
                    <a:pt x="52" y="14"/>
                    <a:pt x="49" y="11"/>
                    <a:pt x="42" y="11"/>
                  </a:cubicBezTo>
                  <a:cubicBezTo>
                    <a:pt x="14" y="11"/>
                    <a:pt x="14" y="11"/>
                    <a:pt x="14" y="11"/>
                  </a:cubicBezTo>
                  <a:cubicBezTo>
                    <a:pt x="14" y="36"/>
                    <a:pt x="14" y="36"/>
                    <a:pt x="14" y="36"/>
                  </a:cubicBezTo>
                  <a:cubicBezTo>
                    <a:pt x="41" y="36"/>
                    <a:pt x="41" y="36"/>
                    <a:pt x="41" y="36"/>
                  </a:cubicBezTo>
                  <a:cubicBezTo>
                    <a:pt x="49" y="36"/>
                    <a:pt x="52" y="33"/>
                    <a:pt x="52" y="27"/>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 name="Freeform 52"/>
            <p:cNvSpPr>
              <a:spLocks/>
            </p:cNvSpPr>
            <p:nvPr userDrawn="1"/>
          </p:nvSpPr>
          <p:spPr bwMode="auto">
            <a:xfrm>
              <a:off x="3094" y="2726"/>
              <a:ext cx="100" cy="114"/>
            </a:xfrm>
            <a:custGeom>
              <a:avLst/>
              <a:gdLst>
                <a:gd name="T0" fmla="*/ 100 w 100"/>
                <a:gd name="T1" fmla="*/ 114 h 114"/>
                <a:gd name="T2" fmla="*/ 80 w 100"/>
                <a:gd name="T3" fmla="*/ 114 h 114"/>
                <a:gd name="T4" fmla="*/ 80 w 100"/>
                <a:gd name="T5" fmla="*/ 65 h 114"/>
                <a:gd name="T6" fmla="*/ 20 w 100"/>
                <a:gd name="T7" fmla="*/ 65 h 114"/>
                <a:gd name="T8" fmla="*/ 20 w 100"/>
                <a:gd name="T9" fmla="*/ 114 h 114"/>
                <a:gd name="T10" fmla="*/ 0 w 100"/>
                <a:gd name="T11" fmla="*/ 114 h 114"/>
                <a:gd name="T12" fmla="*/ 0 w 100"/>
                <a:gd name="T13" fmla="*/ 0 h 114"/>
                <a:gd name="T14" fmla="*/ 20 w 100"/>
                <a:gd name="T15" fmla="*/ 0 h 114"/>
                <a:gd name="T16" fmla="*/ 20 w 100"/>
                <a:gd name="T17" fmla="*/ 49 h 114"/>
                <a:gd name="T18" fmla="*/ 80 w 100"/>
                <a:gd name="T19" fmla="*/ 49 h 114"/>
                <a:gd name="T20" fmla="*/ 80 w 100"/>
                <a:gd name="T21" fmla="*/ 0 h 114"/>
                <a:gd name="T22" fmla="*/ 100 w 100"/>
                <a:gd name="T23" fmla="*/ 0 h 114"/>
                <a:gd name="T24" fmla="*/ 100 w 100"/>
                <a:gd name="T25"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4">
                  <a:moveTo>
                    <a:pt x="100" y="114"/>
                  </a:moveTo>
                  <a:lnTo>
                    <a:pt x="80" y="114"/>
                  </a:lnTo>
                  <a:lnTo>
                    <a:pt x="80" y="65"/>
                  </a:lnTo>
                  <a:lnTo>
                    <a:pt x="20" y="65"/>
                  </a:lnTo>
                  <a:lnTo>
                    <a:pt x="20" y="114"/>
                  </a:lnTo>
                  <a:lnTo>
                    <a:pt x="0" y="114"/>
                  </a:lnTo>
                  <a:lnTo>
                    <a:pt x="0" y="0"/>
                  </a:lnTo>
                  <a:lnTo>
                    <a:pt x="20" y="0"/>
                  </a:lnTo>
                  <a:lnTo>
                    <a:pt x="20" y="49"/>
                  </a:lnTo>
                  <a:lnTo>
                    <a:pt x="80" y="49"/>
                  </a:lnTo>
                  <a:lnTo>
                    <a:pt x="80" y="0"/>
                  </a:lnTo>
                  <a:lnTo>
                    <a:pt x="100" y="0"/>
                  </a:lnTo>
                  <a:lnTo>
                    <a:pt x="100" y="11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 name="Rectangle 53"/>
            <p:cNvSpPr>
              <a:spLocks noChangeArrowheads="1"/>
            </p:cNvSpPr>
            <p:nvPr userDrawn="1"/>
          </p:nvSpPr>
          <p:spPr bwMode="auto">
            <a:xfrm>
              <a:off x="3251" y="2726"/>
              <a:ext cx="20" cy="114"/>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 name="Freeform 54"/>
            <p:cNvSpPr>
              <a:spLocks noEditPoints="1"/>
            </p:cNvSpPr>
            <p:nvPr userDrawn="1"/>
          </p:nvSpPr>
          <p:spPr bwMode="auto">
            <a:xfrm>
              <a:off x="3328" y="2726"/>
              <a:ext cx="98" cy="129"/>
            </a:xfrm>
            <a:custGeom>
              <a:avLst/>
              <a:gdLst>
                <a:gd name="T0" fmla="*/ 65 w 65"/>
                <a:gd name="T1" fmla="*/ 58 h 85"/>
                <a:gd name="T2" fmla="*/ 51 w 65"/>
                <a:gd name="T3" fmla="*/ 74 h 85"/>
                <a:gd name="T4" fmla="*/ 64 w 65"/>
                <a:gd name="T5" fmla="*/ 85 h 85"/>
                <a:gd name="T6" fmla="*/ 46 w 65"/>
                <a:gd name="T7" fmla="*/ 85 h 85"/>
                <a:gd name="T8" fmla="*/ 33 w 65"/>
                <a:gd name="T9" fmla="*/ 75 h 85"/>
                <a:gd name="T10" fmla="*/ 22 w 65"/>
                <a:gd name="T11" fmla="*/ 75 h 85"/>
                <a:gd name="T12" fmla="*/ 7 w 65"/>
                <a:gd name="T13" fmla="*/ 71 h 85"/>
                <a:gd name="T14" fmla="*/ 0 w 65"/>
                <a:gd name="T15" fmla="*/ 58 h 85"/>
                <a:gd name="T16" fmla="*/ 0 w 65"/>
                <a:gd name="T17" fmla="*/ 17 h 85"/>
                <a:gd name="T18" fmla="*/ 7 w 65"/>
                <a:gd name="T19" fmla="*/ 4 h 85"/>
                <a:gd name="T20" fmla="*/ 22 w 65"/>
                <a:gd name="T21" fmla="*/ 0 h 85"/>
                <a:gd name="T22" fmla="*/ 43 w 65"/>
                <a:gd name="T23" fmla="*/ 0 h 85"/>
                <a:gd name="T24" fmla="*/ 58 w 65"/>
                <a:gd name="T25" fmla="*/ 4 h 85"/>
                <a:gd name="T26" fmla="*/ 65 w 65"/>
                <a:gd name="T27" fmla="*/ 17 h 85"/>
                <a:gd name="T28" fmla="*/ 65 w 65"/>
                <a:gd name="T29" fmla="*/ 58 h 85"/>
                <a:gd name="T30" fmla="*/ 52 w 65"/>
                <a:gd name="T31" fmla="*/ 56 h 85"/>
                <a:gd name="T32" fmla="*/ 52 w 65"/>
                <a:gd name="T33" fmla="*/ 20 h 85"/>
                <a:gd name="T34" fmla="*/ 49 w 65"/>
                <a:gd name="T35" fmla="*/ 13 h 85"/>
                <a:gd name="T36" fmla="*/ 39 w 65"/>
                <a:gd name="T37" fmla="*/ 11 h 85"/>
                <a:gd name="T38" fmla="*/ 26 w 65"/>
                <a:gd name="T39" fmla="*/ 11 h 85"/>
                <a:gd name="T40" fmla="*/ 16 w 65"/>
                <a:gd name="T41" fmla="*/ 13 h 85"/>
                <a:gd name="T42" fmla="*/ 14 w 65"/>
                <a:gd name="T43" fmla="*/ 20 h 85"/>
                <a:gd name="T44" fmla="*/ 14 w 65"/>
                <a:gd name="T45" fmla="*/ 55 h 85"/>
                <a:gd name="T46" fmla="*/ 17 w 65"/>
                <a:gd name="T47" fmla="*/ 62 h 85"/>
                <a:gd name="T48" fmla="*/ 26 w 65"/>
                <a:gd name="T49" fmla="*/ 64 h 85"/>
                <a:gd name="T50" fmla="*/ 39 w 65"/>
                <a:gd name="T51" fmla="*/ 64 h 85"/>
                <a:gd name="T52" fmla="*/ 49 w 65"/>
                <a:gd name="T53" fmla="*/ 62 h 85"/>
                <a:gd name="T54" fmla="*/ 52 w 65"/>
                <a:gd name="T55" fmla="*/ 5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85">
                  <a:moveTo>
                    <a:pt x="65" y="58"/>
                  </a:moveTo>
                  <a:cubicBezTo>
                    <a:pt x="65" y="67"/>
                    <a:pt x="60" y="72"/>
                    <a:pt x="51" y="74"/>
                  </a:cubicBezTo>
                  <a:cubicBezTo>
                    <a:pt x="64" y="85"/>
                    <a:pt x="64" y="85"/>
                    <a:pt x="64" y="85"/>
                  </a:cubicBezTo>
                  <a:cubicBezTo>
                    <a:pt x="46" y="85"/>
                    <a:pt x="46" y="85"/>
                    <a:pt x="46" y="85"/>
                  </a:cubicBezTo>
                  <a:cubicBezTo>
                    <a:pt x="33" y="75"/>
                    <a:pt x="33" y="75"/>
                    <a:pt x="33" y="75"/>
                  </a:cubicBezTo>
                  <a:cubicBezTo>
                    <a:pt x="22" y="75"/>
                    <a:pt x="22" y="75"/>
                    <a:pt x="22" y="75"/>
                  </a:cubicBezTo>
                  <a:cubicBezTo>
                    <a:pt x="15" y="75"/>
                    <a:pt x="10" y="74"/>
                    <a:pt x="7" y="71"/>
                  </a:cubicBezTo>
                  <a:cubicBezTo>
                    <a:pt x="2" y="69"/>
                    <a:pt x="0" y="64"/>
                    <a:pt x="0" y="58"/>
                  </a:cubicBezTo>
                  <a:cubicBezTo>
                    <a:pt x="0" y="17"/>
                    <a:pt x="0" y="17"/>
                    <a:pt x="0" y="17"/>
                  </a:cubicBezTo>
                  <a:cubicBezTo>
                    <a:pt x="0" y="11"/>
                    <a:pt x="2" y="7"/>
                    <a:pt x="7" y="4"/>
                  </a:cubicBezTo>
                  <a:cubicBezTo>
                    <a:pt x="10" y="2"/>
                    <a:pt x="15" y="0"/>
                    <a:pt x="22" y="0"/>
                  </a:cubicBezTo>
                  <a:cubicBezTo>
                    <a:pt x="43" y="0"/>
                    <a:pt x="43" y="0"/>
                    <a:pt x="43" y="0"/>
                  </a:cubicBezTo>
                  <a:cubicBezTo>
                    <a:pt x="50" y="0"/>
                    <a:pt x="55" y="2"/>
                    <a:pt x="58" y="4"/>
                  </a:cubicBezTo>
                  <a:cubicBezTo>
                    <a:pt x="63" y="7"/>
                    <a:pt x="65" y="11"/>
                    <a:pt x="65" y="17"/>
                  </a:cubicBezTo>
                  <a:lnTo>
                    <a:pt x="65" y="58"/>
                  </a:lnTo>
                  <a:close/>
                  <a:moveTo>
                    <a:pt x="52" y="56"/>
                  </a:moveTo>
                  <a:cubicBezTo>
                    <a:pt x="52" y="20"/>
                    <a:pt x="52" y="20"/>
                    <a:pt x="52" y="20"/>
                  </a:cubicBezTo>
                  <a:cubicBezTo>
                    <a:pt x="52" y="17"/>
                    <a:pt x="51" y="14"/>
                    <a:pt x="49" y="13"/>
                  </a:cubicBezTo>
                  <a:cubicBezTo>
                    <a:pt x="47" y="12"/>
                    <a:pt x="44" y="11"/>
                    <a:pt x="39" y="11"/>
                  </a:cubicBezTo>
                  <a:cubicBezTo>
                    <a:pt x="26" y="11"/>
                    <a:pt x="26" y="11"/>
                    <a:pt x="26" y="11"/>
                  </a:cubicBezTo>
                  <a:cubicBezTo>
                    <a:pt x="21" y="11"/>
                    <a:pt x="18" y="12"/>
                    <a:pt x="16" y="13"/>
                  </a:cubicBezTo>
                  <a:cubicBezTo>
                    <a:pt x="14" y="14"/>
                    <a:pt x="14" y="17"/>
                    <a:pt x="14" y="20"/>
                  </a:cubicBezTo>
                  <a:cubicBezTo>
                    <a:pt x="14" y="55"/>
                    <a:pt x="14" y="55"/>
                    <a:pt x="14" y="55"/>
                  </a:cubicBezTo>
                  <a:cubicBezTo>
                    <a:pt x="14" y="59"/>
                    <a:pt x="15" y="61"/>
                    <a:pt x="17" y="62"/>
                  </a:cubicBezTo>
                  <a:cubicBezTo>
                    <a:pt x="18" y="63"/>
                    <a:pt x="21" y="64"/>
                    <a:pt x="26" y="64"/>
                  </a:cubicBezTo>
                  <a:cubicBezTo>
                    <a:pt x="39" y="64"/>
                    <a:pt x="39" y="64"/>
                    <a:pt x="39" y="64"/>
                  </a:cubicBezTo>
                  <a:cubicBezTo>
                    <a:pt x="44" y="64"/>
                    <a:pt x="47" y="63"/>
                    <a:pt x="49" y="62"/>
                  </a:cubicBezTo>
                  <a:cubicBezTo>
                    <a:pt x="51" y="61"/>
                    <a:pt x="52" y="59"/>
                    <a:pt x="52" y="56"/>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 name="Freeform 55"/>
            <p:cNvSpPr>
              <a:spLocks/>
            </p:cNvSpPr>
            <p:nvPr userDrawn="1"/>
          </p:nvSpPr>
          <p:spPr bwMode="auto">
            <a:xfrm>
              <a:off x="3483" y="2726"/>
              <a:ext cx="98" cy="114"/>
            </a:xfrm>
            <a:custGeom>
              <a:avLst/>
              <a:gdLst>
                <a:gd name="T0" fmla="*/ 65 w 65"/>
                <a:gd name="T1" fmla="*/ 56 h 75"/>
                <a:gd name="T2" fmla="*/ 64 w 65"/>
                <a:gd name="T3" fmla="*/ 64 h 75"/>
                <a:gd name="T4" fmla="*/ 60 w 65"/>
                <a:gd name="T5" fmla="*/ 70 h 75"/>
                <a:gd name="T6" fmla="*/ 52 w 65"/>
                <a:gd name="T7" fmla="*/ 74 h 75"/>
                <a:gd name="T8" fmla="*/ 43 w 65"/>
                <a:gd name="T9" fmla="*/ 75 h 75"/>
                <a:gd name="T10" fmla="*/ 22 w 65"/>
                <a:gd name="T11" fmla="*/ 75 h 75"/>
                <a:gd name="T12" fmla="*/ 13 w 65"/>
                <a:gd name="T13" fmla="*/ 74 h 75"/>
                <a:gd name="T14" fmla="*/ 6 w 65"/>
                <a:gd name="T15" fmla="*/ 70 h 75"/>
                <a:gd name="T16" fmla="*/ 1 w 65"/>
                <a:gd name="T17" fmla="*/ 64 h 75"/>
                <a:gd name="T18" fmla="*/ 0 w 65"/>
                <a:gd name="T19" fmla="*/ 56 h 75"/>
                <a:gd name="T20" fmla="*/ 0 w 65"/>
                <a:gd name="T21" fmla="*/ 0 h 75"/>
                <a:gd name="T22" fmla="*/ 13 w 65"/>
                <a:gd name="T23" fmla="*/ 0 h 75"/>
                <a:gd name="T24" fmla="*/ 13 w 65"/>
                <a:gd name="T25" fmla="*/ 54 h 75"/>
                <a:gd name="T26" fmla="*/ 16 w 65"/>
                <a:gd name="T27" fmla="*/ 62 h 75"/>
                <a:gd name="T28" fmla="*/ 26 w 65"/>
                <a:gd name="T29" fmla="*/ 64 h 75"/>
                <a:gd name="T30" fmla="*/ 40 w 65"/>
                <a:gd name="T31" fmla="*/ 64 h 75"/>
                <a:gd name="T32" fmla="*/ 49 w 65"/>
                <a:gd name="T33" fmla="*/ 62 h 75"/>
                <a:gd name="T34" fmla="*/ 52 w 65"/>
                <a:gd name="T35" fmla="*/ 54 h 75"/>
                <a:gd name="T36" fmla="*/ 52 w 65"/>
                <a:gd name="T37" fmla="*/ 0 h 75"/>
                <a:gd name="T38" fmla="*/ 65 w 65"/>
                <a:gd name="T39" fmla="*/ 0 h 75"/>
                <a:gd name="T40" fmla="*/ 65 w 65"/>
                <a:gd name="T41" fmla="*/ 5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75">
                  <a:moveTo>
                    <a:pt x="65" y="56"/>
                  </a:moveTo>
                  <a:cubicBezTo>
                    <a:pt x="65" y="59"/>
                    <a:pt x="65" y="62"/>
                    <a:pt x="64" y="64"/>
                  </a:cubicBezTo>
                  <a:cubicBezTo>
                    <a:pt x="64" y="66"/>
                    <a:pt x="62" y="68"/>
                    <a:pt x="60" y="70"/>
                  </a:cubicBezTo>
                  <a:cubicBezTo>
                    <a:pt x="57" y="72"/>
                    <a:pt x="55" y="73"/>
                    <a:pt x="52" y="74"/>
                  </a:cubicBezTo>
                  <a:cubicBezTo>
                    <a:pt x="50" y="74"/>
                    <a:pt x="47" y="75"/>
                    <a:pt x="43" y="75"/>
                  </a:cubicBezTo>
                  <a:cubicBezTo>
                    <a:pt x="22" y="75"/>
                    <a:pt x="22" y="75"/>
                    <a:pt x="22" y="75"/>
                  </a:cubicBezTo>
                  <a:cubicBezTo>
                    <a:pt x="18" y="75"/>
                    <a:pt x="15" y="74"/>
                    <a:pt x="13" y="74"/>
                  </a:cubicBezTo>
                  <a:cubicBezTo>
                    <a:pt x="11" y="73"/>
                    <a:pt x="8" y="72"/>
                    <a:pt x="6" y="70"/>
                  </a:cubicBezTo>
                  <a:cubicBezTo>
                    <a:pt x="3" y="68"/>
                    <a:pt x="2" y="66"/>
                    <a:pt x="1" y="64"/>
                  </a:cubicBezTo>
                  <a:cubicBezTo>
                    <a:pt x="0" y="62"/>
                    <a:pt x="0" y="59"/>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1" y="64"/>
                    <a:pt x="26" y="64"/>
                  </a:cubicBezTo>
                  <a:cubicBezTo>
                    <a:pt x="40" y="64"/>
                    <a:pt x="40" y="64"/>
                    <a:pt x="40" y="64"/>
                  </a:cubicBezTo>
                  <a:cubicBezTo>
                    <a:pt x="44" y="64"/>
                    <a:pt x="48" y="63"/>
                    <a:pt x="49" y="62"/>
                  </a:cubicBezTo>
                  <a:cubicBezTo>
                    <a:pt x="51" y="60"/>
                    <a:pt x="52" y="58"/>
                    <a:pt x="52" y="54"/>
                  </a:cubicBezTo>
                  <a:cubicBezTo>
                    <a:pt x="52" y="0"/>
                    <a:pt x="52" y="0"/>
                    <a:pt x="52" y="0"/>
                  </a:cubicBezTo>
                  <a:cubicBezTo>
                    <a:pt x="65" y="0"/>
                    <a:pt x="65" y="0"/>
                    <a:pt x="65" y="0"/>
                  </a:cubicBezTo>
                  <a:lnTo>
                    <a:pt x="65"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 name="Freeform 56"/>
            <p:cNvSpPr>
              <a:spLocks/>
            </p:cNvSpPr>
            <p:nvPr userDrawn="1"/>
          </p:nvSpPr>
          <p:spPr bwMode="auto">
            <a:xfrm>
              <a:off x="3638" y="2728"/>
              <a:ext cx="89" cy="112"/>
            </a:xfrm>
            <a:custGeom>
              <a:avLst/>
              <a:gdLst>
                <a:gd name="T0" fmla="*/ 57 w 59"/>
                <a:gd name="T1" fmla="*/ 42 h 74"/>
                <a:gd name="T2" fmla="*/ 14 w 59"/>
                <a:gd name="T3" fmla="*/ 42 h 74"/>
                <a:gd name="T4" fmla="*/ 14 w 59"/>
                <a:gd name="T5" fmla="*/ 54 h 74"/>
                <a:gd name="T6" fmla="*/ 25 w 59"/>
                <a:gd name="T7" fmla="*/ 63 h 74"/>
                <a:gd name="T8" fmla="*/ 59 w 59"/>
                <a:gd name="T9" fmla="*/ 63 h 74"/>
                <a:gd name="T10" fmla="*/ 59 w 59"/>
                <a:gd name="T11" fmla="*/ 74 h 74"/>
                <a:gd name="T12" fmla="*/ 22 w 59"/>
                <a:gd name="T13" fmla="*/ 74 h 74"/>
                <a:gd name="T14" fmla="*/ 6 w 59"/>
                <a:gd name="T15" fmla="*/ 70 h 74"/>
                <a:gd name="T16" fmla="*/ 0 w 59"/>
                <a:gd name="T17" fmla="*/ 58 h 74"/>
                <a:gd name="T18" fmla="*/ 0 w 59"/>
                <a:gd name="T19" fmla="*/ 16 h 74"/>
                <a:gd name="T20" fmla="*/ 6 w 59"/>
                <a:gd name="T21" fmla="*/ 4 h 74"/>
                <a:gd name="T22" fmla="*/ 20 w 59"/>
                <a:gd name="T23" fmla="*/ 0 h 74"/>
                <a:gd name="T24" fmla="*/ 59 w 59"/>
                <a:gd name="T25" fmla="*/ 0 h 74"/>
                <a:gd name="T26" fmla="*/ 59 w 59"/>
                <a:gd name="T27" fmla="*/ 10 h 74"/>
                <a:gd name="T28" fmla="*/ 25 w 59"/>
                <a:gd name="T29" fmla="*/ 10 h 74"/>
                <a:gd name="T30" fmla="*/ 14 w 59"/>
                <a:gd name="T31" fmla="*/ 19 h 74"/>
                <a:gd name="T32" fmla="*/ 14 w 59"/>
                <a:gd name="T33" fmla="*/ 31 h 74"/>
                <a:gd name="T34" fmla="*/ 57 w 59"/>
                <a:gd name="T35" fmla="*/ 31 h 74"/>
                <a:gd name="T36" fmla="*/ 57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2"/>
                  </a:moveTo>
                  <a:cubicBezTo>
                    <a:pt x="14" y="42"/>
                    <a:pt x="14" y="42"/>
                    <a:pt x="14" y="42"/>
                  </a:cubicBezTo>
                  <a:cubicBezTo>
                    <a:pt x="14" y="54"/>
                    <a:pt x="14" y="54"/>
                    <a:pt x="14" y="54"/>
                  </a:cubicBezTo>
                  <a:cubicBezTo>
                    <a:pt x="14" y="60"/>
                    <a:pt x="17" y="63"/>
                    <a:pt x="25" y="63"/>
                  </a:cubicBezTo>
                  <a:cubicBezTo>
                    <a:pt x="59" y="63"/>
                    <a:pt x="59" y="63"/>
                    <a:pt x="59" y="63"/>
                  </a:cubicBezTo>
                  <a:cubicBezTo>
                    <a:pt x="59" y="74"/>
                    <a:pt x="59" y="74"/>
                    <a:pt x="59" y="74"/>
                  </a:cubicBezTo>
                  <a:cubicBezTo>
                    <a:pt x="22" y="74"/>
                    <a:pt x="22" y="74"/>
                    <a:pt x="22" y="74"/>
                  </a:cubicBezTo>
                  <a:cubicBezTo>
                    <a:pt x="15" y="74"/>
                    <a:pt x="10" y="72"/>
                    <a:pt x="6" y="70"/>
                  </a:cubicBezTo>
                  <a:cubicBezTo>
                    <a:pt x="2" y="67"/>
                    <a:pt x="0" y="63"/>
                    <a:pt x="0" y="58"/>
                  </a:cubicBezTo>
                  <a:cubicBezTo>
                    <a:pt x="0" y="16"/>
                    <a:pt x="0" y="16"/>
                    <a:pt x="0" y="16"/>
                  </a:cubicBezTo>
                  <a:cubicBezTo>
                    <a:pt x="0" y="11"/>
                    <a:pt x="2" y="7"/>
                    <a:pt x="6" y="4"/>
                  </a:cubicBezTo>
                  <a:cubicBezTo>
                    <a:pt x="9" y="1"/>
                    <a:pt x="14" y="0"/>
                    <a:pt x="20" y="0"/>
                  </a:cubicBezTo>
                  <a:cubicBezTo>
                    <a:pt x="59" y="0"/>
                    <a:pt x="59" y="0"/>
                    <a:pt x="59" y="0"/>
                  </a:cubicBezTo>
                  <a:cubicBezTo>
                    <a:pt x="59" y="10"/>
                    <a:pt x="59" y="10"/>
                    <a:pt x="59" y="10"/>
                  </a:cubicBezTo>
                  <a:cubicBezTo>
                    <a:pt x="25" y="10"/>
                    <a:pt x="25" y="10"/>
                    <a:pt x="25" y="10"/>
                  </a:cubicBezTo>
                  <a:cubicBezTo>
                    <a:pt x="17" y="10"/>
                    <a:pt x="14" y="13"/>
                    <a:pt x="14" y="19"/>
                  </a:cubicBezTo>
                  <a:cubicBezTo>
                    <a:pt x="14" y="31"/>
                    <a:pt x="14" y="31"/>
                    <a:pt x="14" y="31"/>
                  </a:cubicBezTo>
                  <a:cubicBezTo>
                    <a:pt x="57" y="31"/>
                    <a:pt x="57" y="31"/>
                    <a:pt x="57" y="31"/>
                  </a:cubicBezTo>
                  <a:lnTo>
                    <a:pt x="57"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 name="Freeform 57"/>
            <p:cNvSpPr>
              <a:spLocks/>
            </p:cNvSpPr>
            <p:nvPr userDrawn="1"/>
          </p:nvSpPr>
          <p:spPr bwMode="auto">
            <a:xfrm>
              <a:off x="2023" y="2987"/>
              <a:ext cx="89" cy="112"/>
            </a:xfrm>
            <a:custGeom>
              <a:avLst/>
              <a:gdLst>
                <a:gd name="T0" fmla="*/ 56 w 59"/>
                <a:gd name="T1" fmla="*/ 43 h 74"/>
                <a:gd name="T2" fmla="*/ 13 w 59"/>
                <a:gd name="T3" fmla="*/ 43 h 74"/>
                <a:gd name="T4" fmla="*/ 13 w 59"/>
                <a:gd name="T5" fmla="*/ 55 h 74"/>
                <a:gd name="T6" fmla="*/ 24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4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4" y="63"/>
                  </a:cubicBezTo>
                  <a:cubicBezTo>
                    <a:pt x="59" y="63"/>
                    <a:pt x="59" y="63"/>
                    <a:pt x="59" y="63"/>
                  </a:cubicBezTo>
                  <a:cubicBezTo>
                    <a:pt x="59" y="74"/>
                    <a:pt x="59" y="74"/>
                    <a:pt x="59" y="74"/>
                  </a:cubicBezTo>
                  <a:cubicBezTo>
                    <a:pt x="21" y="74"/>
                    <a:pt x="21" y="74"/>
                    <a:pt x="21" y="74"/>
                  </a:cubicBezTo>
                  <a:cubicBezTo>
                    <a:pt x="14" y="74"/>
                    <a:pt x="9" y="73"/>
                    <a:pt x="6" y="70"/>
                  </a:cubicBezTo>
                  <a:cubicBezTo>
                    <a:pt x="2" y="68"/>
                    <a:pt x="0" y="64"/>
                    <a:pt x="0" y="58"/>
                  </a:cubicBezTo>
                  <a:cubicBezTo>
                    <a:pt x="0" y="17"/>
                    <a:pt x="0" y="17"/>
                    <a:pt x="0" y="17"/>
                  </a:cubicBezTo>
                  <a:cubicBezTo>
                    <a:pt x="0" y="12"/>
                    <a:pt x="1" y="8"/>
                    <a:pt x="5" y="5"/>
                  </a:cubicBezTo>
                  <a:cubicBezTo>
                    <a:pt x="9" y="2"/>
                    <a:pt x="13" y="0"/>
                    <a:pt x="20" y="0"/>
                  </a:cubicBezTo>
                  <a:cubicBezTo>
                    <a:pt x="59" y="0"/>
                    <a:pt x="59" y="0"/>
                    <a:pt x="59" y="0"/>
                  </a:cubicBezTo>
                  <a:cubicBezTo>
                    <a:pt x="59" y="11"/>
                    <a:pt x="59" y="11"/>
                    <a:pt x="59" y="11"/>
                  </a:cubicBezTo>
                  <a:cubicBezTo>
                    <a:pt x="24" y="11"/>
                    <a:pt x="24" y="11"/>
                    <a:pt x="24"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 name="Freeform 58"/>
            <p:cNvSpPr>
              <a:spLocks/>
            </p:cNvSpPr>
            <p:nvPr userDrawn="1"/>
          </p:nvSpPr>
          <p:spPr bwMode="auto">
            <a:xfrm>
              <a:off x="2164"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 name="Freeform 59"/>
            <p:cNvSpPr>
              <a:spLocks/>
            </p:cNvSpPr>
            <p:nvPr userDrawn="1"/>
          </p:nvSpPr>
          <p:spPr bwMode="auto">
            <a:xfrm>
              <a:off x="2394" y="2987"/>
              <a:ext cx="89" cy="112"/>
            </a:xfrm>
            <a:custGeom>
              <a:avLst/>
              <a:gdLst>
                <a:gd name="T0" fmla="*/ 59 w 59"/>
                <a:gd name="T1" fmla="*/ 43 h 74"/>
                <a:gd name="T2" fmla="*/ 13 w 59"/>
                <a:gd name="T3" fmla="*/ 43 h 74"/>
                <a:gd name="T4" fmla="*/ 13 w 59"/>
                <a:gd name="T5" fmla="*/ 74 h 74"/>
                <a:gd name="T6" fmla="*/ 0 w 59"/>
                <a:gd name="T7" fmla="*/ 74 h 74"/>
                <a:gd name="T8" fmla="*/ 0 w 59"/>
                <a:gd name="T9" fmla="*/ 15 h 74"/>
                <a:gd name="T10" fmla="*/ 6 w 59"/>
                <a:gd name="T11" fmla="*/ 4 h 74"/>
                <a:gd name="T12" fmla="*/ 20 w 59"/>
                <a:gd name="T13" fmla="*/ 0 h 74"/>
                <a:gd name="T14" fmla="*/ 59 w 59"/>
                <a:gd name="T15" fmla="*/ 0 h 74"/>
                <a:gd name="T16" fmla="*/ 59 w 59"/>
                <a:gd name="T17" fmla="*/ 11 h 74"/>
                <a:gd name="T18" fmla="*/ 24 w 59"/>
                <a:gd name="T19" fmla="*/ 11 h 74"/>
                <a:gd name="T20" fmla="*/ 13 w 59"/>
                <a:gd name="T21" fmla="*/ 19 h 74"/>
                <a:gd name="T22" fmla="*/ 13 w 59"/>
                <a:gd name="T23" fmla="*/ 32 h 74"/>
                <a:gd name="T24" fmla="*/ 59 w 59"/>
                <a:gd name="T25" fmla="*/ 32 h 74"/>
                <a:gd name="T26" fmla="*/ 59 w 59"/>
                <a:gd name="T2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74">
                  <a:moveTo>
                    <a:pt x="59" y="43"/>
                  </a:moveTo>
                  <a:cubicBezTo>
                    <a:pt x="13" y="43"/>
                    <a:pt x="13" y="43"/>
                    <a:pt x="13" y="43"/>
                  </a:cubicBezTo>
                  <a:cubicBezTo>
                    <a:pt x="13" y="74"/>
                    <a:pt x="13" y="74"/>
                    <a:pt x="13" y="74"/>
                  </a:cubicBezTo>
                  <a:cubicBezTo>
                    <a:pt x="0" y="74"/>
                    <a:pt x="0" y="74"/>
                    <a:pt x="0" y="74"/>
                  </a:cubicBezTo>
                  <a:cubicBezTo>
                    <a:pt x="0" y="15"/>
                    <a:pt x="0" y="15"/>
                    <a:pt x="0" y="15"/>
                  </a:cubicBezTo>
                  <a:cubicBezTo>
                    <a:pt x="0" y="11"/>
                    <a:pt x="2" y="7"/>
                    <a:pt x="6" y="4"/>
                  </a:cubicBezTo>
                  <a:cubicBezTo>
                    <a:pt x="9" y="1"/>
                    <a:pt x="14" y="0"/>
                    <a:pt x="20" y="0"/>
                  </a:cubicBezTo>
                  <a:cubicBezTo>
                    <a:pt x="59" y="0"/>
                    <a:pt x="59" y="0"/>
                    <a:pt x="59" y="0"/>
                  </a:cubicBezTo>
                  <a:cubicBezTo>
                    <a:pt x="59" y="11"/>
                    <a:pt x="59" y="11"/>
                    <a:pt x="59" y="11"/>
                  </a:cubicBezTo>
                  <a:cubicBezTo>
                    <a:pt x="24" y="11"/>
                    <a:pt x="24" y="11"/>
                    <a:pt x="24" y="11"/>
                  </a:cubicBezTo>
                  <a:cubicBezTo>
                    <a:pt x="16" y="11"/>
                    <a:pt x="13" y="14"/>
                    <a:pt x="13" y="19"/>
                  </a:cubicBezTo>
                  <a:cubicBezTo>
                    <a:pt x="13" y="32"/>
                    <a:pt x="13" y="32"/>
                    <a:pt x="13" y="32"/>
                  </a:cubicBezTo>
                  <a:cubicBezTo>
                    <a:pt x="59" y="32"/>
                    <a:pt x="59" y="32"/>
                    <a:pt x="59" y="32"/>
                  </a:cubicBezTo>
                  <a:lnTo>
                    <a:pt x="59"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 name="Freeform 60"/>
            <p:cNvSpPr>
              <a:spLocks noEditPoints="1"/>
            </p:cNvSpPr>
            <p:nvPr userDrawn="1"/>
          </p:nvSpPr>
          <p:spPr bwMode="auto">
            <a:xfrm>
              <a:off x="2542" y="2987"/>
              <a:ext cx="97" cy="112"/>
            </a:xfrm>
            <a:custGeom>
              <a:avLst/>
              <a:gdLst>
                <a:gd name="T0" fmla="*/ 64 w 64"/>
                <a:gd name="T1" fmla="*/ 57 h 74"/>
                <a:gd name="T2" fmla="*/ 42 w 64"/>
                <a:gd name="T3" fmla="*/ 74 h 74"/>
                <a:gd name="T4" fmla="*/ 22 w 64"/>
                <a:gd name="T5" fmla="*/ 74 h 74"/>
                <a:gd name="T6" fmla="*/ 7 w 64"/>
                <a:gd name="T7" fmla="*/ 70 h 74"/>
                <a:gd name="T8" fmla="*/ 0 w 64"/>
                <a:gd name="T9" fmla="*/ 57 h 74"/>
                <a:gd name="T10" fmla="*/ 0 w 64"/>
                <a:gd name="T11" fmla="*/ 17 h 74"/>
                <a:gd name="T12" fmla="*/ 7 w 64"/>
                <a:gd name="T13" fmla="*/ 4 h 74"/>
                <a:gd name="T14" fmla="*/ 22 w 64"/>
                <a:gd name="T15" fmla="*/ 0 h 74"/>
                <a:gd name="T16" fmla="*/ 42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5 w 64"/>
                <a:gd name="T31" fmla="*/ 11 h 74"/>
                <a:gd name="T32" fmla="*/ 16 w 64"/>
                <a:gd name="T33" fmla="*/ 13 h 74"/>
                <a:gd name="T34" fmla="*/ 14 w 64"/>
                <a:gd name="T35" fmla="*/ 20 h 74"/>
                <a:gd name="T36" fmla="*/ 14 w 64"/>
                <a:gd name="T37" fmla="*/ 54 h 74"/>
                <a:gd name="T38" fmla="*/ 17 w 64"/>
                <a:gd name="T39" fmla="*/ 61 h 74"/>
                <a:gd name="T40" fmla="*/ 25 w 64"/>
                <a:gd name="T41" fmla="*/ 63 h 74"/>
                <a:gd name="T42" fmla="*/ 39 w 64"/>
                <a:gd name="T43" fmla="*/ 63 h 74"/>
                <a:gd name="T44" fmla="*/ 48 w 64"/>
                <a:gd name="T45" fmla="*/ 61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0"/>
                  </a:cubicBezTo>
                  <a:cubicBezTo>
                    <a:pt x="2" y="67"/>
                    <a:pt x="0" y="63"/>
                    <a:pt x="0" y="57"/>
                  </a:cubicBezTo>
                  <a:cubicBezTo>
                    <a:pt x="0" y="17"/>
                    <a:pt x="0" y="17"/>
                    <a:pt x="0" y="17"/>
                  </a:cubicBezTo>
                  <a:cubicBezTo>
                    <a:pt x="0" y="11"/>
                    <a:pt x="2" y="7"/>
                    <a:pt x="7" y="4"/>
                  </a:cubicBezTo>
                  <a:cubicBezTo>
                    <a:pt x="10" y="1"/>
                    <a:pt x="15" y="0"/>
                    <a:pt x="22" y="0"/>
                  </a:cubicBezTo>
                  <a:cubicBezTo>
                    <a:pt x="42" y="0"/>
                    <a:pt x="42" y="0"/>
                    <a:pt x="42" y="0"/>
                  </a:cubicBezTo>
                  <a:cubicBezTo>
                    <a:pt x="57" y="0"/>
                    <a:pt x="64" y="6"/>
                    <a:pt x="64" y="17"/>
                  </a:cubicBezTo>
                  <a:lnTo>
                    <a:pt x="64" y="57"/>
                  </a:lnTo>
                  <a:close/>
                  <a:moveTo>
                    <a:pt x="51" y="55"/>
                  </a:moveTo>
                  <a:cubicBezTo>
                    <a:pt x="51" y="20"/>
                    <a:pt x="51" y="20"/>
                    <a:pt x="51" y="20"/>
                  </a:cubicBezTo>
                  <a:cubicBezTo>
                    <a:pt x="51" y="17"/>
                    <a:pt x="50" y="14"/>
                    <a:pt x="48" y="13"/>
                  </a:cubicBezTo>
                  <a:cubicBezTo>
                    <a:pt x="46" y="12"/>
                    <a:pt x="43" y="11"/>
                    <a:pt x="39" y="11"/>
                  </a:cubicBezTo>
                  <a:cubicBezTo>
                    <a:pt x="25" y="11"/>
                    <a:pt x="25" y="11"/>
                    <a:pt x="25" y="11"/>
                  </a:cubicBezTo>
                  <a:cubicBezTo>
                    <a:pt x="21" y="11"/>
                    <a:pt x="18" y="12"/>
                    <a:pt x="16" y="13"/>
                  </a:cubicBezTo>
                  <a:cubicBezTo>
                    <a:pt x="14" y="14"/>
                    <a:pt x="14" y="17"/>
                    <a:pt x="14" y="20"/>
                  </a:cubicBezTo>
                  <a:cubicBezTo>
                    <a:pt x="14" y="54"/>
                    <a:pt x="14" y="54"/>
                    <a:pt x="14" y="54"/>
                  </a:cubicBezTo>
                  <a:cubicBezTo>
                    <a:pt x="14" y="57"/>
                    <a:pt x="15" y="60"/>
                    <a:pt x="17" y="61"/>
                  </a:cubicBezTo>
                  <a:cubicBezTo>
                    <a:pt x="18" y="63"/>
                    <a:pt x="21" y="63"/>
                    <a:pt x="25" y="63"/>
                  </a:cubicBezTo>
                  <a:cubicBezTo>
                    <a:pt x="39" y="63"/>
                    <a:pt x="39" y="63"/>
                    <a:pt x="39" y="63"/>
                  </a:cubicBezTo>
                  <a:cubicBezTo>
                    <a:pt x="43" y="63"/>
                    <a:pt x="46" y="63"/>
                    <a:pt x="48" y="61"/>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 name="Freeform 61"/>
            <p:cNvSpPr>
              <a:spLocks/>
            </p:cNvSpPr>
            <p:nvPr userDrawn="1"/>
          </p:nvSpPr>
          <p:spPr bwMode="auto">
            <a:xfrm>
              <a:off x="2696" y="2987"/>
              <a:ext cx="98" cy="112"/>
            </a:xfrm>
            <a:custGeom>
              <a:avLst/>
              <a:gdLst>
                <a:gd name="T0" fmla="*/ 65 w 65"/>
                <a:gd name="T1" fmla="*/ 74 h 74"/>
                <a:gd name="T2" fmla="*/ 48 w 65"/>
                <a:gd name="T3" fmla="*/ 74 h 74"/>
                <a:gd name="T4" fmla="*/ 16 w 65"/>
                <a:gd name="T5" fmla="*/ 46 h 74"/>
                <a:gd name="T6" fmla="*/ 14 w 65"/>
                <a:gd name="T7" fmla="*/ 41 h 74"/>
                <a:gd name="T8" fmla="*/ 22 w 65"/>
                <a:gd name="T9" fmla="*/ 35 h 74"/>
                <a:gd name="T10" fmla="*/ 42 w 65"/>
                <a:gd name="T11" fmla="*/ 35 h 74"/>
                <a:gd name="T12" fmla="*/ 51 w 65"/>
                <a:gd name="T13" fmla="*/ 27 h 74"/>
                <a:gd name="T14" fmla="*/ 51 w 65"/>
                <a:gd name="T15" fmla="*/ 19 h 74"/>
                <a:gd name="T16" fmla="*/ 40 w 65"/>
                <a:gd name="T17" fmla="*/ 11 h 74"/>
                <a:gd name="T18" fmla="*/ 13 w 65"/>
                <a:gd name="T19" fmla="*/ 11 h 74"/>
                <a:gd name="T20" fmla="*/ 13 w 65"/>
                <a:gd name="T21" fmla="*/ 74 h 74"/>
                <a:gd name="T22" fmla="*/ 0 w 65"/>
                <a:gd name="T23" fmla="*/ 74 h 74"/>
                <a:gd name="T24" fmla="*/ 0 w 65"/>
                <a:gd name="T25" fmla="*/ 0 h 74"/>
                <a:gd name="T26" fmla="*/ 44 w 65"/>
                <a:gd name="T27" fmla="*/ 0 h 74"/>
                <a:gd name="T28" fmla="*/ 65 w 65"/>
                <a:gd name="T29" fmla="*/ 16 h 74"/>
                <a:gd name="T30" fmla="*/ 65 w 65"/>
                <a:gd name="T31" fmla="*/ 29 h 74"/>
                <a:gd name="T32" fmla="*/ 59 w 65"/>
                <a:gd name="T33" fmla="*/ 40 h 74"/>
                <a:gd name="T34" fmla="*/ 45 w 65"/>
                <a:gd name="T35" fmla="*/ 44 h 74"/>
                <a:gd name="T36" fmla="*/ 30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6"/>
                    <a:pt x="16" y="46"/>
                    <a:pt x="16" y="46"/>
                  </a:cubicBezTo>
                  <a:cubicBezTo>
                    <a:pt x="15" y="45"/>
                    <a:pt x="14" y="43"/>
                    <a:pt x="14" y="41"/>
                  </a:cubicBezTo>
                  <a:cubicBezTo>
                    <a:pt x="14" y="37"/>
                    <a:pt x="17" y="35"/>
                    <a:pt x="22" y="35"/>
                  </a:cubicBezTo>
                  <a:cubicBezTo>
                    <a:pt x="42" y="35"/>
                    <a:pt x="42" y="35"/>
                    <a:pt x="42" y="35"/>
                  </a:cubicBezTo>
                  <a:cubicBezTo>
                    <a:pt x="48" y="35"/>
                    <a:pt x="51" y="32"/>
                    <a:pt x="51" y="27"/>
                  </a:cubicBezTo>
                  <a:cubicBezTo>
                    <a:pt x="51" y="19"/>
                    <a:pt x="51" y="19"/>
                    <a:pt x="51" y="19"/>
                  </a:cubicBezTo>
                  <a:cubicBezTo>
                    <a:pt x="51" y="14"/>
                    <a:pt x="48" y="11"/>
                    <a:pt x="40" y="11"/>
                  </a:cubicBezTo>
                  <a:cubicBezTo>
                    <a:pt x="13" y="11"/>
                    <a:pt x="13" y="11"/>
                    <a:pt x="13" y="11"/>
                  </a:cubicBezTo>
                  <a:cubicBezTo>
                    <a:pt x="13" y="74"/>
                    <a:pt x="13" y="74"/>
                    <a:pt x="13" y="74"/>
                  </a:cubicBezTo>
                  <a:cubicBezTo>
                    <a:pt x="0" y="74"/>
                    <a:pt x="0" y="74"/>
                    <a:pt x="0" y="74"/>
                  </a:cubicBezTo>
                  <a:cubicBezTo>
                    <a:pt x="0" y="0"/>
                    <a:pt x="0" y="0"/>
                    <a:pt x="0" y="0"/>
                  </a:cubicBezTo>
                  <a:cubicBezTo>
                    <a:pt x="44" y="0"/>
                    <a:pt x="44" y="0"/>
                    <a:pt x="44" y="0"/>
                  </a:cubicBezTo>
                  <a:cubicBezTo>
                    <a:pt x="58" y="0"/>
                    <a:pt x="65" y="5"/>
                    <a:pt x="65" y="16"/>
                  </a:cubicBezTo>
                  <a:cubicBezTo>
                    <a:pt x="65" y="29"/>
                    <a:pt x="65" y="29"/>
                    <a:pt x="65" y="29"/>
                  </a:cubicBezTo>
                  <a:cubicBezTo>
                    <a:pt x="65" y="33"/>
                    <a:pt x="63" y="37"/>
                    <a:pt x="59" y="40"/>
                  </a:cubicBezTo>
                  <a:cubicBezTo>
                    <a:pt x="56" y="43"/>
                    <a:pt x="51" y="44"/>
                    <a:pt x="45" y="44"/>
                  </a:cubicBezTo>
                  <a:cubicBezTo>
                    <a:pt x="30" y="44"/>
                    <a:pt x="30" y="44"/>
                    <a:pt x="30"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 name="Freeform 62"/>
            <p:cNvSpPr>
              <a:spLocks/>
            </p:cNvSpPr>
            <p:nvPr userDrawn="1"/>
          </p:nvSpPr>
          <p:spPr bwMode="auto">
            <a:xfrm>
              <a:off x="2847" y="2987"/>
              <a:ext cx="89" cy="112"/>
            </a:xfrm>
            <a:custGeom>
              <a:avLst/>
              <a:gdLst>
                <a:gd name="T0" fmla="*/ 57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6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7 w 59"/>
                <a:gd name="T35" fmla="*/ 32 h 74"/>
                <a:gd name="T36" fmla="*/ 57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6"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7" y="32"/>
                    <a:pt x="57" y="32"/>
                    <a:pt x="57" y="32"/>
                  </a:cubicBezTo>
                  <a:lnTo>
                    <a:pt x="57"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 name="Freeform 63"/>
            <p:cNvSpPr>
              <a:spLocks/>
            </p:cNvSpPr>
            <p:nvPr userDrawn="1"/>
          </p:nvSpPr>
          <p:spPr bwMode="auto">
            <a:xfrm>
              <a:off x="2995" y="2987"/>
              <a:ext cx="89" cy="112"/>
            </a:xfrm>
            <a:custGeom>
              <a:avLst/>
              <a:gdLst>
                <a:gd name="T0" fmla="*/ 59 w 59"/>
                <a:gd name="T1" fmla="*/ 11 h 74"/>
                <a:gd name="T2" fmla="*/ 25 w 59"/>
                <a:gd name="T3" fmla="*/ 11 h 74"/>
                <a:gd name="T4" fmla="*/ 14 w 59"/>
                <a:gd name="T5" fmla="*/ 14 h 74"/>
                <a:gd name="T6" fmla="*/ 13 w 59"/>
                <a:gd name="T7" fmla="*/ 24 h 74"/>
                <a:gd name="T8" fmla="*/ 16 w 59"/>
                <a:gd name="T9" fmla="*/ 30 h 74"/>
                <a:gd name="T10" fmla="*/ 25 w 59"/>
                <a:gd name="T11" fmla="*/ 31 h 74"/>
                <a:gd name="T12" fmla="*/ 39 w 59"/>
                <a:gd name="T13" fmla="*/ 31 h 74"/>
                <a:gd name="T14" fmla="*/ 53 w 59"/>
                <a:gd name="T15" fmla="*/ 35 h 74"/>
                <a:gd name="T16" fmla="*/ 58 w 59"/>
                <a:gd name="T17" fmla="*/ 47 h 74"/>
                <a:gd name="T18" fmla="*/ 58 w 59"/>
                <a:gd name="T19" fmla="*/ 58 h 74"/>
                <a:gd name="T20" fmla="*/ 53 w 59"/>
                <a:gd name="T21" fmla="*/ 70 h 74"/>
                <a:gd name="T22" fmla="*/ 38 w 59"/>
                <a:gd name="T23" fmla="*/ 74 h 74"/>
                <a:gd name="T24" fmla="*/ 0 w 59"/>
                <a:gd name="T25" fmla="*/ 74 h 74"/>
                <a:gd name="T26" fmla="*/ 0 w 59"/>
                <a:gd name="T27" fmla="*/ 63 h 74"/>
                <a:gd name="T28" fmla="*/ 34 w 59"/>
                <a:gd name="T29" fmla="*/ 63 h 74"/>
                <a:gd name="T30" fmla="*/ 44 w 59"/>
                <a:gd name="T31" fmla="*/ 60 h 74"/>
                <a:gd name="T32" fmla="*/ 45 w 59"/>
                <a:gd name="T33" fmla="*/ 50 h 74"/>
                <a:gd name="T34" fmla="*/ 34 w 59"/>
                <a:gd name="T35" fmla="*/ 42 h 74"/>
                <a:gd name="T36" fmla="*/ 20 w 59"/>
                <a:gd name="T37" fmla="*/ 42 h 74"/>
                <a:gd name="T38" fmla="*/ 6 w 59"/>
                <a:gd name="T39" fmla="*/ 38 h 74"/>
                <a:gd name="T40" fmla="*/ 0 w 59"/>
                <a:gd name="T41" fmla="*/ 27 h 74"/>
                <a:gd name="T42" fmla="*/ 0 w 59"/>
                <a:gd name="T43" fmla="*/ 16 h 74"/>
                <a:gd name="T44" fmla="*/ 6 w 59"/>
                <a:gd name="T45" fmla="*/ 3 h 74"/>
                <a:gd name="T46" fmla="*/ 20 w 59"/>
                <a:gd name="T47" fmla="*/ 0 h 74"/>
                <a:gd name="T48" fmla="*/ 59 w 59"/>
                <a:gd name="T49" fmla="*/ 0 h 74"/>
                <a:gd name="T50" fmla="*/ 59 w 59"/>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 h="74">
                  <a:moveTo>
                    <a:pt x="59" y="11"/>
                  </a:moveTo>
                  <a:cubicBezTo>
                    <a:pt x="25" y="11"/>
                    <a:pt x="25" y="11"/>
                    <a:pt x="25" y="11"/>
                  </a:cubicBezTo>
                  <a:cubicBezTo>
                    <a:pt x="19" y="11"/>
                    <a:pt x="16" y="12"/>
                    <a:pt x="14" y="14"/>
                  </a:cubicBezTo>
                  <a:cubicBezTo>
                    <a:pt x="13" y="16"/>
                    <a:pt x="13" y="19"/>
                    <a:pt x="13" y="24"/>
                  </a:cubicBezTo>
                  <a:cubicBezTo>
                    <a:pt x="13" y="26"/>
                    <a:pt x="14" y="28"/>
                    <a:pt x="16" y="30"/>
                  </a:cubicBezTo>
                  <a:cubicBezTo>
                    <a:pt x="18" y="31"/>
                    <a:pt x="21" y="31"/>
                    <a:pt x="25" y="31"/>
                  </a:cubicBezTo>
                  <a:cubicBezTo>
                    <a:pt x="39" y="31"/>
                    <a:pt x="39" y="31"/>
                    <a:pt x="39" y="31"/>
                  </a:cubicBezTo>
                  <a:cubicBezTo>
                    <a:pt x="45" y="31"/>
                    <a:pt x="49" y="33"/>
                    <a:pt x="53" y="35"/>
                  </a:cubicBezTo>
                  <a:cubicBezTo>
                    <a:pt x="57" y="38"/>
                    <a:pt x="58" y="42"/>
                    <a:pt x="58" y="47"/>
                  </a:cubicBezTo>
                  <a:cubicBezTo>
                    <a:pt x="58" y="58"/>
                    <a:pt x="58" y="58"/>
                    <a:pt x="58" y="58"/>
                  </a:cubicBezTo>
                  <a:cubicBezTo>
                    <a:pt x="58" y="63"/>
                    <a:pt x="57"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2" y="42"/>
                    <a:pt x="34" y="42"/>
                  </a:cubicBezTo>
                  <a:cubicBezTo>
                    <a:pt x="20" y="42"/>
                    <a:pt x="20" y="42"/>
                    <a:pt x="20" y="42"/>
                  </a:cubicBezTo>
                  <a:cubicBezTo>
                    <a:pt x="14" y="42"/>
                    <a:pt x="10" y="41"/>
                    <a:pt x="6" y="38"/>
                  </a:cubicBezTo>
                  <a:cubicBezTo>
                    <a:pt x="2" y="36"/>
                    <a:pt x="0" y="32"/>
                    <a:pt x="0" y="27"/>
                  </a:cubicBezTo>
                  <a:cubicBezTo>
                    <a:pt x="0" y="16"/>
                    <a:pt x="0" y="16"/>
                    <a:pt x="0" y="16"/>
                  </a:cubicBezTo>
                  <a:cubicBezTo>
                    <a:pt x="0" y="11"/>
                    <a:pt x="2" y="6"/>
                    <a:pt x="6" y="3"/>
                  </a:cubicBezTo>
                  <a:cubicBezTo>
                    <a:pt x="9" y="1"/>
                    <a:pt x="14" y="0"/>
                    <a:pt x="20" y="0"/>
                  </a:cubicBezTo>
                  <a:cubicBezTo>
                    <a:pt x="59" y="0"/>
                    <a:pt x="59" y="0"/>
                    <a:pt x="59" y="0"/>
                  </a:cubicBezTo>
                  <a:lnTo>
                    <a:pt x="59"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 name="Freeform 64"/>
            <p:cNvSpPr>
              <a:spLocks/>
            </p:cNvSpPr>
            <p:nvPr userDrawn="1"/>
          </p:nvSpPr>
          <p:spPr bwMode="auto">
            <a:xfrm>
              <a:off x="3132"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 name="Rectangle 65"/>
            <p:cNvSpPr>
              <a:spLocks noChangeArrowheads="1"/>
            </p:cNvSpPr>
            <p:nvPr userDrawn="1"/>
          </p:nvSpPr>
          <p:spPr bwMode="auto">
            <a:xfrm>
              <a:off x="3266" y="2987"/>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 name="Freeform 66"/>
            <p:cNvSpPr>
              <a:spLocks noEditPoints="1"/>
            </p:cNvSpPr>
            <p:nvPr userDrawn="1"/>
          </p:nvSpPr>
          <p:spPr bwMode="auto">
            <a:xfrm>
              <a:off x="3343" y="2959"/>
              <a:ext cx="89" cy="140"/>
            </a:xfrm>
            <a:custGeom>
              <a:avLst/>
              <a:gdLst>
                <a:gd name="T0" fmla="*/ 59 w 59"/>
                <a:gd name="T1" fmla="*/ 93 h 93"/>
                <a:gd name="T2" fmla="*/ 21 w 59"/>
                <a:gd name="T3" fmla="*/ 93 h 93"/>
                <a:gd name="T4" fmla="*/ 6 w 59"/>
                <a:gd name="T5" fmla="*/ 89 h 93"/>
                <a:gd name="T6" fmla="*/ 0 w 59"/>
                <a:gd name="T7" fmla="*/ 77 h 93"/>
                <a:gd name="T8" fmla="*/ 0 w 59"/>
                <a:gd name="T9" fmla="*/ 36 h 93"/>
                <a:gd name="T10" fmla="*/ 5 w 59"/>
                <a:gd name="T11" fmla="*/ 23 h 93"/>
                <a:gd name="T12" fmla="*/ 20 w 59"/>
                <a:gd name="T13" fmla="*/ 19 h 93"/>
                <a:gd name="T14" fmla="*/ 59 w 59"/>
                <a:gd name="T15" fmla="*/ 19 h 93"/>
                <a:gd name="T16" fmla="*/ 59 w 59"/>
                <a:gd name="T17" fmla="*/ 30 h 93"/>
                <a:gd name="T18" fmla="*/ 25 w 59"/>
                <a:gd name="T19" fmla="*/ 30 h 93"/>
                <a:gd name="T20" fmla="*/ 13 w 59"/>
                <a:gd name="T21" fmla="*/ 38 h 93"/>
                <a:gd name="T22" fmla="*/ 13 w 59"/>
                <a:gd name="T23" fmla="*/ 51 h 93"/>
                <a:gd name="T24" fmla="*/ 59 w 59"/>
                <a:gd name="T25" fmla="*/ 51 h 93"/>
                <a:gd name="T26" fmla="*/ 59 w 59"/>
                <a:gd name="T27" fmla="*/ 62 h 93"/>
                <a:gd name="T28" fmla="*/ 13 w 59"/>
                <a:gd name="T29" fmla="*/ 62 h 93"/>
                <a:gd name="T30" fmla="*/ 13 w 59"/>
                <a:gd name="T31" fmla="*/ 74 h 93"/>
                <a:gd name="T32" fmla="*/ 25 w 59"/>
                <a:gd name="T33" fmla="*/ 82 h 93"/>
                <a:gd name="T34" fmla="*/ 59 w 59"/>
                <a:gd name="T35" fmla="*/ 82 h 93"/>
                <a:gd name="T36" fmla="*/ 59 w 59"/>
                <a:gd name="T37" fmla="*/ 93 h 93"/>
                <a:gd name="T38" fmla="*/ 44 w 59"/>
                <a:gd name="T39" fmla="*/ 13 h 93"/>
                <a:gd name="T40" fmla="*/ 34 w 59"/>
                <a:gd name="T41" fmla="*/ 13 h 93"/>
                <a:gd name="T42" fmla="*/ 24 w 59"/>
                <a:gd name="T43" fmla="*/ 0 h 93"/>
                <a:gd name="T44" fmla="*/ 35 w 59"/>
                <a:gd name="T45" fmla="*/ 0 h 93"/>
                <a:gd name="T46" fmla="*/ 44 w 59"/>
                <a:gd name="T47" fmla="*/ 1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3">
                  <a:moveTo>
                    <a:pt x="59" y="93"/>
                  </a:moveTo>
                  <a:cubicBezTo>
                    <a:pt x="21" y="93"/>
                    <a:pt x="21" y="93"/>
                    <a:pt x="21" y="93"/>
                  </a:cubicBezTo>
                  <a:cubicBezTo>
                    <a:pt x="15" y="93"/>
                    <a:pt x="10" y="92"/>
                    <a:pt x="6" y="89"/>
                  </a:cubicBezTo>
                  <a:cubicBezTo>
                    <a:pt x="2" y="87"/>
                    <a:pt x="0" y="83"/>
                    <a:pt x="0" y="77"/>
                  </a:cubicBezTo>
                  <a:cubicBezTo>
                    <a:pt x="0" y="36"/>
                    <a:pt x="0" y="36"/>
                    <a:pt x="0" y="36"/>
                  </a:cubicBezTo>
                  <a:cubicBezTo>
                    <a:pt x="0" y="30"/>
                    <a:pt x="2" y="26"/>
                    <a:pt x="5" y="23"/>
                  </a:cubicBezTo>
                  <a:cubicBezTo>
                    <a:pt x="9" y="21"/>
                    <a:pt x="14" y="19"/>
                    <a:pt x="20" y="19"/>
                  </a:cubicBezTo>
                  <a:cubicBezTo>
                    <a:pt x="59" y="19"/>
                    <a:pt x="59" y="19"/>
                    <a:pt x="59" y="19"/>
                  </a:cubicBezTo>
                  <a:cubicBezTo>
                    <a:pt x="59" y="30"/>
                    <a:pt x="59" y="30"/>
                    <a:pt x="59" y="30"/>
                  </a:cubicBezTo>
                  <a:cubicBezTo>
                    <a:pt x="25" y="30"/>
                    <a:pt x="25" y="30"/>
                    <a:pt x="25" y="30"/>
                  </a:cubicBezTo>
                  <a:cubicBezTo>
                    <a:pt x="17" y="30"/>
                    <a:pt x="13" y="33"/>
                    <a:pt x="13" y="38"/>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2"/>
                    <a:pt x="25" y="82"/>
                  </a:cubicBezTo>
                  <a:cubicBezTo>
                    <a:pt x="59" y="82"/>
                    <a:pt x="59" y="82"/>
                    <a:pt x="59" y="82"/>
                  </a:cubicBezTo>
                  <a:lnTo>
                    <a:pt x="59" y="93"/>
                  </a:lnTo>
                  <a:close/>
                  <a:moveTo>
                    <a:pt x="44" y="13"/>
                  </a:moveTo>
                  <a:cubicBezTo>
                    <a:pt x="34" y="13"/>
                    <a:pt x="34" y="13"/>
                    <a:pt x="34" y="13"/>
                  </a:cubicBezTo>
                  <a:cubicBezTo>
                    <a:pt x="24" y="0"/>
                    <a:pt x="24" y="0"/>
                    <a:pt x="24" y="0"/>
                  </a:cubicBezTo>
                  <a:cubicBezTo>
                    <a:pt x="35" y="0"/>
                    <a:pt x="35" y="0"/>
                    <a:pt x="35" y="0"/>
                  </a:cubicBezTo>
                  <a:lnTo>
                    <a:pt x="44" y="1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 name="Freeform 67"/>
            <p:cNvSpPr>
              <a:spLocks/>
            </p:cNvSpPr>
            <p:nvPr userDrawn="1"/>
          </p:nvSpPr>
          <p:spPr bwMode="auto">
            <a:xfrm>
              <a:off x="3486" y="2987"/>
              <a:ext cx="98" cy="112"/>
            </a:xfrm>
            <a:custGeom>
              <a:avLst/>
              <a:gdLst>
                <a:gd name="T0" fmla="*/ 65 w 65"/>
                <a:gd name="T1" fmla="*/ 74 h 74"/>
                <a:gd name="T2" fmla="*/ 49 w 65"/>
                <a:gd name="T3" fmla="*/ 74 h 74"/>
                <a:gd name="T4" fmla="*/ 16 w 65"/>
                <a:gd name="T5" fmla="*/ 46 h 74"/>
                <a:gd name="T6" fmla="*/ 15 w 65"/>
                <a:gd name="T7" fmla="*/ 41 h 74"/>
                <a:gd name="T8" fmla="*/ 23 w 65"/>
                <a:gd name="T9" fmla="*/ 35 h 74"/>
                <a:gd name="T10" fmla="*/ 42 w 65"/>
                <a:gd name="T11" fmla="*/ 35 h 74"/>
                <a:gd name="T12" fmla="*/ 52 w 65"/>
                <a:gd name="T13" fmla="*/ 27 h 74"/>
                <a:gd name="T14" fmla="*/ 52 w 65"/>
                <a:gd name="T15" fmla="*/ 19 h 74"/>
                <a:gd name="T16" fmla="*/ 41 w 65"/>
                <a:gd name="T17" fmla="*/ 11 h 74"/>
                <a:gd name="T18" fmla="*/ 14 w 65"/>
                <a:gd name="T19" fmla="*/ 11 h 74"/>
                <a:gd name="T20" fmla="*/ 14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6"/>
                    <a:pt x="16" y="46"/>
                    <a:pt x="16" y="46"/>
                  </a:cubicBezTo>
                  <a:cubicBezTo>
                    <a:pt x="15" y="45"/>
                    <a:pt x="15" y="43"/>
                    <a:pt x="15" y="41"/>
                  </a:cubicBezTo>
                  <a:cubicBezTo>
                    <a:pt x="15" y="37"/>
                    <a:pt x="18" y="35"/>
                    <a:pt x="23" y="35"/>
                  </a:cubicBezTo>
                  <a:cubicBezTo>
                    <a:pt x="42" y="35"/>
                    <a:pt x="42" y="35"/>
                    <a:pt x="42" y="35"/>
                  </a:cubicBezTo>
                  <a:cubicBezTo>
                    <a:pt x="49" y="35"/>
                    <a:pt x="52" y="32"/>
                    <a:pt x="52" y="27"/>
                  </a:cubicBezTo>
                  <a:cubicBezTo>
                    <a:pt x="52" y="19"/>
                    <a:pt x="52" y="19"/>
                    <a:pt x="52" y="19"/>
                  </a:cubicBezTo>
                  <a:cubicBezTo>
                    <a:pt x="52" y="14"/>
                    <a:pt x="48" y="11"/>
                    <a:pt x="41" y="11"/>
                  </a:cubicBezTo>
                  <a:cubicBezTo>
                    <a:pt x="14" y="11"/>
                    <a:pt x="14" y="11"/>
                    <a:pt x="14" y="11"/>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4" y="37"/>
                    <a:pt x="60" y="40"/>
                  </a:cubicBezTo>
                  <a:cubicBezTo>
                    <a:pt x="57" y="43"/>
                    <a:pt x="52"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 name="Freeform 68"/>
            <p:cNvSpPr>
              <a:spLocks/>
            </p:cNvSpPr>
            <p:nvPr userDrawn="1"/>
          </p:nvSpPr>
          <p:spPr bwMode="auto">
            <a:xfrm>
              <a:off x="3638" y="2987"/>
              <a:ext cx="89" cy="112"/>
            </a:xfrm>
            <a:custGeom>
              <a:avLst/>
              <a:gdLst>
                <a:gd name="T0" fmla="*/ 56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5"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 name="Rectangle 69"/>
            <p:cNvSpPr>
              <a:spLocks noChangeArrowheads="1"/>
            </p:cNvSpPr>
            <p:nvPr userDrawn="1"/>
          </p:nvSpPr>
          <p:spPr bwMode="auto">
            <a:xfrm>
              <a:off x="2023" y="1245"/>
              <a:ext cx="148" cy="751"/>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 name="Freeform 70"/>
            <p:cNvSpPr>
              <a:spLocks/>
            </p:cNvSpPr>
            <p:nvPr userDrawn="1"/>
          </p:nvSpPr>
          <p:spPr bwMode="auto">
            <a:xfrm>
              <a:off x="3145" y="1221"/>
              <a:ext cx="588" cy="801"/>
            </a:xfrm>
            <a:custGeom>
              <a:avLst/>
              <a:gdLst>
                <a:gd name="T0" fmla="*/ 299 w 390"/>
                <a:gd name="T1" fmla="*/ 16 h 531"/>
                <a:gd name="T2" fmla="*/ 299 w 390"/>
                <a:gd name="T3" fmla="*/ 314 h 531"/>
                <a:gd name="T4" fmla="*/ 15 w 390"/>
                <a:gd name="T5" fmla="*/ 0 h 531"/>
                <a:gd name="T6" fmla="*/ 0 w 390"/>
                <a:gd name="T7" fmla="*/ 0 h 531"/>
                <a:gd name="T8" fmla="*/ 0 w 390"/>
                <a:gd name="T9" fmla="*/ 514 h 531"/>
                <a:gd name="T10" fmla="*/ 91 w 390"/>
                <a:gd name="T11" fmla="*/ 514 h 531"/>
                <a:gd name="T12" fmla="*/ 91 w 390"/>
                <a:gd name="T13" fmla="*/ 220 h 531"/>
                <a:gd name="T14" fmla="*/ 374 w 390"/>
                <a:gd name="T15" fmla="*/ 531 h 531"/>
                <a:gd name="T16" fmla="*/ 390 w 390"/>
                <a:gd name="T17" fmla="*/ 531 h 531"/>
                <a:gd name="T18" fmla="*/ 390 w 390"/>
                <a:gd name="T19" fmla="*/ 16 h 531"/>
                <a:gd name="T20" fmla="*/ 299 w 390"/>
                <a:gd name="T21" fmla="*/ 1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0" h="531">
                  <a:moveTo>
                    <a:pt x="299" y="16"/>
                  </a:moveTo>
                  <a:cubicBezTo>
                    <a:pt x="299" y="314"/>
                    <a:pt x="299" y="314"/>
                    <a:pt x="299" y="314"/>
                  </a:cubicBezTo>
                  <a:cubicBezTo>
                    <a:pt x="283" y="296"/>
                    <a:pt x="15" y="0"/>
                    <a:pt x="15" y="0"/>
                  </a:cubicBezTo>
                  <a:cubicBezTo>
                    <a:pt x="0" y="0"/>
                    <a:pt x="0" y="0"/>
                    <a:pt x="0" y="0"/>
                  </a:cubicBezTo>
                  <a:cubicBezTo>
                    <a:pt x="0" y="514"/>
                    <a:pt x="0" y="514"/>
                    <a:pt x="0" y="514"/>
                  </a:cubicBezTo>
                  <a:cubicBezTo>
                    <a:pt x="91" y="514"/>
                    <a:pt x="91" y="514"/>
                    <a:pt x="91" y="514"/>
                  </a:cubicBezTo>
                  <a:cubicBezTo>
                    <a:pt x="91" y="220"/>
                    <a:pt x="91" y="220"/>
                    <a:pt x="91" y="220"/>
                  </a:cubicBezTo>
                  <a:cubicBezTo>
                    <a:pt x="107" y="238"/>
                    <a:pt x="374" y="531"/>
                    <a:pt x="374" y="531"/>
                  </a:cubicBezTo>
                  <a:cubicBezTo>
                    <a:pt x="390" y="531"/>
                    <a:pt x="390" y="531"/>
                    <a:pt x="390" y="531"/>
                  </a:cubicBezTo>
                  <a:cubicBezTo>
                    <a:pt x="390" y="16"/>
                    <a:pt x="390" y="16"/>
                    <a:pt x="390" y="16"/>
                  </a:cubicBezTo>
                  <a:lnTo>
                    <a:pt x="299" y="1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 name="Freeform 71"/>
            <p:cNvSpPr>
              <a:spLocks/>
            </p:cNvSpPr>
            <p:nvPr userDrawn="1"/>
          </p:nvSpPr>
          <p:spPr bwMode="auto">
            <a:xfrm>
              <a:off x="2286" y="1221"/>
              <a:ext cx="687" cy="801"/>
            </a:xfrm>
            <a:custGeom>
              <a:avLst/>
              <a:gdLst>
                <a:gd name="T0" fmla="*/ 365 w 456"/>
                <a:gd name="T1" fmla="*/ 370 h 531"/>
                <a:gd name="T2" fmla="*/ 360 w 456"/>
                <a:gd name="T3" fmla="*/ 370 h 531"/>
                <a:gd name="T4" fmla="*/ 360 w 456"/>
                <a:gd name="T5" fmla="*/ 422 h 531"/>
                <a:gd name="T6" fmla="*/ 272 w 456"/>
                <a:gd name="T7" fmla="*/ 439 h 531"/>
                <a:gd name="T8" fmla="*/ 97 w 456"/>
                <a:gd name="T9" fmla="*/ 257 h 531"/>
                <a:gd name="T10" fmla="*/ 266 w 456"/>
                <a:gd name="T11" fmla="*/ 88 h 531"/>
                <a:gd name="T12" fmla="*/ 411 w 456"/>
                <a:gd name="T13" fmla="*/ 153 h 531"/>
                <a:gd name="T14" fmla="*/ 419 w 456"/>
                <a:gd name="T15" fmla="*/ 162 h 531"/>
                <a:gd name="T16" fmla="*/ 426 w 456"/>
                <a:gd name="T17" fmla="*/ 49 h 531"/>
                <a:gd name="T18" fmla="*/ 424 w 456"/>
                <a:gd name="T19" fmla="*/ 47 h 531"/>
                <a:gd name="T20" fmla="*/ 382 w 456"/>
                <a:gd name="T21" fmla="*/ 24 h 531"/>
                <a:gd name="T22" fmla="*/ 268 w 456"/>
                <a:gd name="T23" fmla="*/ 0 h 531"/>
                <a:gd name="T24" fmla="*/ 75 w 456"/>
                <a:gd name="T25" fmla="*/ 74 h 531"/>
                <a:gd name="T26" fmla="*/ 0 w 456"/>
                <a:gd name="T27" fmla="*/ 264 h 531"/>
                <a:gd name="T28" fmla="*/ 262 w 456"/>
                <a:gd name="T29" fmla="*/ 531 h 531"/>
                <a:gd name="T30" fmla="*/ 380 w 456"/>
                <a:gd name="T31" fmla="*/ 512 h 531"/>
                <a:gd name="T32" fmla="*/ 453 w 456"/>
                <a:gd name="T33" fmla="*/ 482 h 531"/>
                <a:gd name="T34" fmla="*/ 456 w 456"/>
                <a:gd name="T35" fmla="*/ 481 h 531"/>
                <a:gd name="T36" fmla="*/ 456 w 456"/>
                <a:gd name="T37" fmla="*/ 355 h 531"/>
                <a:gd name="T38" fmla="*/ 450 w 456"/>
                <a:gd name="T39" fmla="*/ 357 h 531"/>
                <a:gd name="T40" fmla="*/ 365 w 456"/>
                <a:gd name="T41" fmla="*/ 37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6" h="531">
                  <a:moveTo>
                    <a:pt x="365" y="370"/>
                  </a:moveTo>
                  <a:cubicBezTo>
                    <a:pt x="360" y="370"/>
                    <a:pt x="360" y="370"/>
                    <a:pt x="360" y="370"/>
                  </a:cubicBezTo>
                  <a:cubicBezTo>
                    <a:pt x="360" y="422"/>
                    <a:pt x="360" y="422"/>
                    <a:pt x="360" y="422"/>
                  </a:cubicBezTo>
                  <a:cubicBezTo>
                    <a:pt x="327" y="434"/>
                    <a:pt x="302" y="439"/>
                    <a:pt x="272" y="439"/>
                  </a:cubicBezTo>
                  <a:cubicBezTo>
                    <a:pt x="166" y="439"/>
                    <a:pt x="97" y="368"/>
                    <a:pt x="97" y="257"/>
                  </a:cubicBezTo>
                  <a:cubicBezTo>
                    <a:pt x="97" y="153"/>
                    <a:pt x="162" y="88"/>
                    <a:pt x="266" y="88"/>
                  </a:cubicBezTo>
                  <a:cubicBezTo>
                    <a:pt x="325" y="88"/>
                    <a:pt x="374" y="110"/>
                    <a:pt x="411" y="153"/>
                  </a:cubicBezTo>
                  <a:cubicBezTo>
                    <a:pt x="419" y="162"/>
                    <a:pt x="419" y="162"/>
                    <a:pt x="419" y="162"/>
                  </a:cubicBezTo>
                  <a:cubicBezTo>
                    <a:pt x="426" y="49"/>
                    <a:pt x="426" y="49"/>
                    <a:pt x="426" y="49"/>
                  </a:cubicBezTo>
                  <a:cubicBezTo>
                    <a:pt x="424" y="47"/>
                    <a:pt x="424" y="47"/>
                    <a:pt x="424" y="47"/>
                  </a:cubicBezTo>
                  <a:cubicBezTo>
                    <a:pt x="408" y="36"/>
                    <a:pt x="401" y="32"/>
                    <a:pt x="382" y="24"/>
                  </a:cubicBezTo>
                  <a:cubicBezTo>
                    <a:pt x="343" y="7"/>
                    <a:pt x="310" y="0"/>
                    <a:pt x="268" y="0"/>
                  </a:cubicBezTo>
                  <a:cubicBezTo>
                    <a:pt x="192" y="0"/>
                    <a:pt x="124" y="26"/>
                    <a:pt x="75" y="74"/>
                  </a:cubicBezTo>
                  <a:cubicBezTo>
                    <a:pt x="27" y="121"/>
                    <a:pt x="0" y="189"/>
                    <a:pt x="0" y="264"/>
                  </a:cubicBezTo>
                  <a:cubicBezTo>
                    <a:pt x="0" y="418"/>
                    <a:pt x="110" y="531"/>
                    <a:pt x="262" y="531"/>
                  </a:cubicBezTo>
                  <a:cubicBezTo>
                    <a:pt x="300" y="531"/>
                    <a:pt x="343" y="524"/>
                    <a:pt x="380" y="512"/>
                  </a:cubicBezTo>
                  <a:cubicBezTo>
                    <a:pt x="406" y="505"/>
                    <a:pt x="420" y="499"/>
                    <a:pt x="453" y="482"/>
                  </a:cubicBezTo>
                  <a:cubicBezTo>
                    <a:pt x="456" y="481"/>
                    <a:pt x="456" y="481"/>
                    <a:pt x="456" y="481"/>
                  </a:cubicBezTo>
                  <a:cubicBezTo>
                    <a:pt x="456" y="355"/>
                    <a:pt x="456" y="355"/>
                    <a:pt x="456" y="355"/>
                  </a:cubicBezTo>
                  <a:cubicBezTo>
                    <a:pt x="450" y="357"/>
                    <a:pt x="450" y="357"/>
                    <a:pt x="450" y="357"/>
                  </a:cubicBezTo>
                  <a:cubicBezTo>
                    <a:pt x="423" y="367"/>
                    <a:pt x="395" y="371"/>
                    <a:pt x="365" y="370"/>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 name="Freeform 72"/>
            <p:cNvSpPr>
              <a:spLocks/>
            </p:cNvSpPr>
            <p:nvPr userDrawn="1"/>
          </p:nvSpPr>
          <p:spPr bwMode="auto">
            <a:xfrm>
              <a:off x="2547" y="1514"/>
              <a:ext cx="469" cy="241"/>
            </a:xfrm>
            <a:custGeom>
              <a:avLst/>
              <a:gdLst>
                <a:gd name="T0" fmla="*/ 173 w 311"/>
                <a:gd name="T1" fmla="*/ 16 h 160"/>
                <a:gd name="T2" fmla="*/ 172 w 311"/>
                <a:gd name="T3" fmla="*/ 16 h 160"/>
                <a:gd name="T4" fmla="*/ 0 w 311"/>
                <a:gd name="T5" fmla="*/ 40 h 160"/>
                <a:gd name="T6" fmla="*/ 139 w 311"/>
                <a:gd name="T7" fmla="*/ 144 h 160"/>
                <a:gd name="T8" fmla="*/ 139 w 311"/>
                <a:gd name="T9" fmla="*/ 144 h 160"/>
                <a:gd name="T10" fmla="*/ 311 w 311"/>
                <a:gd name="T11" fmla="*/ 120 h 160"/>
                <a:gd name="T12" fmla="*/ 173 w 311"/>
                <a:gd name="T13" fmla="*/ 16 h 160"/>
              </a:gdLst>
              <a:ahLst/>
              <a:cxnLst>
                <a:cxn ang="0">
                  <a:pos x="T0" y="T1"/>
                </a:cxn>
                <a:cxn ang="0">
                  <a:pos x="T2" y="T3"/>
                </a:cxn>
                <a:cxn ang="0">
                  <a:pos x="T4" y="T5"/>
                </a:cxn>
                <a:cxn ang="0">
                  <a:pos x="T6" y="T7"/>
                </a:cxn>
                <a:cxn ang="0">
                  <a:pos x="T8" y="T9"/>
                </a:cxn>
                <a:cxn ang="0">
                  <a:pos x="T10" y="T11"/>
                </a:cxn>
                <a:cxn ang="0">
                  <a:pos x="T12" y="T13"/>
                </a:cxn>
              </a:cxnLst>
              <a:rect l="0" t="0" r="r" b="b"/>
              <a:pathLst>
                <a:path w="311" h="160">
                  <a:moveTo>
                    <a:pt x="173" y="16"/>
                  </a:moveTo>
                  <a:cubicBezTo>
                    <a:pt x="172" y="16"/>
                    <a:pt x="172" y="16"/>
                    <a:pt x="172" y="16"/>
                  </a:cubicBezTo>
                  <a:cubicBezTo>
                    <a:pt x="110" y="0"/>
                    <a:pt x="47" y="9"/>
                    <a:pt x="0" y="40"/>
                  </a:cubicBezTo>
                  <a:cubicBezTo>
                    <a:pt x="26" y="89"/>
                    <a:pt x="77" y="127"/>
                    <a:pt x="139" y="144"/>
                  </a:cubicBezTo>
                  <a:cubicBezTo>
                    <a:pt x="139" y="144"/>
                    <a:pt x="139" y="144"/>
                    <a:pt x="139" y="144"/>
                  </a:cubicBezTo>
                  <a:cubicBezTo>
                    <a:pt x="201" y="160"/>
                    <a:pt x="264" y="151"/>
                    <a:pt x="311" y="120"/>
                  </a:cubicBezTo>
                  <a:cubicBezTo>
                    <a:pt x="285" y="71"/>
                    <a:pt x="234" y="32"/>
                    <a:pt x="173" y="16"/>
                  </a:cubicBezTo>
                  <a:close/>
                </a:path>
              </a:pathLst>
            </a:custGeom>
            <a:solidFill>
              <a:srgbClr val="94C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937" name="Groupe 2936"/>
          <p:cNvGrpSpPr/>
          <p:nvPr userDrawn="1"/>
        </p:nvGrpSpPr>
        <p:grpSpPr>
          <a:xfrm>
            <a:off x="3660861" y="570436"/>
            <a:ext cx="4516967" cy="2699223"/>
            <a:chOff x="2745640" y="570435"/>
            <a:chExt cx="3387725" cy="2699223"/>
          </a:xfrm>
        </p:grpSpPr>
        <p:grpSp>
          <p:nvGrpSpPr>
            <p:cNvPr id="2011" name="Groupe 2010"/>
            <p:cNvGrpSpPr/>
            <p:nvPr userDrawn="1"/>
          </p:nvGrpSpPr>
          <p:grpSpPr>
            <a:xfrm>
              <a:off x="2745640" y="570435"/>
              <a:ext cx="3387725" cy="111917"/>
              <a:chOff x="2746375" y="570435"/>
              <a:chExt cx="3387725" cy="111917"/>
            </a:xfrm>
          </p:grpSpPr>
          <p:sp>
            <p:nvSpPr>
              <p:cNvPr id="1801"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2"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3"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4"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5"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6"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7"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8"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09"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0"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1"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2"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3"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4"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5"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6"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7"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8"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19"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0"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1"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2"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3"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4"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5"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6"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7"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8"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29"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0"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1"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2"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3"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4"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5"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6"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7"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8"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39"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0"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1"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2"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3"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4"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5"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6"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7"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8"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49"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0"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1"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2"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3"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4"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5"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6"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7"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8"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59"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0"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1"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2"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3"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4"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5"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6"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7"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8"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69"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70"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12" name="Groupe 2011"/>
            <p:cNvGrpSpPr/>
            <p:nvPr userDrawn="1"/>
          </p:nvGrpSpPr>
          <p:grpSpPr>
            <a:xfrm>
              <a:off x="2745640" y="769459"/>
              <a:ext cx="3387725" cy="111917"/>
              <a:chOff x="2746375" y="570435"/>
              <a:chExt cx="3387725" cy="111917"/>
            </a:xfrm>
          </p:grpSpPr>
          <p:sp>
            <p:nvSpPr>
              <p:cNvPr id="201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1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2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3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4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5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6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7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083" name="Groupe 2082"/>
            <p:cNvGrpSpPr/>
            <p:nvPr userDrawn="1"/>
          </p:nvGrpSpPr>
          <p:grpSpPr>
            <a:xfrm>
              <a:off x="2745640" y="968483"/>
              <a:ext cx="3387725" cy="111917"/>
              <a:chOff x="2746375" y="570435"/>
              <a:chExt cx="3387725" cy="111917"/>
            </a:xfrm>
          </p:grpSpPr>
          <p:sp>
            <p:nvSpPr>
              <p:cNvPr id="2084"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5"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6"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7"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8"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89"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0"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1"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2"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3"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4"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5"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6"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7"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8"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99"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0"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1"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2"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3"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4"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5"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6"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7"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8"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09"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0"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1"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2"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3"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4"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5"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6"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7"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8"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19"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0"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1"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2"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3"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4"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5"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6"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7"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8"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29"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0"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1"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2"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3"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4"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5"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6"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7"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8"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39"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0"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1"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2"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3"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4"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5"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6"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7"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8"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49"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0"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1"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2"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3"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154" name="Groupe 2153"/>
            <p:cNvGrpSpPr/>
            <p:nvPr userDrawn="1"/>
          </p:nvGrpSpPr>
          <p:grpSpPr>
            <a:xfrm>
              <a:off x="2745640" y="1167507"/>
              <a:ext cx="3387725" cy="111917"/>
              <a:chOff x="2746375" y="570435"/>
              <a:chExt cx="3387725" cy="111917"/>
            </a:xfrm>
          </p:grpSpPr>
          <p:sp>
            <p:nvSpPr>
              <p:cNvPr id="215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5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6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7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8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9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0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1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225" name="Groupe 2224"/>
            <p:cNvGrpSpPr/>
            <p:nvPr userDrawn="1"/>
          </p:nvGrpSpPr>
          <p:grpSpPr>
            <a:xfrm>
              <a:off x="2745640" y="1366531"/>
              <a:ext cx="3387725" cy="111917"/>
              <a:chOff x="2746375" y="570435"/>
              <a:chExt cx="3387725" cy="111917"/>
            </a:xfrm>
          </p:grpSpPr>
          <p:sp>
            <p:nvSpPr>
              <p:cNvPr id="2226"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7"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8"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29"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0"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1"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2"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3"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4"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5"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6"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7"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8"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39"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0"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1"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2"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3"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4"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5"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6"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7"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8"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49"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0"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1"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2"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3"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4"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5"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6"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7"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8"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59"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0"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1"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2"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3"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4"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5"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6"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7"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8"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69"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0"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1"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2"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3"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4"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5"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6"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7"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8"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79"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0"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1"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2"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3"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4"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5"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6"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7"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8"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89"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0"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1"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2"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3"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4"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5"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296" name="Groupe 2295"/>
            <p:cNvGrpSpPr/>
            <p:nvPr userDrawn="1"/>
          </p:nvGrpSpPr>
          <p:grpSpPr>
            <a:xfrm>
              <a:off x="2745640" y="1565555"/>
              <a:ext cx="3387725" cy="111917"/>
              <a:chOff x="2746375" y="570435"/>
              <a:chExt cx="3387725" cy="111917"/>
            </a:xfrm>
          </p:grpSpPr>
          <p:sp>
            <p:nvSpPr>
              <p:cNvPr id="2297"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8"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99"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0"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1"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2"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3"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4"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5"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6"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7"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8"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09"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0"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1"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2"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3"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4"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5"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6"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7"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8"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19"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0"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1"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2"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3"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4"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5"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6"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7"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8"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29"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0"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1"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2"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3"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4"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5"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6"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7"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8"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39"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0"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1"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2"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3"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4"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5"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6"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7"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8"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49"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0"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1"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2"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3"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4"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5"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6"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7"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8"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59"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0"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1"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2"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3"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4"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5"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66"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69" name="Groupe 2368"/>
            <p:cNvGrpSpPr/>
            <p:nvPr userDrawn="1"/>
          </p:nvGrpSpPr>
          <p:grpSpPr>
            <a:xfrm>
              <a:off x="2745640" y="1764579"/>
              <a:ext cx="3387725" cy="111917"/>
              <a:chOff x="2746375" y="570435"/>
              <a:chExt cx="3387725" cy="111917"/>
            </a:xfrm>
          </p:grpSpPr>
          <p:sp>
            <p:nvSpPr>
              <p:cNvPr id="272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3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4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5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6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7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8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0" name="Groupe 2369"/>
            <p:cNvGrpSpPr/>
            <p:nvPr userDrawn="1"/>
          </p:nvGrpSpPr>
          <p:grpSpPr>
            <a:xfrm>
              <a:off x="2745640" y="1963603"/>
              <a:ext cx="3387725" cy="111917"/>
              <a:chOff x="2746375" y="570435"/>
              <a:chExt cx="3387725" cy="111917"/>
            </a:xfrm>
          </p:grpSpPr>
          <p:sp>
            <p:nvSpPr>
              <p:cNvPr id="265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6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7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8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9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0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1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2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1" name="Groupe 2370"/>
            <p:cNvGrpSpPr/>
            <p:nvPr userDrawn="1"/>
          </p:nvGrpSpPr>
          <p:grpSpPr>
            <a:xfrm>
              <a:off x="2745640" y="2162627"/>
              <a:ext cx="3387725" cy="111917"/>
              <a:chOff x="2746375" y="570435"/>
              <a:chExt cx="3387725" cy="111917"/>
            </a:xfrm>
          </p:grpSpPr>
          <p:sp>
            <p:nvSpPr>
              <p:cNvPr id="258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9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0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1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2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3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4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5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2" name="Groupe 2371"/>
            <p:cNvGrpSpPr/>
            <p:nvPr userDrawn="1"/>
          </p:nvGrpSpPr>
          <p:grpSpPr>
            <a:xfrm>
              <a:off x="2745640" y="2361651"/>
              <a:ext cx="3387725" cy="111917"/>
              <a:chOff x="2746375" y="570435"/>
              <a:chExt cx="3387725" cy="111917"/>
            </a:xfrm>
          </p:grpSpPr>
          <p:sp>
            <p:nvSpPr>
              <p:cNvPr id="251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2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3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4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5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6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7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8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3" name="Groupe 2372"/>
            <p:cNvGrpSpPr/>
            <p:nvPr userDrawn="1"/>
          </p:nvGrpSpPr>
          <p:grpSpPr>
            <a:xfrm>
              <a:off x="2745640" y="2560675"/>
              <a:ext cx="3387725" cy="111917"/>
              <a:chOff x="2746375" y="570435"/>
              <a:chExt cx="3387725" cy="111917"/>
            </a:xfrm>
          </p:grpSpPr>
          <p:sp>
            <p:nvSpPr>
              <p:cNvPr id="244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5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6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7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8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9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0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1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374" name="Groupe 2373"/>
            <p:cNvGrpSpPr/>
            <p:nvPr userDrawn="1"/>
          </p:nvGrpSpPr>
          <p:grpSpPr>
            <a:xfrm>
              <a:off x="2745640" y="2759699"/>
              <a:ext cx="3387725" cy="111917"/>
              <a:chOff x="2746375" y="570435"/>
              <a:chExt cx="3387725" cy="111917"/>
            </a:xfrm>
          </p:grpSpPr>
          <p:sp>
            <p:nvSpPr>
              <p:cNvPr id="2375"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6"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7"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8"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79"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0"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1"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2"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3"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4"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5"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6"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7"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8"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89"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0"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1"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2"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3"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4"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5"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6"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7"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8"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99"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0"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1"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2"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3"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4"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5"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6"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7"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8"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09"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0"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1"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2"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3"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4"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5"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6"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7"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8"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19"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0"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1"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2"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3"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4"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5"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6"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7"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8"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29"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0"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1"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2"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3"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4"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5"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6"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7"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8"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39"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0"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1"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2"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3"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44"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795" name="Groupe 2794"/>
            <p:cNvGrpSpPr/>
            <p:nvPr userDrawn="1"/>
          </p:nvGrpSpPr>
          <p:grpSpPr>
            <a:xfrm>
              <a:off x="2745640" y="2958723"/>
              <a:ext cx="3387725" cy="111917"/>
              <a:chOff x="2746375" y="570435"/>
              <a:chExt cx="3387725" cy="111917"/>
            </a:xfrm>
          </p:grpSpPr>
          <p:sp>
            <p:nvSpPr>
              <p:cNvPr id="2796"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7"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8"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99"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0"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1"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2"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3"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4"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5"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6"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7"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8"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09"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0"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1"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2"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3"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4"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5"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6"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7"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8"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19"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0"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1"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2"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3"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4"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5"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6"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7"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8"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29"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0"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1"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2"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3"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4"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5"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6"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7"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8"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39"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0"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1"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2"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3"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4"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5"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6"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7"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8"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49"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0"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1"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2"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3"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4"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5"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6"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7"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8"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59"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0"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1"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2"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3"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4"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5"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nvGrpSpPr>
            <p:cNvPr id="2866" name="Groupe 2865"/>
            <p:cNvGrpSpPr/>
            <p:nvPr userDrawn="1"/>
          </p:nvGrpSpPr>
          <p:grpSpPr>
            <a:xfrm>
              <a:off x="2745640" y="3157741"/>
              <a:ext cx="3387725" cy="111917"/>
              <a:chOff x="2746375" y="570435"/>
              <a:chExt cx="3387725" cy="111917"/>
            </a:xfrm>
          </p:grpSpPr>
          <p:sp>
            <p:nvSpPr>
              <p:cNvPr id="2867"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8"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69"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0"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1"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2"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3"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4"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5"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6"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7"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8"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79"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0"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1"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2"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3"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4"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5"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6"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7"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8"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89"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0"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1"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2"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3"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4"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5"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6"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7"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8"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99"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0"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1"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2"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3"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4"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5"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6"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7"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8"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09"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0"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1"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2"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3"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4"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5"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6"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7"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8"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19"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0"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1"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2"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3"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4"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5"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6"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7"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8"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29"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0"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1"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2"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3"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4"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5"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36"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grpSp>
      <p:sp>
        <p:nvSpPr>
          <p:cNvPr id="4" name="Espace réservé du texte 3"/>
          <p:cNvSpPr>
            <a:spLocks noGrp="1"/>
          </p:cNvSpPr>
          <p:nvPr>
            <p:ph type="body" sz="quarter" idx="11" hasCustomPrompt="1"/>
          </p:nvPr>
        </p:nvSpPr>
        <p:spPr>
          <a:xfrm>
            <a:off x="5533043" y="1275585"/>
            <a:ext cx="4495800" cy="690414"/>
          </a:xfrm>
        </p:spPr>
        <p:txBody>
          <a:bodyPr>
            <a:noAutofit/>
          </a:bodyPr>
          <a:lstStyle>
            <a:lvl1pPr marL="0" indent="0">
              <a:buNone/>
              <a:defRPr sz="2400" cap="all" baseline="0">
                <a:solidFill>
                  <a:schemeClr val="bg1"/>
                </a:solidFill>
              </a:defRPr>
            </a:lvl1pPr>
          </a:lstStyle>
          <a:p>
            <a:pPr lvl="0"/>
            <a:r>
              <a:rPr lang="fr-FR"/>
              <a:t>Merci de votre attention</a:t>
            </a:r>
          </a:p>
        </p:txBody>
      </p:sp>
      <p:sp>
        <p:nvSpPr>
          <p:cNvPr id="1063" name="Espace réservé du texte 3"/>
          <p:cNvSpPr>
            <a:spLocks noGrp="1"/>
          </p:cNvSpPr>
          <p:nvPr>
            <p:ph type="body" sz="quarter" idx="12" hasCustomPrompt="1"/>
          </p:nvPr>
        </p:nvSpPr>
        <p:spPr>
          <a:xfrm>
            <a:off x="5533043" y="2101434"/>
            <a:ext cx="4495800" cy="283819"/>
          </a:xfrm>
        </p:spPr>
        <p:txBody>
          <a:bodyPr>
            <a:noAutofit/>
          </a:bodyPr>
          <a:lstStyle>
            <a:lvl1pPr marL="0" indent="0">
              <a:buNone/>
              <a:defRPr sz="2000" cap="none" baseline="0">
                <a:solidFill>
                  <a:schemeClr val="bg1"/>
                </a:solidFill>
              </a:defRPr>
            </a:lvl1pPr>
          </a:lstStyle>
          <a:p>
            <a:pPr lvl="0"/>
            <a:r>
              <a:rPr lang="fr-FR"/>
              <a:t>ign.fr</a:t>
            </a:r>
          </a:p>
        </p:txBody>
      </p:sp>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66913" y="2633480"/>
            <a:ext cx="10258179" cy="2921395"/>
          </a:xfrm>
          <a:prstGeom prst="rect">
            <a:avLst/>
          </a:prstGeom>
        </p:spPr>
      </p:pic>
      <p:sp>
        <p:nvSpPr>
          <p:cNvPr id="1065" name="ZoneTexte 1064"/>
          <p:cNvSpPr txBox="1"/>
          <p:nvPr userDrawn="1"/>
        </p:nvSpPr>
        <p:spPr>
          <a:xfrm>
            <a:off x="10176761" y="5508724"/>
            <a:ext cx="1778000" cy="50783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900">
                <a:solidFill>
                  <a:srgbClr val="231F20"/>
                </a:solidFill>
              </a:rPr>
              <a:t>© IGN-SHOM</a:t>
            </a:r>
          </a:p>
          <a:p>
            <a:endParaRPr lang="fr-FR">
              <a:solidFill>
                <a:srgbClr val="231F20"/>
              </a:solidFill>
            </a:endParaRPr>
          </a:p>
        </p:txBody>
      </p:sp>
    </p:spTree>
    <p:extLst>
      <p:ext uri="{BB962C8B-B14F-4D97-AF65-F5344CB8AC3E}">
        <p14:creationId xmlns:p14="http://schemas.microsoft.com/office/powerpoint/2010/main" val="843451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820333" y="3268133"/>
            <a:ext cx="9144000" cy="1126068"/>
          </a:xfrm>
          <a:prstGeom prst="rect">
            <a:avLst/>
          </a:prstGeom>
        </p:spPr>
        <p:txBody>
          <a:bodyPr anchor="ctr"/>
          <a:lstStyle>
            <a:lvl1pPr algn="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a:t>
            </a:r>
          </a:p>
        </p:txBody>
      </p:sp>
      <p:sp>
        <p:nvSpPr>
          <p:cNvPr id="3" name="Sous-titre 2"/>
          <p:cNvSpPr>
            <a:spLocks noGrp="1"/>
          </p:cNvSpPr>
          <p:nvPr>
            <p:ph type="subTitle" idx="1"/>
          </p:nvPr>
        </p:nvSpPr>
        <p:spPr>
          <a:xfrm>
            <a:off x="1820333" y="4575704"/>
            <a:ext cx="9144000" cy="614362"/>
          </a:xfrm>
          <a:prstGeom prst="rect">
            <a:avLst/>
          </a:prstGeom>
        </p:spPr>
        <p:txBody>
          <a:bodyPr/>
          <a:lstStyle>
            <a:lvl1pPr marL="0" indent="0" algn="r">
              <a:lnSpc>
                <a:spcPct val="100000"/>
              </a:lnSpc>
              <a:spcBef>
                <a:spcPts val="600"/>
              </a:spcBef>
              <a:buNone/>
              <a:defRPr sz="2400">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Tree>
    <p:extLst>
      <p:ext uri="{BB962C8B-B14F-4D97-AF65-F5344CB8AC3E}">
        <p14:creationId xmlns:p14="http://schemas.microsoft.com/office/powerpoint/2010/main" val="4270007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2084893"/>
            <a:ext cx="9144000" cy="1185475"/>
          </a:xfrm>
          <a:prstGeom prst="rect">
            <a:avLst/>
          </a:prstGeom>
        </p:spPr>
        <p:txBody>
          <a:bodyPr anchor="ctr"/>
          <a:lstStyle>
            <a:lvl1pPr algn="ctr">
              <a:defRPr sz="4000"/>
            </a:lvl1pPr>
          </a:lstStyle>
          <a:p>
            <a:r>
              <a:rPr lang="fr-FR"/>
              <a:t>Modifiez le style du titre</a:t>
            </a:r>
          </a:p>
        </p:txBody>
      </p:sp>
      <p:sp>
        <p:nvSpPr>
          <p:cNvPr id="3" name="Sous-titre 2"/>
          <p:cNvSpPr>
            <a:spLocks noGrp="1"/>
          </p:cNvSpPr>
          <p:nvPr>
            <p:ph type="subTitle" idx="1"/>
          </p:nvPr>
        </p:nvSpPr>
        <p:spPr>
          <a:xfrm>
            <a:off x="1524000" y="3602038"/>
            <a:ext cx="9144000" cy="817562"/>
          </a:xfrm>
          <a:prstGeom prst="rect">
            <a:avLst/>
          </a:prstGeom>
        </p:spPr>
        <p:txBody>
          <a:bodyPr anchor="ctr"/>
          <a:lstStyle>
            <a:lvl1pPr marL="0" indent="0" algn="ctr">
              <a:buNone/>
              <a:defRPr sz="2400">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7C19E0-880E-4295-B65F-49848F6A42EC}" type="slidenum">
              <a:rPr lang="fr-FR" smtClean="0"/>
              <a:t>‹N°›</a:t>
            </a:fld>
            <a:endParaRPr lang="fr-FR"/>
          </a:p>
        </p:txBody>
      </p:sp>
    </p:spTree>
    <p:extLst>
      <p:ext uri="{BB962C8B-B14F-4D97-AF65-F5344CB8AC3E}">
        <p14:creationId xmlns:p14="http://schemas.microsoft.com/office/powerpoint/2010/main" val="3556339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4"/>
            <a:ext cx="11662887" cy="425594"/>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38" indent="-176213">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2300115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contenu 2"/>
          <p:cNvSpPr>
            <a:spLocks noGrp="1"/>
          </p:cNvSpPr>
          <p:nvPr>
            <p:ph idx="13"/>
          </p:nvPr>
        </p:nvSpPr>
        <p:spPr>
          <a:xfrm>
            <a:off x="359779" y="1041395"/>
            <a:ext cx="5760000" cy="5148000"/>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38" indent="-176213">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7" name="Titre 1"/>
          <p:cNvSpPr>
            <a:spLocks noGrp="1"/>
          </p:cNvSpPr>
          <p:nvPr>
            <p:ph type="title"/>
          </p:nvPr>
        </p:nvSpPr>
        <p:spPr>
          <a:xfrm>
            <a:off x="359784" y="228894"/>
            <a:ext cx="11662887" cy="425594"/>
          </a:xfrm>
          <a:prstGeom prst="rect">
            <a:avLst/>
          </a:prstGeom>
        </p:spPr>
        <p:txBody>
          <a:bodyPr anchor="ctr"/>
          <a:lstStyle>
            <a:lvl1pPr>
              <a:defRPr sz="2800"/>
            </a:lvl1pPr>
          </a:lstStyle>
          <a:p>
            <a:r>
              <a:rPr lang="fr-FR"/>
              <a:t>Modifiez le style du titre</a:t>
            </a:r>
          </a:p>
        </p:txBody>
      </p:sp>
      <p:sp>
        <p:nvSpPr>
          <p:cNvPr id="10" name="Espace réservé du contenu 2"/>
          <p:cNvSpPr>
            <a:spLocks noGrp="1"/>
          </p:cNvSpPr>
          <p:nvPr>
            <p:ph idx="14"/>
          </p:nvPr>
        </p:nvSpPr>
        <p:spPr>
          <a:xfrm>
            <a:off x="6262665" y="1041395"/>
            <a:ext cx="5760000" cy="5148000"/>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38" indent="-176213">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11"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1062994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820333" y="3268133"/>
            <a:ext cx="9144000" cy="1126068"/>
          </a:xfrm>
          <a:prstGeom prst="rect">
            <a:avLst/>
          </a:prstGeom>
        </p:spPr>
        <p:txBody>
          <a:bodyPr anchor="ctr"/>
          <a:lstStyle>
            <a:lvl1pPr algn="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a:t>
            </a:r>
          </a:p>
        </p:txBody>
      </p:sp>
      <p:sp>
        <p:nvSpPr>
          <p:cNvPr id="3" name="Sous-titre 2"/>
          <p:cNvSpPr>
            <a:spLocks noGrp="1"/>
          </p:cNvSpPr>
          <p:nvPr>
            <p:ph type="subTitle" idx="1"/>
          </p:nvPr>
        </p:nvSpPr>
        <p:spPr>
          <a:xfrm>
            <a:off x="1820333" y="4575704"/>
            <a:ext cx="9144000" cy="614362"/>
          </a:xfrm>
          <a:prstGeom prst="rect">
            <a:avLst/>
          </a:prstGeom>
        </p:spPr>
        <p:txBody>
          <a:bodyPr/>
          <a:lstStyle>
            <a:lvl1pPr marL="0" indent="0" algn="r">
              <a:lnSpc>
                <a:spcPct val="100000"/>
              </a:lnSpc>
              <a:spcBef>
                <a:spcPts val="600"/>
              </a:spcBef>
              <a:buNone/>
              <a:defRPr sz="2400">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Tree>
    <p:extLst>
      <p:ext uri="{BB962C8B-B14F-4D97-AF65-F5344CB8AC3E}">
        <p14:creationId xmlns:p14="http://schemas.microsoft.com/office/powerpoint/2010/main" val="42700077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19/11/2025</a:t>
            </a: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Tree>
    <p:extLst>
      <p:ext uri="{BB962C8B-B14F-4D97-AF65-F5344CB8AC3E}">
        <p14:creationId xmlns:p14="http://schemas.microsoft.com/office/powerpoint/2010/main" val="2998117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19/11/2025</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spTree>
    <p:extLst>
      <p:ext uri="{BB962C8B-B14F-4D97-AF65-F5344CB8AC3E}">
        <p14:creationId xmlns:p14="http://schemas.microsoft.com/office/powerpoint/2010/main" val="4589366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325558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23626175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1460709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RE+IM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10" name="Espace réservé pour une image  5"/>
          <p:cNvSpPr>
            <a:spLocks noGrp="1"/>
          </p:cNvSpPr>
          <p:nvPr>
            <p:ph type="pic" sz="quarter" idx="14"/>
          </p:nvPr>
        </p:nvSpPr>
        <p:spPr>
          <a:xfrm>
            <a:off x="607486" y="1517650"/>
            <a:ext cx="9730316" cy="4451351"/>
          </a:xfrm>
        </p:spPr>
        <p:txBody>
          <a:bodyPr rtlCol="0">
            <a:noAutofit/>
          </a:bodyPr>
          <a:lstStyle/>
          <a:p>
            <a:pPr lvl="0"/>
            <a:endParaRPr lang="fr-FR" noProof="0"/>
          </a:p>
        </p:txBody>
      </p:sp>
      <p:sp>
        <p:nvSpPr>
          <p:cNvPr id="4" name="Espace réservé de la date 4"/>
          <p:cNvSpPr>
            <a:spLocks noGrp="1"/>
          </p:cNvSpPr>
          <p:nvPr>
            <p:ph type="dt" sz="half" idx="15"/>
          </p:nvPr>
        </p:nvSpPr>
        <p:spPr/>
        <p:txBody>
          <a:bodyPr/>
          <a:lstStyle>
            <a:lvl1pPr>
              <a:defRPr/>
            </a:lvl1pPr>
          </a:lstStyle>
          <a:p>
            <a:pPr>
              <a:defRPr/>
            </a:pPr>
            <a:r>
              <a:rPr lang="fr-FR">
                <a:solidFill>
                  <a:srgbClr val="231F20">
                    <a:lumMod val="75000"/>
                    <a:lumOff val="25000"/>
                  </a:srgbClr>
                </a:solidFill>
              </a:rPr>
              <a:t>19/11/2025</a:t>
            </a:r>
          </a:p>
        </p:txBody>
      </p:sp>
      <p:sp>
        <p:nvSpPr>
          <p:cNvPr id="5" name="Espace réservé du numéro de diapositive 6"/>
          <p:cNvSpPr>
            <a:spLocks noGrp="1"/>
          </p:cNvSpPr>
          <p:nvPr>
            <p:ph type="sldNum" sz="quarter" idx="16"/>
          </p:nvPr>
        </p:nvSpPr>
        <p:spPr/>
        <p:txBody>
          <a:bodyPr/>
          <a:lstStyle>
            <a:lvl1pPr>
              <a:defRPr/>
            </a:lvl1pPr>
          </a:lstStyle>
          <a:p>
            <a:pPr>
              <a:defRPr/>
            </a:pPr>
            <a:fld id="{73971FF7-2BB2-4C58-8A31-213E11C90CED}" type="slidenum">
              <a:rPr>
                <a:solidFill>
                  <a:prstClr val="white"/>
                </a:solidFill>
              </a:rPr>
              <a:pPr>
                <a:defRPr/>
              </a:pPr>
              <a:t>‹N°›</a:t>
            </a:fld>
            <a:endParaRPr>
              <a:solidFill>
                <a:prstClr val="white"/>
              </a:solidFill>
            </a:endParaRPr>
          </a:p>
        </p:txBody>
      </p:sp>
    </p:spTree>
    <p:extLst>
      <p:ext uri="{BB962C8B-B14F-4D97-AF65-F5344CB8AC3E}">
        <p14:creationId xmlns:p14="http://schemas.microsoft.com/office/powerpoint/2010/main" val="32212985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numéro de diapositive 7"/>
          <p:cNvSpPr>
            <a:spLocks noGrp="1"/>
          </p:cNvSpPr>
          <p:nvPr>
            <p:ph type="sldNum" sz="quarter" idx="10"/>
          </p:nvPr>
        </p:nvSpPr>
        <p:spPr/>
        <p:txBody>
          <a:bodyPr/>
          <a:lstStyle>
            <a:lvl1pPr>
              <a:defRPr/>
            </a:lvl1pPr>
          </a:lstStyle>
          <a:p>
            <a:pPr>
              <a:defRPr/>
            </a:pPr>
            <a:fld id="{7B678BEB-CB5F-4DC3-8267-6B4093870A95}" type="slidenum">
              <a:rPr>
                <a:solidFill>
                  <a:prstClr val="white"/>
                </a:solidFill>
              </a:rPr>
              <a:pPr>
                <a:defRPr/>
              </a:pPr>
              <a:t>‹N°›</a:t>
            </a:fld>
            <a:endParaRPr>
              <a:solidFill>
                <a:prstClr val="white"/>
              </a:solidFill>
            </a:endParaRPr>
          </a:p>
        </p:txBody>
      </p:sp>
      <p:sp>
        <p:nvSpPr>
          <p:cNvPr id="4" name="Espace réservé de la date 3"/>
          <p:cNvSpPr>
            <a:spLocks noGrp="1"/>
          </p:cNvSpPr>
          <p:nvPr>
            <p:ph type="dt" sz="half" idx="11"/>
          </p:nvPr>
        </p:nvSpPr>
        <p:spPr/>
        <p:txBody>
          <a:bodyPr/>
          <a:lstStyle>
            <a:lvl1pPr>
              <a:defRPr/>
            </a:lvl1pPr>
          </a:lstStyle>
          <a:p>
            <a:pPr>
              <a:defRPr/>
            </a:pPr>
            <a:r>
              <a:rPr lang="fr-FR">
                <a:solidFill>
                  <a:srgbClr val="231F20">
                    <a:lumMod val="75000"/>
                    <a:lumOff val="25000"/>
                  </a:srgbClr>
                </a:solidFill>
              </a:rPr>
              <a:t>19/11/2025</a:t>
            </a:r>
          </a:p>
        </p:txBody>
      </p:sp>
      <p:sp>
        <p:nvSpPr>
          <p:cNvPr id="5" name="Espace réservé du pied de page 4"/>
          <p:cNvSpPr>
            <a:spLocks noGrp="1"/>
          </p:cNvSpPr>
          <p:nvPr>
            <p:ph type="ftr" sz="quarter" idx="12"/>
          </p:nvPr>
        </p:nvSpPr>
        <p:spPr/>
        <p:txBody>
          <a:bodyPr/>
          <a:lstStyle>
            <a:lvl1pPr>
              <a:defRPr/>
            </a:lvl1pPr>
          </a:lstStyle>
          <a:p>
            <a:pPr>
              <a:defRPr/>
            </a:pPr>
            <a:endParaRPr lang="fr-FR">
              <a:solidFill>
                <a:srgbClr val="231F20">
                  <a:lumMod val="75000"/>
                  <a:lumOff val="25000"/>
                </a:srgbClr>
              </a:solidFill>
            </a:endParaRPr>
          </a:p>
        </p:txBody>
      </p:sp>
    </p:spTree>
    <p:extLst>
      <p:ext uri="{BB962C8B-B14F-4D97-AF65-F5344CB8AC3E}">
        <p14:creationId xmlns:p14="http://schemas.microsoft.com/office/powerpoint/2010/main" val="1011700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9" y="1200000"/>
            <a:ext cx="11232000" cy="960000"/>
          </a:xfrm>
        </p:spPr>
        <p:txBody>
          <a:bodyPr/>
          <a:lstStyle/>
          <a:p>
            <a:r>
              <a:rPr lang="fr-FR" noProof="0"/>
              <a:t>Titre</a:t>
            </a:r>
            <a:endParaRPr lang="fr-FR"/>
          </a:p>
        </p:txBody>
      </p:sp>
      <p:sp>
        <p:nvSpPr>
          <p:cNvPr id="5" name="Espace réservé de la date 4"/>
          <p:cNvSpPr>
            <a:spLocks noGrp="1"/>
          </p:cNvSpPr>
          <p:nvPr>
            <p:ph type="dt" sz="half" idx="10"/>
          </p:nvPr>
        </p:nvSpPr>
        <p:spPr bwMode="gray"/>
        <p:txBody>
          <a:bodyPr/>
          <a:lstStyle/>
          <a:p>
            <a:pPr algn="r"/>
            <a:r>
              <a:rPr lang="fr-FR" cap="all"/>
              <a:t>19/11/2025</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9" name="Espace réservé du contenu 8"/>
          <p:cNvSpPr>
            <a:spLocks noGrp="1"/>
          </p:cNvSpPr>
          <p:nvPr>
            <p:ph sz="quarter" idx="14" hasCustomPrompt="1"/>
          </p:nvPr>
        </p:nvSpPr>
        <p:spPr bwMode="gray">
          <a:xfrm>
            <a:off x="479997" y="2448000"/>
            <a:ext cx="11232000" cy="3432000"/>
          </a:xfrm>
        </p:spPr>
        <p:txBody>
          <a:bodyPr/>
          <a:lstStyle>
            <a:lvl1pPr>
              <a:defRPr/>
            </a:lvl1pPr>
            <a:lvl2pPr>
              <a:defRPr/>
            </a:lvl2pPr>
            <a:lvl3pPr>
              <a:defRPr/>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5"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Tree>
    <p:extLst>
      <p:ext uri="{BB962C8B-B14F-4D97-AF65-F5344CB8AC3E}">
        <p14:creationId xmlns:p14="http://schemas.microsoft.com/office/powerpoint/2010/main" val="31705444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3"/>
            <a:ext cx="11662887" cy="425595"/>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891" indent="-342891">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14" indent="-176209">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1"/>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3049269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19/11/2025</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vl1pPr>
          </a:lstStyle>
          <a:p>
            <a:endParaRPr lang="fr-F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Tree>
    <p:extLst>
      <p:ext uri="{BB962C8B-B14F-4D97-AF65-F5344CB8AC3E}">
        <p14:creationId xmlns:p14="http://schemas.microsoft.com/office/powerpoint/2010/main" val="940904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19/11/2025</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5725726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7159649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CE700A9-F0F7-4C92-A3D4-908C25F8B43E}"/>
              </a:ext>
            </a:extLst>
          </p:cNvPr>
          <p:cNvPicPr>
            <a:picLocks noChangeAspect="1"/>
          </p:cNvPicPr>
          <p:nvPr userDrawn="1"/>
        </p:nvPicPr>
        <p:blipFill>
          <a:blip r:embed="rId2"/>
          <a:stretch>
            <a:fillRect/>
          </a:stretch>
        </p:blipFill>
        <p:spPr>
          <a:xfrm>
            <a:off x="2426697" y="982798"/>
            <a:ext cx="8812803" cy="5875201"/>
          </a:xfrm>
          <a:prstGeom prst="rect">
            <a:avLst/>
          </a:prstGeom>
        </p:spPr>
      </p:pic>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3762414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21275333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349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3"/>
            <a:ext cx="11662887" cy="425595"/>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891" indent="-342891">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14" indent="-176209">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1"/>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41236625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numéro de diapositive 7"/>
          <p:cNvSpPr>
            <a:spLocks noGrp="1"/>
          </p:cNvSpPr>
          <p:nvPr>
            <p:ph type="sldNum" sz="quarter" idx="10"/>
          </p:nvPr>
        </p:nvSpPr>
        <p:spPr/>
        <p:txBody>
          <a:bodyPr/>
          <a:lstStyle>
            <a:lvl1pPr>
              <a:defRPr/>
            </a:lvl1pPr>
          </a:lstStyle>
          <a:p>
            <a:pPr>
              <a:defRPr/>
            </a:pPr>
            <a:fld id="{7B678BEB-CB5F-4DC3-8267-6B4093870A95}" type="slidenum">
              <a:rPr>
                <a:solidFill>
                  <a:prstClr val="white"/>
                </a:solidFill>
              </a:rPr>
              <a:pPr>
                <a:defRPr/>
              </a:pPr>
              <a:t>‹N°›</a:t>
            </a:fld>
            <a:endParaRPr>
              <a:solidFill>
                <a:prstClr val="white"/>
              </a:solidFill>
            </a:endParaRPr>
          </a:p>
        </p:txBody>
      </p:sp>
      <p:sp>
        <p:nvSpPr>
          <p:cNvPr id="4" name="Espace réservé de la date 3"/>
          <p:cNvSpPr>
            <a:spLocks noGrp="1"/>
          </p:cNvSpPr>
          <p:nvPr>
            <p:ph type="dt" sz="half" idx="11"/>
          </p:nvPr>
        </p:nvSpPr>
        <p:spPr/>
        <p:txBody>
          <a:bodyPr/>
          <a:lstStyle>
            <a:lvl1pPr>
              <a:defRPr/>
            </a:lvl1pPr>
          </a:lstStyle>
          <a:p>
            <a:pPr>
              <a:defRPr/>
            </a:pPr>
            <a:r>
              <a:rPr lang="fr-FR">
                <a:solidFill>
                  <a:srgbClr val="231F20">
                    <a:lumMod val="75000"/>
                    <a:lumOff val="25000"/>
                  </a:srgbClr>
                </a:solidFill>
              </a:rPr>
              <a:t>17/11/2025</a:t>
            </a:r>
          </a:p>
        </p:txBody>
      </p:sp>
      <p:sp>
        <p:nvSpPr>
          <p:cNvPr id="5" name="Espace réservé du pied de page 4"/>
          <p:cNvSpPr>
            <a:spLocks noGrp="1"/>
          </p:cNvSpPr>
          <p:nvPr>
            <p:ph type="ftr" sz="quarter" idx="12"/>
          </p:nvPr>
        </p:nvSpPr>
        <p:spPr/>
        <p:txBody>
          <a:bodyPr/>
          <a:lstStyle>
            <a:lvl1pPr>
              <a:defRPr/>
            </a:lvl1pPr>
          </a:lstStyle>
          <a:p>
            <a:pPr>
              <a:defRPr/>
            </a:pPr>
            <a:endParaRPr lang="fr-FR">
              <a:solidFill>
                <a:srgbClr val="231F20">
                  <a:lumMod val="75000"/>
                  <a:lumOff val="25000"/>
                </a:srgbClr>
              </a:solidFill>
            </a:endParaRPr>
          </a:p>
        </p:txBody>
      </p:sp>
    </p:spTree>
    <p:extLst>
      <p:ext uri="{BB962C8B-B14F-4D97-AF65-F5344CB8AC3E}">
        <p14:creationId xmlns:p14="http://schemas.microsoft.com/office/powerpoint/2010/main" val="3955540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19/11/2025</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vl1pPr>
          </a:lstStyle>
          <a:p>
            <a:endParaRPr lang="fr-F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pic>
        <p:nvPicPr>
          <p:cNvPr id="2" name="Imag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720000" y="480000"/>
            <a:ext cx="3600000" cy="3600000"/>
          </a:xfrm>
          <a:prstGeom prst="rect">
            <a:avLst/>
          </a:prstGeom>
        </p:spPr>
      </p:pic>
      <p:pic>
        <p:nvPicPr>
          <p:cNvPr id="69"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7819" y="635059"/>
            <a:ext cx="3648405" cy="1656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80491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19/11/2025</a:t>
            </a:r>
          </a:p>
        </p:txBody>
      </p:sp>
      <p:sp>
        <p:nvSpPr>
          <p:cNvPr id="3" name="Espace réservé du pied de page 2"/>
          <p:cNvSpPr>
            <a:spLocks noGrp="1"/>
          </p:cNvSpPr>
          <p:nvPr>
            <p:ph type="ftr" sz="quarter" idx="11"/>
          </p:nvPr>
        </p:nvSpPr>
        <p:spPr bwMode="gray"/>
        <p:txBody>
          <a:bodyPr/>
          <a:lstStyle>
            <a:lvl1pPr>
              <a:defRPr/>
            </a:lvl1pPr>
          </a:lstStyle>
          <a:p>
            <a:endParaRPr lang="fr-F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pic>
        <p:nvPicPr>
          <p:cNvPr id="72"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53028" y="373144"/>
            <a:ext cx="3648405" cy="1656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49527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4" name="Espace réservé du pied de page 3"/>
          <p:cNvSpPr>
            <a:spLocks noGrp="1"/>
          </p:cNvSpPr>
          <p:nvPr>
            <p:ph type="ftr" sz="quarter" idx="11"/>
          </p:nvPr>
        </p:nvSpPr>
        <p:spPr bwMode="gray"/>
        <p:txBody>
          <a:bodyPr/>
          <a:lstStyle/>
          <a:p>
            <a:endParaRPr lang="fr-F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35231025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CE700A9-F0F7-4C92-A3D4-908C25F8B43E}"/>
              </a:ext>
            </a:extLst>
          </p:cNvPr>
          <p:cNvPicPr>
            <a:picLocks noChangeAspect="1"/>
          </p:cNvPicPr>
          <p:nvPr userDrawn="1"/>
        </p:nvPicPr>
        <p:blipFill>
          <a:blip r:embed="rId2"/>
          <a:stretch>
            <a:fillRect/>
          </a:stretch>
        </p:blipFill>
        <p:spPr>
          <a:xfrm>
            <a:off x="2426697" y="982798"/>
            <a:ext cx="8812803" cy="5875201"/>
          </a:xfrm>
          <a:prstGeom prst="rect">
            <a:avLst/>
          </a:prstGeom>
        </p:spPr>
      </p:pic>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4" name="Espace réservé du pied de page 3"/>
          <p:cNvSpPr>
            <a:spLocks noGrp="1"/>
          </p:cNvSpPr>
          <p:nvPr>
            <p:ph type="ftr" sz="quarter" idx="11"/>
          </p:nvPr>
        </p:nvSpPr>
        <p:spPr bwMode="gray"/>
        <p:txBody>
          <a:bodyPr/>
          <a:lstStyle/>
          <a:p>
            <a:endParaRPr lang="fr-F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10413172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19/11/2025</a:t>
            </a:r>
          </a:p>
        </p:txBody>
      </p:sp>
      <p:sp>
        <p:nvSpPr>
          <p:cNvPr id="4" name="Espace réservé du pied de page 3"/>
          <p:cNvSpPr>
            <a:spLocks noGrp="1"/>
          </p:cNvSpPr>
          <p:nvPr>
            <p:ph type="ftr" sz="quarter" idx="11"/>
          </p:nvPr>
        </p:nvSpPr>
        <p:spPr bwMode="gray"/>
        <p:txBody>
          <a:bodyPr/>
          <a:lstStyle/>
          <a:p>
            <a:endParaRPr lang="fr-F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16589634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9" y="1200000"/>
            <a:ext cx="11232000" cy="960000"/>
          </a:xfrm>
        </p:spPr>
        <p:txBody>
          <a:bodyPr/>
          <a:lstStyle/>
          <a:p>
            <a:r>
              <a:rPr lang="fr-FR" noProof="0"/>
              <a:t>Titre</a:t>
            </a:r>
            <a:endParaRPr lang="fr-FR"/>
          </a:p>
        </p:txBody>
      </p:sp>
      <p:sp>
        <p:nvSpPr>
          <p:cNvPr id="5" name="Espace réservé de la date 4"/>
          <p:cNvSpPr>
            <a:spLocks noGrp="1"/>
          </p:cNvSpPr>
          <p:nvPr>
            <p:ph type="dt" sz="half" idx="10"/>
          </p:nvPr>
        </p:nvSpPr>
        <p:spPr bwMode="gray"/>
        <p:txBody>
          <a:bodyPr/>
          <a:lstStyle/>
          <a:p>
            <a:pPr algn="r"/>
            <a:r>
              <a:rPr lang="fr-FR" cap="all"/>
              <a:t>19/11/2025</a:t>
            </a:r>
          </a:p>
        </p:txBody>
      </p:sp>
      <p:sp>
        <p:nvSpPr>
          <p:cNvPr id="6" name="Espace réservé du pied de page 5"/>
          <p:cNvSpPr>
            <a:spLocks noGrp="1"/>
          </p:cNvSpPr>
          <p:nvPr>
            <p:ph type="ftr" sz="quarter" idx="11"/>
          </p:nvPr>
        </p:nvSpPr>
        <p:spPr bwMode="gray"/>
        <p:txBody>
          <a:bodyPr/>
          <a:lstStyle/>
          <a:p>
            <a:endParaRPr lang="fr-F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9" name="Espace réservé du contenu 8"/>
          <p:cNvSpPr>
            <a:spLocks noGrp="1"/>
          </p:cNvSpPr>
          <p:nvPr>
            <p:ph sz="quarter" idx="14" hasCustomPrompt="1"/>
          </p:nvPr>
        </p:nvSpPr>
        <p:spPr bwMode="gray">
          <a:xfrm>
            <a:off x="479997" y="2448000"/>
            <a:ext cx="11232000" cy="3432000"/>
          </a:xfrm>
        </p:spPr>
        <p:txBody>
          <a:bodyPr/>
          <a:lstStyle>
            <a:lvl1pPr>
              <a:defRPr/>
            </a:lvl1pPr>
            <a:lvl2pPr>
              <a:defRPr/>
            </a:lvl2pPr>
            <a:lvl3pPr>
              <a:defRPr/>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5"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Tree>
    <p:extLst>
      <p:ext uri="{BB962C8B-B14F-4D97-AF65-F5344CB8AC3E}">
        <p14:creationId xmlns:p14="http://schemas.microsoft.com/office/powerpoint/2010/main" val="19692439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2431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theme" Target="../theme/theme3.xml"/><Relationship Id="rId1" Type="http://schemas.openxmlformats.org/officeDocument/2006/relationships/slideLayout" Target="../slideLayouts/slideLayout4.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8.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theme" Target="../theme/theme4.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theme" Target="../theme/theme5.xml"/><Relationship Id="rId1" Type="http://schemas.openxmlformats.org/officeDocument/2006/relationships/slideLayout" Target="../slideLayouts/slideLayout15.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11.png"/><Relationship Id="rId5" Type="http://schemas.openxmlformats.org/officeDocument/2006/relationships/slideLayout" Target="../slideLayouts/slideLayout24.xml"/><Relationship Id="rId10" Type="http://schemas.openxmlformats.org/officeDocument/2006/relationships/theme" Target="../theme/theme8.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12.png"/><Relationship Id="rId5" Type="http://schemas.openxmlformats.org/officeDocument/2006/relationships/slideLayout" Target="../slideLayouts/slideLayout33.xml"/><Relationship Id="rId10" Type="http://schemas.openxmlformats.org/officeDocument/2006/relationships/image" Target="../media/image11.png"/><Relationship Id="rId4" Type="http://schemas.openxmlformats.org/officeDocument/2006/relationships/slideLayout" Target="../slideLayouts/slideLayout32.xml"/><Relationship Id="rId9"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theme" Target="../theme/theme10.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12.png"/><Relationship Id="rId4" Type="http://schemas.openxmlformats.org/officeDocument/2006/relationships/slideLayout" Target="../slideLayouts/slideLayout40.xml"/><Relationship Id="rId9"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 y="10"/>
            <a:ext cx="12191092" cy="2610519"/>
          </a:xfrm>
          <a:prstGeom prst="rect">
            <a:avLst/>
          </a:prstGeom>
        </p:spPr>
      </p:pic>
      <p:sp>
        <p:nvSpPr>
          <p:cNvPr id="8"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3630132258"/>
      </p:ext>
    </p:extLst>
  </p:cSld>
  <p:clrMap bg1="lt1" tx1="dk1" bg2="lt2" tx2="dk2" accent1="accent1" accent2="accent2" accent3="accent3" accent4="accent4" accent5="accent5" accent6="accent6" hlink="hlink" folHlink="folHlink"/>
  <p:sldLayoutIdLst>
    <p:sldLayoutId id="2147483668" r:id="rId1"/>
    <p:sldLayoutId id="2147483670" r:id="rId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1080244" y="3280352"/>
            <a:ext cx="60133" cy="2160000"/>
          </a:xfrm>
          <a:prstGeom prst="rect">
            <a:avLst/>
          </a:prstGeom>
          <a:solidFill>
            <a:srgbClr val="809219"/>
          </a:solidFill>
          <a:ln>
            <a:solidFill>
              <a:srgbClr val="8092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17" name="Groupe 16"/>
          <p:cNvGrpSpPr/>
          <p:nvPr userDrawn="1"/>
        </p:nvGrpSpPr>
        <p:grpSpPr>
          <a:xfrm>
            <a:off x="-12321" y="-34025"/>
            <a:ext cx="12204321" cy="3350410"/>
            <a:chOff x="-12321" y="-34025"/>
            <a:chExt cx="12204321" cy="3350410"/>
          </a:xfrm>
        </p:grpSpPr>
        <p:grpSp>
          <p:nvGrpSpPr>
            <p:cNvPr id="18" name="Groupe 17"/>
            <p:cNvGrpSpPr/>
            <p:nvPr/>
          </p:nvGrpSpPr>
          <p:grpSpPr>
            <a:xfrm>
              <a:off x="0" y="-12789"/>
              <a:ext cx="12192000" cy="2465432"/>
              <a:chOff x="-37246" y="-13814"/>
              <a:chExt cx="12241591" cy="2465432"/>
            </a:xfrm>
          </p:grpSpPr>
          <p:pic>
            <p:nvPicPr>
              <p:cNvPr id="21" name="Image 2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246" y="0"/>
                <a:ext cx="3885634" cy="2448177"/>
              </a:xfrm>
              <a:prstGeom prst="rect">
                <a:avLst/>
              </a:prstGeom>
            </p:spPr>
          </p:pic>
          <p:pic>
            <p:nvPicPr>
              <p:cNvPr id="22" name="Image 2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038227" y="-1025"/>
                <a:ext cx="3357141" cy="2449202"/>
              </a:xfrm>
              <a:prstGeom prst="rect">
                <a:avLst/>
              </a:prstGeom>
            </p:spPr>
          </p:pic>
          <p:pic>
            <p:nvPicPr>
              <p:cNvPr id="23" name="Image 2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100703" y="-13814"/>
                <a:ext cx="3704670" cy="2465432"/>
              </a:xfrm>
              <a:prstGeom prst="rect">
                <a:avLst/>
              </a:prstGeom>
            </p:spPr>
          </p:pic>
          <p:pic>
            <p:nvPicPr>
              <p:cNvPr id="24" name="Image 2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9107325" y="-10522"/>
                <a:ext cx="3097020" cy="2458699"/>
              </a:xfrm>
              <a:prstGeom prst="rect">
                <a:avLst/>
              </a:prstGeom>
            </p:spPr>
          </p:pic>
        </p:grpSp>
        <p:pic>
          <p:nvPicPr>
            <p:cNvPr id="19" name="Image 18" descr="Chevron_com_presse.png"/>
            <p:cNvPicPr/>
            <p:nvPr/>
          </p:nvPicPr>
          <p:blipFill rotWithShape="1">
            <a:blip r:embed="rId7" cstate="email">
              <a:alphaModFix amt="80000"/>
              <a:extLst>
                <a:ext uri="{28A0092B-C50C-407E-A947-70E740481C1C}">
                  <a14:useLocalDpi xmlns:a14="http://schemas.microsoft.com/office/drawing/2010/main"/>
                </a:ext>
              </a:extLst>
            </a:blip>
            <a:srcRect/>
            <a:stretch/>
          </p:blipFill>
          <p:spPr>
            <a:xfrm rot="10800000" flipV="1">
              <a:off x="-12321" y="-34025"/>
              <a:ext cx="6840969" cy="3350410"/>
            </a:xfrm>
            <a:prstGeom prst="rect">
              <a:avLst/>
            </a:prstGeom>
          </p:spPr>
        </p:pic>
      </p:grpSp>
    </p:spTree>
    <p:extLst>
      <p:ext uri="{BB962C8B-B14F-4D97-AF65-F5344CB8AC3E}">
        <p14:creationId xmlns:p14="http://schemas.microsoft.com/office/powerpoint/2010/main" val="944448358"/>
      </p:ext>
    </p:extLst>
  </p:cSld>
  <p:clrMap bg1="lt1" tx1="dk1" bg2="lt2" tx2="dk2" accent1="accent1" accent2="accent2" accent3="accent3" accent4="accent4" accent5="accent5" accent6="accent6" hlink="hlink" folHlink="folHlink"/>
  <p:sldLayoutIdLst>
    <p:sldLayoutId id="2147483666" r:id="rId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080244" y="3280352"/>
            <a:ext cx="60133" cy="2160000"/>
          </a:xfrm>
          <a:prstGeom prst="rect">
            <a:avLst/>
          </a:prstGeom>
          <a:solidFill>
            <a:srgbClr val="809219"/>
          </a:solidFill>
          <a:ln>
            <a:solidFill>
              <a:srgbClr val="8092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17" name="Groupe 16"/>
          <p:cNvGrpSpPr/>
          <p:nvPr/>
        </p:nvGrpSpPr>
        <p:grpSpPr>
          <a:xfrm>
            <a:off x="-12321" y="-34025"/>
            <a:ext cx="12204321" cy="3350410"/>
            <a:chOff x="-12321" y="-34025"/>
            <a:chExt cx="12204321" cy="3350410"/>
          </a:xfrm>
        </p:grpSpPr>
        <p:grpSp>
          <p:nvGrpSpPr>
            <p:cNvPr id="18" name="Groupe 17"/>
            <p:cNvGrpSpPr/>
            <p:nvPr/>
          </p:nvGrpSpPr>
          <p:grpSpPr>
            <a:xfrm>
              <a:off x="0" y="-12789"/>
              <a:ext cx="12192000" cy="2465432"/>
              <a:chOff x="-37246" y="-13814"/>
              <a:chExt cx="12241591" cy="2465432"/>
            </a:xfrm>
          </p:grpSpPr>
          <p:pic>
            <p:nvPicPr>
              <p:cNvPr id="21" name="Image 2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246" y="0"/>
                <a:ext cx="3885634" cy="2448177"/>
              </a:xfrm>
              <a:prstGeom prst="rect">
                <a:avLst/>
              </a:prstGeom>
            </p:spPr>
          </p:pic>
          <p:pic>
            <p:nvPicPr>
              <p:cNvPr id="22" name="Image 2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038227" y="-1025"/>
                <a:ext cx="3357141" cy="2449202"/>
              </a:xfrm>
              <a:prstGeom prst="rect">
                <a:avLst/>
              </a:prstGeom>
            </p:spPr>
          </p:pic>
          <p:pic>
            <p:nvPicPr>
              <p:cNvPr id="23" name="Image 2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100703" y="-13814"/>
                <a:ext cx="3704670" cy="2465432"/>
              </a:xfrm>
              <a:prstGeom prst="rect">
                <a:avLst/>
              </a:prstGeom>
            </p:spPr>
          </p:pic>
          <p:pic>
            <p:nvPicPr>
              <p:cNvPr id="24" name="Image 2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9107325" y="-10522"/>
                <a:ext cx="3097020" cy="2458699"/>
              </a:xfrm>
              <a:prstGeom prst="rect">
                <a:avLst/>
              </a:prstGeom>
            </p:spPr>
          </p:pic>
        </p:grpSp>
        <p:pic>
          <p:nvPicPr>
            <p:cNvPr id="19" name="Image 18" descr="Chevron_com_presse.png"/>
            <p:cNvPicPr/>
            <p:nvPr/>
          </p:nvPicPr>
          <p:blipFill rotWithShape="1">
            <a:blip r:embed="rId7" cstate="email">
              <a:alphaModFix amt="80000"/>
              <a:extLst>
                <a:ext uri="{28A0092B-C50C-407E-A947-70E740481C1C}">
                  <a14:useLocalDpi xmlns:a14="http://schemas.microsoft.com/office/drawing/2010/main"/>
                </a:ext>
              </a:extLst>
            </a:blip>
            <a:srcRect/>
            <a:stretch/>
          </p:blipFill>
          <p:spPr>
            <a:xfrm rot="10800000" flipV="1">
              <a:off x="-12321" y="-34025"/>
              <a:ext cx="6840969" cy="3350410"/>
            </a:xfrm>
            <a:prstGeom prst="rect">
              <a:avLst/>
            </a:prstGeom>
          </p:spPr>
        </p:pic>
      </p:grpSp>
    </p:spTree>
    <p:extLst>
      <p:ext uri="{BB962C8B-B14F-4D97-AF65-F5344CB8AC3E}">
        <p14:creationId xmlns:p14="http://schemas.microsoft.com/office/powerpoint/2010/main" val="944448358"/>
      </p:ext>
    </p:extLst>
  </p:cSld>
  <p:clrMap bg1="lt1" tx1="dk1" bg2="lt2" tx2="dk2" accent1="accent1" accent2="accent2" accent3="accent3" accent4="accent4" accent5="accent5" accent6="accent6" hlink="hlink" folHlink="folHlink"/>
  <p:sldLayoutIdLst>
    <p:sldLayoutId id="2147483691" r:id="rId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8325" y="291750"/>
            <a:ext cx="11074697" cy="362946"/>
          </a:xfrm>
          <a:prstGeom prst="rect">
            <a:avLst/>
          </a:prstGeom>
        </p:spPr>
        <p:txBody>
          <a:bodyPr vert="horz" lIns="91440" tIns="45720" rIns="91440" bIns="45720" rtlCol="0" anchor="t">
            <a:noAutofit/>
          </a:bodyPr>
          <a:lstStyle/>
          <a:p>
            <a:r>
              <a:rPr lang="fr-FR"/>
              <a:t>Titre sur 1 ou 2 lignes</a:t>
            </a:r>
          </a:p>
        </p:txBody>
      </p:sp>
      <p:sp>
        <p:nvSpPr>
          <p:cNvPr id="3" name="Espace réservé du texte 2"/>
          <p:cNvSpPr>
            <a:spLocks noGrp="1"/>
          </p:cNvSpPr>
          <p:nvPr>
            <p:ph type="body" idx="1"/>
          </p:nvPr>
        </p:nvSpPr>
        <p:spPr>
          <a:xfrm>
            <a:off x="582924" y="1056451"/>
            <a:ext cx="11100097" cy="5054947"/>
          </a:xfrm>
          <a:prstGeom prst="rect">
            <a:avLst/>
          </a:prstGeom>
        </p:spPr>
        <p:txBody>
          <a:bodyPr vert="horz" lIns="10800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9" name="Connecteur droit 8"/>
          <p:cNvCxnSpPr/>
          <p:nvPr/>
        </p:nvCxnSpPr>
        <p:spPr>
          <a:xfrm>
            <a:off x="646897" y="6210300"/>
            <a:ext cx="10824475"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0" name="AutoShape 3"/>
          <p:cNvSpPr>
            <a:spLocks noChangeAspect="1" noChangeArrowheads="1" noTextEdit="1"/>
          </p:cNvSpPr>
          <p:nvPr/>
        </p:nvSpPr>
        <p:spPr bwMode="auto">
          <a:xfrm>
            <a:off x="5255691" y="2787650"/>
            <a:ext cx="1680633"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 name="Espace réservé du numéro de diapositive 7"/>
          <p:cNvSpPr>
            <a:spLocks noGrp="1"/>
          </p:cNvSpPr>
          <p:nvPr>
            <p:ph type="sldNum" sz="quarter" idx="4"/>
          </p:nvPr>
        </p:nvSpPr>
        <p:spPr>
          <a:xfrm>
            <a:off x="10971379" y="6189442"/>
            <a:ext cx="782656" cy="365125"/>
          </a:xfrm>
          <a:prstGeom prst="rect">
            <a:avLst/>
          </a:prstGeom>
        </p:spPr>
        <p:txBody>
          <a:bodyPr vert="horz" lIns="91440" tIns="45720" rIns="91440" bIns="45720" rtlCol="0" anchor="ctr"/>
          <a:lstStyle>
            <a:lvl1pPr marL="0" algn="ctr" defTabSz="914400" rtl="0" eaLnBrk="1" latinLnBrk="0" hangingPunct="1">
              <a:lnSpc>
                <a:spcPct val="87000"/>
              </a:lnSpc>
              <a:defRPr lang="fr-FR" sz="1050" b="1" kern="1200" smtClean="0">
                <a:solidFill>
                  <a:schemeClr val="bg1"/>
                </a:solidFill>
                <a:latin typeface="Arial" panose="020B0604020202020204" pitchFamily="34" charset="0"/>
                <a:ea typeface="+mn-ea"/>
                <a:cs typeface="+mn-cs"/>
              </a:defRPr>
            </a:lvl1pPr>
          </a:lstStyle>
          <a:p>
            <a:fld id="{BFDCCF6A-CD24-4809-A0CF-2C58009B08AC}" type="slidenum">
              <a:rPr>
                <a:solidFill>
                  <a:prstClr val="white"/>
                </a:solidFill>
              </a:rPr>
              <a:pPr/>
              <a:t>‹N°›</a:t>
            </a:fld>
            <a:endParaRPr>
              <a:solidFill>
                <a:prstClr val="white"/>
              </a:solidFill>
            </a:endParaRPr>
          </a:p>
        </p:txBody>
      </p:sp>
      <p:sp>
        <p:nvSpPr>
          <p:cNvPr id="18" name="Espace réservé de la date 3"/>
          <p:cNvSpPr>
            <a:spLocks noGrp="1"/>
          </p:cNvSpPr>
          <p:nvPr>
            <p:ph type="dt" sz="half" idx="2"/>
          </p:nvPr>
        </p:nvSpPr>
        <p:spPr>
          <a:xfrm>
            <a:off x="9661559" y="6247705"/>
            <a:ext cx="1177756" cy="232006"/>
          </a:xfrm>
          <a:prstGeom prst="rect">
            <a:avLst/>
          </a:prstGeom>
        </p:spPr>
        <p:txBody>
          <a:bodyPr vert="horz" lIns="108000" tIns="45720" rIns="91440" bIns="45720" rtlCol="0" anchor="ctr">
            <a:noAutofit/>
          </a:bodyPr>
          <a:lstStyle>
            <a:lvl1pPr algn="r">
              <a:lnSpc>
                <a:spcPct val="87000"/>
              </a:lnSpc>
              <a:defRPr sz="1050">
                <a:solidFill>
                  <a:schemeClr val="tx1">
                    <a:lumMod val="75000"/>
                    <a:lumOff val="25000"/>
                  </a:schemeClr>
                </a:solidFill>
                <a:latin typeface="Arial" panose="020B0604020202020204" pitchFamily="34" charset="0"/>
              </a:defRPr>
            </a:lvl1pPr>
          </a:lstStyle>
          <a:p>
            <a:r>
              <a:rPr lang="fr-FR">
                <a:solidFill>
                  <a:srgbClr val="231F20">
                    <a:lumMod val="75000"/>
                    <a:lumOff val="25000"/>
                  </a:srgbClr>
                </a:solidFill>
              </a:rPr>
              <a:t>19/11/2025</a:t>
            </a:r>
          </a:p>
        </p:txBody>
      </p:sp>
      <p:sp>
        <p:nvSpPr>
          <p:cNvPr id="19" name="Espace réservé du pied de page 4"/>
          <p:cNvSpPr>
            <a:spLocks noGrp="1"/>
          </p:cNvSpPr>
          <p:nvPr>
            <p:ph type="ftr" sz="quarter" idx="3"/>
          </p:nvPr>
        </p:nvSpPr>
        <p:spPr>
          <a:xfrm>
            <a:off x="3785767" y="6247705"/>
            <a:ext cx="4526720" cy="232006"/>
          </a:xfrm>
          <a:prstGeom prst="rect">
            <a:avLst/>
          </a:prstGeom>
        </p:spPr>
        <p:txBody>
          <a:bodyPr vert="horz" lIns="91440" tIns="45720" rIns="91440" bIns="45720" rtlCol="0" anchor="ctr">
            <a:noAutofit/>
          </a:bodyPr>
          <a:lstStyle>
            <a:lvl1pPr algn="ctr">
              <a:lnSpc>
                <a:spcPct val="87000"/>
              </a:lnSpc>
              <a:defRPr sz="1000">
                <a:solidFill>
                  <a:schemeClr val="tx1">
                    <a:lumMod val="75000"/>
                    <a:lumOff val="25000"/>
                  </a:schemeClr>
                </a:solidFill>
                <a:latin typeface="Arial" panose="020B0604020202020204" pitchFamily="34" charset="0"/>
              </a:defRPr>
            </a:lvl1pPr>
          </a:lstStyle>
          <a:p>
            <a:endParaRPr lang="fr-FR">
              <a:solidFill>
                <a:srgbClr val="231F20">
                  <a:lumMod val="75000"/>
                  <a:lumOff val="25000"/>
                </a:srgbClr>
              </a:solidFill>
            </a:endParaRPr>
          </a:p>
        </p:txBody>
      </p:sp>
      <p:sp>
        <p:nvSpPr>
          <p:cNvPr id="15" name="ZoneTexte 14"/>
          <p:cNvSpPr txBox="1"/>
          <p:nvPr userDrawn="1"/>
        </p:nvSpPr>
        <p:spPr>
          <a:xfrm>
            <a:off x="2410368" y="6254038"/>
            <a:ext cx="1248000" cy="230832"/>
          </a:xfrm>
          <a:prstGeom prst="rect">
            <a:avLst/>
          </a:prstGeom>
          <a:noFill/>
        </p:spPr>
        <p:txBody>
          <a:bodyPr wrap="square" rtlCol="0">
            <a:spAutoFit/>
          </a:bodyPr>
          <a:lstStyle/>
          <a:p>
            <a:r>
              <a:rPr lang="fr-FR" sz="900">
                <a:solidFill>
                  <a:srgbClr val="72797F"/>
                </a:solidFill>
                <a:cs typeface="Arial" panose="020B0604020202020204" pitchFamily="34" charset="0"/>
              </a:rPr>
              <a:t>SPP/19.xxx</a:t>
            </a:r>
          </a:p>
        </p:txBody>
      </p:sp>
    </p:spTree>
    <p:extLst>
      <p:ext uri="{BB962C8B-B14F-4D97-AF65-F5344CB8AC3E}">
        <p14:creationId xmlns:p14="http://schemas.microsoft.com/office/powerpoint/2010/main" val="72824258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Lst>
  <p:hf sldNum="0" hdr="0" ftr="0"/>
  <p:txStyles>
    <p:titleStyle>
      <a:lvl1pPr algn="l" defTabSz="685800" rtl="0" eaLnBrk="1" latinLnBrk="0" hangingPunct="1">
        <a:lnSpc>
          <a:spcPct val="87000"/>
        </a:lnSpc>
        <a:spcBef>
          <a:spcPct val="0"/>
        </a:spcBef>
        <a:buNone/>
        <a:defRPr sz="2400" b="0" kern="1200" cap="all" baseline="0">
          <a:solidFill>
            <a:schemeClr val="accent1"/>
          </a:solidFill>
          <a:latin typeface="Arial" panose="020B0604020202020204" pitchFamily="34" charset="0"/>
          <a:ea typeface="+mj-ea"/>
          <a:cs typeface="Arial" panose="020B0604020202020204" pitchFamily="34" charset="0"/>
        </a:defRPr>
      </a:lvl1pPr>
    </p:titleStyle>
    <p:bodyStyle>
      <a:lvl1pPr marL="266700" indent="-266700" algn="l" defTabSz="685800" rtl="0" eaLnBrk="1" latinLnBrk="0" hangingPunct="1">
        <a:lnSpc>
          <a:spcPct val="87000"/>
        </a:lnSpc>
        <a:spcBef>
          <a:spcPts val="600"/>
        </a:spcBef>
        <a:spcAft>
          <a:spcPts val="600"/>
        </a:spcAft>
        <a:buSzPct val="120000"/>
        <a:buFontTx/>
        <a:buBlip>
          <a:blip r:embed="rId12"/>
        </a:buBlip>
        <a:defRPr sz="2000" kern="1200" cap="none" baseline="0">
          <a:solidFill>
            <a:schemeClr val="accent2"/>
          </a:solidFill>
          <a:latin typeface="Arial" panose="020B0604020202020204" pitchFamily="34" charset="0"/>
          <a:ea typeface="+mn-ea"/>
          <a:cs typeface="Arial" panose="020B0604020202020204" pitchFamily="34" charset="0"/>
        </a:defRPr>
      </a:lvl1pPr>
      <a:lvl2pPr marL="355600" indent="-177800" algn="l" defTabSz="685800" rtl="0" eaLnBrk="1" latinLnBrk="0" hangingPunct="1">
        <a:lnSpc>
          <a:spcPct val="100000"/>
        </a:lnSpc>
        <a:spcBef>
          <a:spcPts val="400"/>
        </a:spcBef>
        <a:spcAft>
          <a:spcPts val="400"/>
        </a:spcAft>
        <a:buSzPct val="120000"/>
        <a:buFontTx/>
        <a:buBlip>
          <a:blip r:embed="rId12"/>
        </a:buBlip>
        <a:defRPr lang="fr-FR" sz="1800" b="0" kern="1200" dirty="0">
          <a:solidFill>
            <a:srgbClr val="6D6F71"/>
          </a:solidFill>
          <a:latin typeface="Arial" panose="020B0604020202020204" pitchFamily="34" charset="0"/>
          <a:ea typeface="+mn-ea"/>
          <a:cs typeface="Arial" panose="020B0604020202020204" pitchFamily="34" charset="0"/>
        </a:defRPr>
      </a:lvl2pPr>
      <a:lvl3pPr marL="541338" indent="-185738" algn="l" defTabSz="685800" rtl="0" eaLnBrk="1" latinLnBrk="0" hangingPunct="1">
        <a:lnSpc>
          <a:spcPct val="100000"/>
        </a:lnSpc>
        <a:spcBef>
          <a:spcPts val="300"/>
        </a:spcBef>
        <a:spcAft>
          <a:spcPts val="300"/>
        </a:spcAft>
        <a:buClr>
          <a:schemeClr val="accent6"/>
        </a:buClr>
        <a:buSzPct val="115000"/>
        <a:buFontTx/>
        <a:buBlip>
          <a:blip r:embed="rId13"/>
        </a:buBlip>
        <a:defRPr sz="1600" b="0" kern="1200">
          <a:solidFill>
            <a:schemeClr val="accent2"/>
          </a:solidFill>
          <a:latin typeface="Arial" panose="020B0604020202020204" pitchFamily="34" charset="0"/>
          <a:ea typeface="+mn-ea"/>
          <a:cs typeface="Arial" panose="020B0604020202020204" pitchFamily="34" charset="0"/>
        </a:defRPr>
      </a:lvl3pPr>
      <a:lvl4pPr marL="630238" indent="-185738" algn="l" defTabSz="685800" rtl="0" eaLnBrk="1" latinLnBrk="0" hangingPunct="1">
        <a:lnSpc>
          <a:spcPct val="100000"/>
        </a:lnSpc>
        <a:spcBef>
          <a:spcPts val="300"/>
        </a:spcBef>
        <a:buClr>
          <a:srgbClr val="6D6F71"/>
        </a:buClr>
        <a:buSzPct val="110000"/>
        <a:buFont typeface="Arial" panose="020B0604020202020204" pitchFamily="34" charset="0"/>
        <a:buChar char="•"/>
        <a:defRPr sz="1400" b="0" i="0" kern="1200">
          <a:solidFill>
            <a:srgbClr val="6D6F71"/>
          </a:solidFill>
          <a:latin typeface="Arial" panose="020B0604020202020204" pitchFamily="34" charset="0"/>
          <a:ea typeface="+mn-ea"/>
          <a:cs typeface="Arial" panose="020B0604020202020204" pitchFamily="34" charset="0"/>
        </a:defRPr>
      </a:lvl4pPr>
      <a:lvl5pPr marL="719138" indent="-177800" algn="l" defTabSz="685800" rtl="0" eaLnBrk="1" latinLnBrk="0" hangingPunct="1">
        <a:lnSpc>
          <a:spcPct val="100000"/>
        </a:lnSpc>
        <a:spcBef>
          <a:spcPts val="200"/>
        </a:spcBef>
        <a:spcAft>
          <a:spcPts val="0"/>
        </a:spcAft>
        <a:buFont typeface="Calibri" panose="020F0502020204030204" pitchFamily="34" charset="0"/>
        <a:buChar char="–"/>
        <a:defRPr sz="1200" b="0" i="0" kern="1200">
          <a:solidFill>
            <a:schemeClr val="accent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2">
          <p15:clr>
            <a:srgbClr val="F26B43"/>
          </p15:clr>
        </p15:guide>
        <p15:guide id="2" pos="107">
          <p15:clr>
            <a:srgbClr val="F26B43"/>
          </p15:clr>
        </p15:guide>
        <p15:guide id="3" orient="horz" pos="4178">
          <p15:clr>
            <a:srgbClr val="F26B43"/>
          </p15:clr>
        </p15:guide>
        <p15:guide id="4" pos="5653">
          <p15:clr>
            <a:srgbClr val="F26B43"/>
          </p15:clr>
        </p15:guide>
        <p15:guide id="5" pos="165">
          <p15:clr>
            <a:srgbClr val="F26B43"/>
          </p15:clr>
        </p15:guide>
        <p15:guide id="6" pos="560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080244" y="3280352"/>
            <a:ext cx="60133" cy="2160000"/>
          </a:xfrm>
          <a:prstGeom prst="rect">
            <a:avLst/>
          </a:prstGeom>
          <a:solidFill>
            <a:srgbClr val="809219"/>
          </a:solidFill>
          <a:ln>
            <a:solidFill>
              <a:srgbClr val="8092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17" name="Groupe 16"/>
          <p:cNvGrpSpPr/>
          <p:nvPr/>
        </p:nvGrpSpPr>
        <p:grpSpPr>
          <a:xfrm>
            <a:off x="-12321" y="0"/>
            <a:ext cx="12204321" cy="3350410"/>
            <a:chOff x="-12321" y="-34025"/>
            <a:chExt cx="12204321" cy="3350410"/>
          </a:xfrm>
        </p:grpSpPr>
        <p:grpSp>
          <p:nvGrpSpPr>
            <p:cNvPr id="18" name="Groupe 17"/>
            <p:cNvGrpSpPr/>
            <p:nvPr/>
          </p:nvGrpSpPr>
          <p:grpSpPr>
            <a:xfrm>
              <a:off x="0" y="-12789"/>
              <a:ext cx="12192000" cy="2465432"/>
              <a:chOff x="-37246" y="-13814"/>
              <a:chExt cx="12241591" cy="2465432"/>
            </a:xfrm>
          </p:grpSpPr>
          <p:pic>
            <p:nvPicPr>
              <p:cNvPr id="21" name="Image 2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246" y="0"/>
                <a:ext cx="3885634" cy="2448177"/>
              </a:xfrm>
              <a:prstGeom prst="rect">
                <a:avLst/>
              </a:prstGeom>
            </p:spPr>
          </p:pic>
          <p:pic>
            <p:nvPicPr>
              <p:cNvPr id="22" name="Image 2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038227" y="-1025"/>
                <a:ext cx="3357141" cy="2449202"/>
              </a:xfrm>
              <a:prstGeom prst="rect">
                <a:avLst/>
              </a:prstGeom>
            </p:spPr>
          </p:pic>
          <p:pic>
            <p:nvPicPr>
              <p:cNvPr id="23" name="Image 2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100703" y="-13814"/>
                <a:ext cx="3704670" cy="2465432"/>
              </a:xfrm>
              <a:prstGeom prst="rect">
                <a:avLst/>
              </a:prstGeom>
            </p:spPr>
          </p:pic>
          <p:pic>
            <p:nvPicPr>
              <p:cNvPr id="24" name="Image 2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9107325" y="-10522"/>
                <a:ext cx="3097020" cy="2458699"/>
              </a:xfrm>
              <a:prstGeom prst="rect">
                <a:avLst/>
              </a:prstGeom>
            </p:spPr>
          </p:pic>
        </p:grpSp>
        <p:pic>
          <p:nvPicPr>
            <p:cNvPr id="19" name="Image 18" descr="Chevron_com_presse.png"/>
            <p:cNvPicPr/>
            <p:nvPr/>
          </p:nvPicPr>
          <p:blipFill rotWithShape="1">
            <a:blip r:embed="rId7" cstate="email">
              <a:alphaModFix amt="80000"/>
              <a:extLst>
                <a:ext uri="{28A0092B-C50C-407E-A947-70E740481C1C}">
                  <a14:useLocalDpi xmlns:a14="http://schemas.microsoft.com/office/drawing/2010/main"/>
                </a:ext>
              </a:extLst>
            </a:blip>
            <a:srcRect/>
            <a:stretch/>
          </p:blipFill>
          <p:spPr>
            <a:xfrm rot="10800000" flipV="1">
              <a:off x="-12321" y="-34025"/>
              <a:ext cx="6840969" cy="3350410"/>
            </a:xfrm>
            <a:prstGeom prst="rect">
              <a:avLst/>
            </a:prstGeom>
          </p:spPr>
        </p:pic>
      </p:grpSp>
    </p:spTree>
    <p:extLst>
      <p:ext uri="{BB962C8B-B14F-4D97-AF65-F5344CB8AC3E}">
        <p14:creationId xmlns:p14="http://schemas.microsoft.com/office/powerpoint/2010/main" val="2608113024"/>
      </p:ext>
    </p:extLst>
  </p:cSld>
  <p:clrMap bg1="lt1" tx1="dk1" bg2="lt2" tx2="dk2" accent1="accent1" accent2="accent2" accent3="accent3" accent4="accent4" accent5="accent5" accent6="accent6" hlink="hlink" folHlink="folHlink"/>
  <p:sldLayoutIdLst>
    <p:sldLayoutId id="2147483714" r:id="rId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p:nvSpPr>
        <p:spPr>
          <a:xfrm rot="5400000">
            <a:off x="5463021" y="-4691616"/>
            <a:ext cx="111600" cy="11037889"/>
          </a:xfrm>
          <a:prstGeom prst="rect">
            <a:avLst/>
          </a:prstGeom>
          <a:solidFill>
            <a:srgbClr val="809219"/>
          </a:solidFill>
          <a:ln>
            <a:solidFill>
              <a:srgbClr val="809219"/>
            </a:solidFill>
          </a:ln>
        </p:spPr>
        <p:style>
          <a:lnRef idx="1">
            <a:schemeClr val="accent1"/>
          </a:lnRef>
          <a:fillRef idx="3">
            <a:schemeClr val="accent1"/>
          </a:fillRef>
          <a:effectRef idx="2">
            <a:schemeClr val="accent1"/>
          </a:effectRef>
          <a:fontRef idx="minor">
            <a:schemeClr val="lt1"/>
          </a:fontRef>
        </p:style>
        <p:txBody>
          <a:bodyPr rtlCol="0" anchor="ctr"/>
          <a:lstStyle/>
          <a:p>
            <a:pPr algn="l"/>
            <a:endParaRPr lang="fr-FR"/>
          </a:p>
        </p:txBody>
      </p:sp>
      <p:sp>
        <p:nvSpPr>
          <p:cNvPr id="11"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grpSp>
        <p:nvGrpSpPr>
          <p:cNvPr id="12" name="Groupe 69"/>
          <p:cNvGrpSpPr>
            <a:grpSpLocks/>
          </p:cNvGrpSpPr>
          <p:nvPr/>
        </p:nvGrpSpPr>
        <p:grpSpPr bwMode="auto">
          <a:xfrm>
            <a:off x="11641980" y="67810"/>
            <a:ext cx="455613" cy="212725"/>
            <a:chOff x="-102471" y="6111390"/>
            <a:chExt cx="558709" cy="261711"/>
          </a:xfrm>
        </p:grpSpPr>
        <p:sp>
          <p:nvSpPr>
            <p:cNvPr id="13" name="Rectangle 69"/>
            <p:cNvSpPr>
              <a:spLocks noChangeArrowheads="1"/>
            </p:cNvSpPr>
            <p:nvPr userDrawn="1"/>
          </p:nvSpPr>
          <p:spPr bwMode="auto">
            <a:xfrm>
              <a:off x="-102471" y="6119232"/>
              <a:ext cx="48356" cy="245375"/>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fontAlgn="base">
                <a:spcBef>
                  <a:spcPct val="0"/>
                </a:spcBef>
                <a:spcAft>
                  <a:spcPct val="0"/>
                </a:spcAft>
              </a:pPr>
              <a:endParaRPr lang="fr-FR" altLang="fr-FR">
                <a:solidFill>
                  <a:srgbClr val="231F20"/>
                </a:solidFill>
                <a:cs typeface="Arial" charset="0"/>
              </a:endParaRPr>
            </a:p>
          </p:txBody>
        </p:sp>
        <p:sp>
          <p:nvSpPr>
            <p:cNvPr id="14" name="Freeform 70"/>
            <p:cNvSpPr>
              <a:spLocks/>
            </p:cNvSpPr>
            <p:nvPr userDrawn="1"/>
          </p:nvSpPr>
          <p:spPr bwMode="auto">
            <a:xfrm>
              <a:off x="264121" y="6111390"/>
              <a:ext cx="192117" cy="261711"/>
            </a:xfrm>
            <a:custGeom>
              <a:avLst/>
              <a:gdLst>
                <a:gd name="T0" fmla="*/ 147290 w 390"/>
                <a:gd name="T1" fmla="*/ 7886 h 531"/>
                <a:gd name="T2" fmla="*/ 147290 w 390"/>
                <a:gd name="T3" fmla="*/ 154759 h 531"/>
                <a:gd name="T4" fmla="*/ 7389 w 390"/>
                <a:gd name="T5" fmla="*/ 0 h 531"/>
                <a:gd name="T6" fmla="*/ 0 w 390"/>
                <a:gd name="T7" fmla="*/ 0 h 531"/>
                <a:gd name="T8" fmla="*/ 0 w 390"/>
                <a:gd name="T9" fmla="*/ 253332 h 531"/>
                <a:gd name="T10" fmla="*/ 44827 w 390"/>
                <a:gd name="T11" fmla="*/ 253332 h 531"/>
                <a:gd name="T12" fmla="*/ 44827 w 390"/>
                <a:gd name="T13" fmla="*/ 108430 h 531"/>
                <a:gd name="T14" fmla="*/ 184235 w 390"/>
                <a:gd name="T15" fmla="*/ 261711 h 531"/>
                <a:gd name="T16" fmla="*/ 192117 w 390"/>
                <a:gd name="T17" fmla="*/ 261711 h 531"/>
                <a:gd name="T18" fmla="*/ 192117 w 390"/>
                <a:gd name="T19" fmla="*/ 7886 h 531"/>
                <a:gd name="T20" fmla="*/ 147290 w 390"/>
                <a:gd name="T21" fmla="*/ 7886 h 5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90" h="531">
                  <a:moveTo>
                    <a:pt x="299" y="16"/>
                  </a:moveTo>
                  <a:cubicBezTo>
                    <a:pt x="299" y="314"/>
                    <a:pt x="299" y="314"/>
                    <a:pt x="299" y="314"/>
                  </a:cubicBezTo>
                  <a:cubicBezTo>
                    <a:pt x="283" y="296"/>
                    <a:pt x="15" y="0"/>
                    <a:pt x="15" y="0"/>
                  </a:cubicBezTo>
                  <a:cubicBezTo>
                    <a:pt x="0" y="0"/>
                    <a:pt x="0" y="0"/>
                    <a:pt x="0" y="0"/>
                  </a:cubicBezTo>
                  <a:cubicBezTo>
                    <a:pt x="0" y="514"/>
                    <a:pt x="0" y="514"/>
                    <a:pt x="0" y="514"/>
                  </a:cubicBezTo>
                  <a:cubicBezTo>
                    <a:pt x="91" y="514"/>
                    <a:pt x="91" y="514"/>
                    <a:pt x="91" y="514"/>
                  </a:cubicBezTo>
                  <a:cubicBezTo>
                    <a:pt x="91" y="220"/>
                    <a:pt x="91" y="220"/>
                    <a:pt x="91" y="220"/>
                  </a:cubicBezTo>
                  <a:cubicBezTo>
                    <a:pt x="107" y="238"/>
                    <a:pt x="374" y="531"/>
                    <a:pt x="374" y="531"/>
                  </a:cubicBezTo>
                  <a:cubicBezTo>
                    <a:pt x="390" y="531"/>
                    <a:pt x="390" y="531"/>
                    <a:pt x="390" y="531"/>
                  </a:cubicBezTo>
                  <a:cubicBezTo>
                    <a:pt x="390" y="16"/>
                    <a:pt x="390" y="16"/>
                    <a:pt x="390" y="16"/>
                  </a:cubicBezTo>
                  <a:lnTo>
                    <a:pt x="299" y="1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fr-FR">
                <a:solidFill>
                  <a:srgbClr val="231F20"/>
                </a:solidFill>
                <a:cs typeface="Arial" charset="0"/>
              </a:endParaRPr>
            </a:p>
          </p:txBody>
        </p:sp>
        <p:sp>
          <p:nvSpPr>
            <p:cNvPr id="15" name="Freeform 71"/>
            <p:cNvSpPr>
              <a:spLocks/>
            </p:cNvSpPr>
            <p:nvPr userDrawn="1"/>
          </p:nvSpPr>
          <p:spPr bwMode="auto">
            <a:xfrm>
              <a:off x="-16541" y="6111390"/>
              <a:ext cx="224464" cy="261711"/>
            </a:xfrm>
            <a:custGeom>
              <a:avLst/>
              <a:gdLst>
                <a:gd name="T0" fmla="*/ 179670 w 456"/>
                <a:gd name="T1" fmla="*/ 182360 h 531"/>
                <a:gd name="T2" fmla="*/ 177208 w 456"/>
                <a:gd name="T3" fmla="*/ 182360 h 531"/>
                <a:gd name="T4" fmla="*/ 177208 w 456"/>
                <a:gd name="T5" fmla="*/ 207989 h 531"/>
                <a:gd name="T6" fmla="*/ 133891 w 456"/>
                <a:gd name="T7" fmla="*/ 216367 h 531"/>
                <a:gd name="T8" fmla="*/ 47748 w 456"/>
                <a:gd name="T9" fmla="*/ 126666 h 531"/>
                <a:gd name="T10" fmla="*/ 130937 w 456"/>
                <a:gd name="T11" fmla="*/ 43372 h 531"/>
                <a:gd name="T12" fmla="*/ 202313 w 456"/>
                <a:gd name="T13" fmla="*/ 75408 h 531"/>
                <a:gd name="T14" fmla="*/ 206251 w 456"/>
                <a:gd name="T15" fmla="*/ 79844 h 531"/>
                <a:gd name="T16" fmla="*/ 209697 w 456"/>
                <a:gd name="T17" fmla="*/ 24150 h 531"/>
                <a:gd name="T18" fmla="*/ 208712 w 456"/>
                <a:gd name="T19" fmla="*/ 23165 h 531"/>
                <a:gd name="T20" fmla="*/ 188038 w 456"/>
                <a:gd name="T21" fmla="*/ 11829 h 531"/>
                <a:gd name="T22" fmla="*/ 131922 w 456"/>
                <a:gd name="T23" fmla="*/ 0 h 531"/>
                <a:gd name="T24" fmla="*/ 36918 w 456"/>
                <a:gd name="T25" fmla="*/ 36472 h 531"/>
                <a:gd name="T26" fmla="*/ 0 w 456"/>
                <a:gd name="T27" fmla="*/ 130116 h 531"/>
                <a:gd name="T28" fmla="*/ 128968 w 456"/>
                <a:gd name="T29" fmla="*/ 261711 h 531"/>
                <a:gd name="T30" fmla="*/ 187053 w 456"/>
                <a:gd name="T31" fmla="*/ 252347 h 531"/>
                <a:gd name="T32" fmla="*/ 222987 w 456"/>
                <a:gd name="T33" fmla="*/ 237561 h 531"/>
                <a:gd name="T34" fmla="*/ 224464 w 456"/>
                <a:gd name="T35" fmla="*/ 237068 h 531"/>
                <a:gd name="T36" fmla="*/ 224464 w 456"/>
                <a:gd name="T37" fmla="*/ 174967 h 531"/>
                <a:gd name="T38" fmla="*/ 221511 w 456"/>
                <a:gd name="T39" fmla="*/ 175953 h 531"/>
                <a:gd name="T40" fmla="*/ 179670 w 456"/>
                <a:gd name="T41" fmla="*/ 182360 h 5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56" h="531">
                  <a:moveTo>
                    <a:pt x="365" y="370"/>
                  </a:moveTo>
                  <a:cubicBezTo>
                    <a:pt x="360" y="370"/>
                    <a:pt x="360" y="370"/>
                    <a:pt x="360" y="370"/>
                  </a:cubicBezTo>
                  <a:cubicBezTo>
                    <a:pt x="360" y="422"/>
                    <a:pt x="360" y="422"/>
                    <a:pt x="360" y="422"/>
                  </a:cubicBezTo>
                  <a:cubicBezTo>
                    <a:pt x="327" y="434"/>
                    <a:pt x="302" y="439"/>
                    <a:pt x="272" y="439"/>
                  </a:cubicBezTo>
                  <a:cubicBezTo>
                    <a:pt x="166" y="439"/>
                    <a:pt x="97" y="368"/>
                    <a:pt x="97" y="257"/>
                  </a:cubicBezTo>
                  <a:cubicBezTo>
                    <a:pt x="97" y="153"/>
                    <a:pt x="162" y="88"/>
                    <a:pt x="266" y="88"/>
                  </a:cubicBezTo>
                  <a:cubicBezTo>
                    <a:pt x="325" y="88"/>
                    <a:pt x="374" y="110"/>
                    <a:pt x="411" y="153"/>
                  </a:cubicBezTo>
                  <a:cubicBezTo>
                    <a:pt x="419" y="162"/>
                    <a:pt x="419" y="162"/>
                    <a:pt x="419" y="162"/>
                  </a:cubicBezTo>
                  <a:cubicBezTo>
                    <a:pt x="426" y="49"/>
                    <a:pt x="426" y="49"/>
                    <a:pt x="426" y="49"/>
                  </a:cubicBezTo>
                  <a:cubicBezTo>
                    <a:pt x="424" y="47"/>
                    <a:pt x="424" y="47"/>
                    <a:pt x="424" y="47"/>
                  </a:cubicBezTo>
                  <a:cubicBezTo>
                    <a:pt x="408" y="36"/>
                    <a:pt x="401" y="32"/>
                    <a:pt x="382" y="24"/>
                  </a:cubicBezTo>
                  <a:cubicBezTo>
                    <a:pt x="343" y="7"/>
                    <a:pt x="310" y="0"/>
                    <a:pt x="268" y="0"/>
                  </a:cubicBezTo>
                  <a:cubicBezTo>
                    <a:pt x="192" y="0"/>
                    <a:pt x="124" y="26"/>
                    <a:pt x="75" y="74"/>
                  </a:cubicBezTo>
                  <a:cubicBezTo>
                    <a:pt x="27" y="121"/>
                    <a:pt x="0" y="189"/>
                    <a:pt x="0" y="264"/>
                  </a:cubicBezTo>
                  <a:cubicBezTo>
                    <a:pt x="0" y="418"/>
                    <a:pt x="110" y="531"/>
                    <a:pt x="262" y="531"/>
                  </a:cubicBezTo>
                  <a:cubicBezTo>
                    <a:pt x="300" y="531"/>
                    <a:pt x="343" y="524"/>
                    <a:pt x="380" y="512"/>
                  </a:cubicBezTo>
                  <a:cubicBezTo>
                    <a:pt x="406" y="505"/>
                    <a:pt x="420" y="499"/>
                    <a:pt x="453" y="482"/>
                  </a:cubicBezTo>
                  <a:cubicBezTo>
                    <a:pt x="456" y="481"/>
                    <a:pt x="456" y="481"/>
                    <a:pt x="456" y="481"/>
                  </a:cubicBezTo>
                  <a:cubicBezTo>
                    <a:pt x="456" y="355"/>
                    <a:pt x="456" y="355"/>
                    <a:pt x="456" y="355"/>
                  </a:cubicBezTo>
                  <a:cubicBezTo>
                    <a:pt x="450" y="357"/>
                    <a:pt x="450" y="357"/>
                    <a:pt x="450" y="357"/>
                  </a:cubicBezTo>
                  <a:cubicBezTo>
                    <a:pt x="423" y="367"/>
                    <a:pt x="395" y="371"/>
                    <a:pt x="365" y="370"/>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fr-FR">
                <a:solidFill>
                  <a:srgbClr val="231F20"/>
                </a:solidFill>
                <a:cs typeface="Arial" charset="0"/>
              </a:endParaRPr>
            </a:p>
          </p:txBody>
        </p:sp>
        <p:sp>
          <p:nvSpPr>
            <p:cNvPr id="16" name="Freeform 72"/>
            <p:cNvSpPr>
              <a:spLocks/>
            </p:cNvSpPr>
            <p:nvPr userDrawn="1"/>
          </p:nvSpPr>
          <p:spPr bwMode="auto">
            <a:xfrm>
              <a:off x="68736" y="6207122"/>
              <a:ext cx="153237" cy="78742"/>
            </a:xfrm>
            <a:custGeom>
              <a:avLst/>
              <a:gdLst>
                <a:gd name="T0" fmla="*/ 85241 w 311"/>
                <a:gd name="T1" fmla="*/ 7874 h 160"/>
                <a:gd name="T2" fmla="*/ 84748 w 311"/>
                <a:gd name="T3" fmla="*/ 7874 h 160"/>
                <a:gd name="T4" fmla="*/ 0 w 311"/>
                <a:gd name="T5" fmla="*/ 19686 h 160"/>
                <a:gd name="T6" fmla="*/ 68489 w 311"/>
                <a:gd name="T7" fmla="*/ 70868 h 160"/>
                <a:gd name="T8" fmla="*/ 68489 w 311"/>
                <a:gd name="T9" fmla="*/ 70868 h 160"/>
                <a:gd name="T10" fmla="*/ 153237 w 311"/>
                <a:gd name="T11" fmla="*/ 59057 h 160"/>
                <a:gd name="T12" fmla="*/ 85241 w 311"/>
                <a:gd name="T13" fmla="*/ 7874 h 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1" h="160">
                  <a:moveTo>
                    <a:pt x="173" y="16"/>
                  </a:moveTo>
                  <a:cubicBezTo>
                    <a:pt x="172" y="16"/>
                    <a:pt x="172" y="16"/>
                    <a:pt x="172" y="16"/>
                  </a:cubicBezTo>
                  <a:cubicBezTo>
                    <a:pt x="110" y="0"/>
                    <a:pt x="47" y="9"/>
                    <a:pt x="0" y="40"/>
                  </a:cubicBezTo>
                  <a:cubicBezTo>
                    <a:pt x="26" y="89"/>
                    <a:pt x="77" y="127"/>
                    <a:pt x="139" y="144"/>
                  </a:cubicBezTo>
                  <a:cubicBezTo>
                    <a:pt x="139" y="144"/>
                    <a:pt x="139" y="144"/>
                    <a:pt x="139" y="144"/>
                  </a:cubicBezTo>
                  <a:cubicBezTo>
                    <a:pt x="201" y="160"/>
                    <a:pt x="264" y="151"/>
                    <a:pt x="311" y="120"/>
                  </a:cubicBezTo>
                  <a:cubicBezTo>
                    <a:pt x="285" y="71"/>
                    <a:pt x="234" y="32"/>
                    <a:pt x="173" y="16"/>
                  </a:cubicBezTo>
                  <a:close/>
                </a:path>
              </a:pathLst>
            </a:custGeom>
            <a:solidFill>
              <a:srgbClr val="94C00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fr-FR">
                <a:solidFill>
                  <a:srgbClr val="231F20"/>
                </a:solidFill>
                <a:cs typeface="Arial" charset="0"/>
              </a:endParaRPr>
            </a:p>
          </p:txBody>
        </p:sp>
      </p:grpSp>
      <p:pic>
        <p:nvPicPr>
          <p:cNvPr id="17" name="Picture 2" descr="Accueil"/>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023678" y="26610"/>
            <a:ext cx="510777" cy="35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7945469"/>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Lst>
  <p:hf sldNum="0" hdr="0" ftr="0"/>
  <p:txStyles>
    <p:titleStyle>
      <a:lvl1pPr algn="l" defTabSz="914400" rtl="0" eaLnBrk="1" latinLnBrk="0" hangingPunct="1">
        <a:lnSpc>
          <a:spcPct val="90000"/>
        </a:lnSpc>
        <a:spcBef>
          <a:spcPct val="0"/>
        </a:spcBef>
        <a:buNone/>
        <a:defRPr sz="2400" b="1" kern="1200">
          <a:solidFill>
            <a:srgbClr val="55453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113024"/>
      </p:ext>
    </p:extLst>
  </p:cSld>
  <p:clrMap bg1="lt1" tx1="dk1" bg2="lt2" tx2="dk2" accent1="accent1" accent2="accent2" accent3="accent3" accent4="accent4" accent5="accent5" accent6="accent6" hlink="hlink" folHlink="folHlink"/>
  <p:sldLayoutIdLst>
    <p:sldLayoutId id="2147483730" r:id="rId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19/11/2025</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spTree>
    <p:extLst>
      <p:ext uri="{BB962C8B-B14F-4D97-AF65-F5344CB8AC3E}">
        <p14:creationId xmlns:p14="http://schemas.microsoft.com/office/powerpoint/2010/main" val="209851057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1" r:id="rId9"/>
  </p:sldLayoutIdLst>
  <p:hf sldNum="0" hdr="0" ft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19/11/2025</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pic>
        <p:nvPicPr>
          <p:cNvPr id="13" name="Picture 2"/>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481218" y="270853"/>
            <a:ext cx="1743308" cy="403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82599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9" r:id="rId6"/>
    <p:sldLayoutId id="2147483762" r:id="rId7"/>
    <p:sldLayoutId id="2147483763" r:id="rId8"/>
  </p:sldLayoutIdLst>
  <p:hf sldNum="0" hdr="0" ft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19/11/2025</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pic>
        <p:nvPicPr>
          <p:cNvPr id="13" name="Picture 2"/>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481218" y="270853"/>
            <a:ext cx="1743308" cy="403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8735525"/>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Lst>
  <p:hf sldNum="0" hdr="0" ft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hyperlink" Target="mailto:Marion.lacroix@ign.fr" TargetMode="External"/><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hyperlink" Target="mailto:Pierre-olivier.hays@ign.fr" TargetMode="External"/><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jpeg"/><Relationship Id="rId9" Type="http://schemas.openxmlformats.org/officeDocument/2006/relationships/image" Target="../media/image23.png"/><Relationship Id="rId14" Type="http://schemas.openxmlformats.org/officeDocument/2006/relationships/image" Target="../media/image26.png"/></Relationships>
</file>

<file path=ppt/slides/_rels/slide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260.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35.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25.svg"/></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35.xml"/><Relationship Id="rId6" Type="http://schemas.openxmlformats.org/officeDocument/2006/relationships/image" Target="../media/image27.png"/><Relationship Id="rId5" Type="http://schemas.openxmlformats.org/officeDocument/2006/relationships/image" Target="../media/image31.png"/><Relationship Id="rId4" Type="http://schemas.openxmlformats.org/officeDocument/2006/relationships/image" Target="../media/image260.png"/></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image" Target="../media/image31.png"/><Relationship Id="rId5" Type="http://schemas.openxmlformats.org/officeDocument/2006/relationships/hyperlink" Target="https://github.com/cnigfr/FabriqueStandards/tree/main/StandardsDesStandards/template" TargetMode="External"/><Relationship Id="rId4" Type="http://schemas.openxmlformats.org/officeDocument/2006/relationships/image" Target="../media/image260.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customXml" Target="../ink/ink4.xml"/><Relationship Id="rId7" Type="http://schemas.openxmlformats.org/officeDocument/2006/relationships/hyperlink" Target="https://cnig.gouv.fr/gt-dessertes-pour-les-transports-de-bois-a18535.html#H_Reunions" TargetMode="External"/><Relationship Id="rId2" Type="http://schemas.openxmlformats.org/officeDocument/2006/relationships/notesSlide" Target="../notesSlides/notesSlide5.xml"/><Relationship Id="rId1" Type="http://schemas.openxmlformats.org/officeDocument/2006/relationships/slideLayout" Target="../slideLayouts/slideLayout35.xml"/><Relationship Id="rId6" Type="http://schemas.openxmlformats.org/officeDocument/2006/relationships/hyperlink" Target="https://github.com/cnigfr/schema-dessertes-transport-de-bois" TargetMode="External"/><Relationship Id="rId11" Type="http://schemas.openxmlformats.org/officeDocument/2006/relationships/image" Target="../media/image27.png"/><Relationship Id="rId5" Type="http://schemas.openxmlformats.org/officeDocument/2006/relationships/hyperlink" Target="mailto:marion.lacroix@ign.fr" TargetMode="External"/><Relationship Id="rId10" Type="http://schemas.openxmlformats.org/officeDocument/2006/relationships/image" Target="../media/image34.png"/><Relationship Id="rId4" Type="http://schemas.openxmlformats.org/officeDocument/2006/relationships/image" Target="../media/image260.png"/><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github.com/cnigfr/schema-dessertes-transport-de-bois/tree/master/ressources/tableaux-de-travail" TargetMode="External"/><Relationship Id="rId1" Type="http://schemas.openxmlformats.org/officeDocument/2006/relationships/slideLayout" Target="../slideLayouts/slideLayout35.xml"/><Relationship Id="rId5" Type="http://schemas.openxmlformats.org/officeDocument/2006/relationships/image" Target="../media/image32.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6.xml"/><Relationship Id="rId1" Type="http://schemas.openxmlformats.org/officeDocument/2006/relationships/slideLayout" Target="../slideLayouts/slideLayout35.xml"/><Relationship Id="rId5" Type="http://schemas.openxmlformats.org/officeDocument/2006/relationships/image" Target="../media/image27.png"/><Relationship Id="rId4" Type="http://schemas.openxmlformats.org/officeDocument/2006/relationships/image" Target="../media/image260.png"/></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350.png"/></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8.xml"/><Relationship Id="rId1" Type="http://schemas.openxmlformats.org/officeDocument/2006/relationships/slideLayout" Target="../slideLayouts/slideLayout35.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350.png"/></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9.xml"/><Relationship Id="rId1" Type="http://schemas.openxmlformats.org/officeDocument/2006/relationships/slideLayout" Target="../slideLayouts/slideLayout35.xml"/><Relationship Id="rId6" Type="http://schemas.openxmlformats.org/officeDocument/2006/relationships/image" Target="../media/image27.png"/><Relationship Id="rId5" Type="http://schemas.openxmlformats.org/officeDocument/2006/relationships/image" Target="../media/image37.png"/><Relationship Id="rId4" Type="http://schemas.openxmlformats.org/officeDocument/2006/relationships/image" Target="../media/image260.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35.xml"/><Relationship Id="rId6" Type="http://schemas.openxmlformats.org/officeDocument/2006/relationships/image" Target="../media/image37.png"/><Relationship Id="rId5" Type="http://schemas.openxmlformats.org/officeDocument/2006/relationships/image" Target="../media/image27.png"/><Relationship Id="rId4" Type="http://schemas.openxmlformats.org/officeDocument/2006/relationships/image" Target="../media/image430.pn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1.xml"/><Relationship Id="rId1" Type="http://schemas.openxmlformats.org/officeDocument/2006/relationships/slideLayout" Target="../slideLayouts/slideLayout35.xml"/><Relationship Id="rId6" Type="http://schemas.openxmlformats.org/officeDocument/2006/relationships/image" Target="../media/image38.png"/><Relationship Id="rId5" Type="http://schemas.openxmlformats.org/officeDocument/2006/relationships/image" Target="../media/image27.png"/><Relationship Id="rId4" Type="http://schemas.openxmlformats.org/officeDocument/2006/relationships/image" Target="../media/image350.png"/></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35.xml"/><Relationship Id="rId6" Type="http://schemas.openxmlformats.org/officeDocument/2006/relationships/image" Target="../media/image38.png"/><Relationship Id="rId5" Type="http://schemas.openxmlformats.org/officeDocument/2006/relationships/image" Target="../media/image27.png"/><Relationship Id="rId4" Type="http://schemas.openxmlformats.org/officeDocument/2006/relationships/image" Target="../media/image430.png"/></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3.xml"/><Relationship Id="rId1" Type="http://schemas.openxmlformats.org/officeDocument/2006/relationships/slideLayout" Target="../slideLayouts/slideLayout35.xml"/><Relationship Id="rId6" Type="http://schemas.openxmlformats.org/officeDocument/2006/relationships/image" Target="../media/image27.png"/><Relationship Id="rId5" Type="http://schemas.openxmlformats.org/officeDocument/2006/relationships/image" Target="../media/image39.png"/><Relationship Id="rId4" Type="http://schemas.openxmlformats.org/officeDocument/2006/relationships/image" Target="../media/image26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3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hyperlink" Target="https://www.afigeo.asso.fr/wp-content/uploads/2020/12/10/modele-minimal-donnees-pei.pdf" TargetMode="External"/><Relationship Id="rId13" Type="http://schemas.openxmlformats.org/officeDocument/2006/relationships/image" Target="../media/image44.png"/><Relationship Id="rId3" Type="http://schemas.openxmlformats.org/officeDocument/2006/relationships/customXml" Target="../ink/ink13.xml"/><Relationship Id="rId7" Type="http://schemas.openxmlformats.org/officeDocument/2006/relationships/hyperlink" Target="https://geoservices.ign.fr/bd-topor-explorer-descriptif-de-contenu" TargetMode="External"/><Relationship Id="rId12"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35.xml"/><Relationship Id="rId6" Type="http://schemas.openxmlformats.org/officeDocument/2006/relationships/hyperlink" Target="https://cnig.gouv.fr/gt-dessertes-pour-les-transports-de-bois-a18535.html#H_Mandat-du-GT" TargetMode="External"/><Relationship Id="rId11" Type="http://schemas.openxmlformats.org/officeDocument/2006/relationships/image" Target="../media/image42.png"/><Relationship Id="rId5" Type="http://schemas.openxmlformats.org/officeDocument/2006/relationships/hyperlink" Target="https://naviforest.ign.fr/" TargetMode="External"/><Relationship Id="rId15" Type="http://schemas.openxmlformats.org/officeDocument/2006/relationships/image" Target="../media/image27.png"/><Relationship Id="rId10" Type="http://schemas.openxmlformats.org/officeDocument/2006/relationships/image" Target="../media/image41.png"/><Relationship Id="rId4" Type="http://schemas.openxmlformats.org/officeDocument/2006/relationships/image" Target="../media/image260.png"/><Relationship Id="rId9" Type="http://schemas.openxmlformats.org/officeDocument/2006/relationships/image" Target="../media/image40.png"/><Relationship Id="rId1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7.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1D4F6B9-F858-4519-8D4C-063D756504E4}"/>
              </a:ext>
            </a:extLst>
          </p:cNvPr>
          <p:cNvSpPr/>
          <p:nvPr/>
        </p:nvSpPr>
        <p:spPr>
          <a:xfrm>
            <a:off x="301047" y="294639"/>
            <a:ext cx="2081900" cy="2047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1292F264-9D89-442C-A33D-26D9F2FEFE94}"/>
              </a:ext>
            </a:extLst>
          </p:cNvPr>
          <p:cNvSpPr/>
          <p:nvPr/>
        </p:nvSpPr>
        <p:spPr>
          <a:xfrm>
            <a:off x="9731163" y="322055"/>
            <a:ext cx="2175029" cy="1669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pic>
        <p:nvPicPr>
          <p:cNvPr id="7" name="Image 6">
            <a:extLst>
              <a:ext uri="{FF2B5EF4-FFF2-40B4-BE49-F238E27FC236}">
                <a16:creationId xmlns:a16="http://schemas.microsoft.com/office/drawing/2014/main" id="{AF4B4D34-3332-4206-9757-BB8A2646C209}"/>
              </a:ext>
            </a:extLst>
          </p:cNvPr>
          <p:cNvPicPr>
            <a:picLocks noChangeAspect="1"/>
          </p:cNvPicPr>
          <p:nvPr/>
        </p:nvPicPr>
        <p:blipFill>
          <a:blip r:embed="rId3"/>
          <a:stretch>
            <a:fillRect/>
          </a:stretch>
        </p:blipFill>
        <p:spPr>
          <a:xfrm>
            <a:off x="10152000" y="244021"/>
            <a:ext cx="1333355" cy="1451161"/>
          </a:xfrm>
          <a:prstGeom prst="rect">
            <a:avLst/>
          </a:prstGeom>
          <a:ln>
            <a:noFill/>
          </a:ln>
        </p:spPr>
      </p:pic>
      <p:sp>
        <p:nvSpPr>
          <p:cNvPr id="8" name="Espace réservé du numéro de diapositive 3">
            <a:extLst>
              <a:ext uri="{FF2B5EF4-FFF2-40B4-BE49-F238E27FC236}">
                <a16:creationId xmlns:a16="http://schemas.microsoft.com/office/drawing/2014/main" id="{23C5C4C4-B3D8-4A4B-A2A2-51393C9BB76E}"/>
              </a:ext>
            </a:extLst>
          </p:cNvPr>
          <p:cNvSpPr txBox="1">
            <a:spLocks/>
          </p:cNvSpPr>
          <p:nvPr/>
        </p:nvSpPr>
        <p:spPr>
          <a:xfrm>
            <a:off x="11037765" y="6480000"/>
            <a:ext cx="993371" cy="288000"/>
          </a:xfrm>
          <a:prstGeom prst="rect">
            <a:avLst/>
          </a:prstGeo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defRPr/>
            </a:pPr>
            <a:endParaRPr lang="fr-FR" sz="1100" dirty="0">
              <a:solidFill>
                <a:srgbClr val="7D7D68"/>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2A1BE3EA-BC1C-4F4B-BEBE-F790BF497879}"/>
              </a:ext>
            </a:extLst>
          </p:cNvPr>
          <p:cNvSpPr/>
          <p:nvPr/>
        </p:nvSpPr>
        <p:spPr>
          <a:xfrm>
            <a:off x="11679644" y="3513229"/>
            <a:ext cx="83585" cy="2092973"/>
          </a:xfrm>
          <a:prstGeom prst="rect">
            <a:avLst/>
          </a:prstGeom>
          <a:solidFill>
            <a:srgbClr val="8A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pic>
        <p:nvPicPr>
          <p:cNvPr id="5" name="Image 4" descr="Une image contenant texte, Police, logo, Graphique&#10;&#10;Le contenu généré par l’IA peut être incorrect.">
            <a:extLst>
              <a:ext uri="{FF2B5EF4-FFF2-40B4-BE49-F238E27FC236}">
                <a16:creationId xmlns:a16="http://schemas.microsoft.com/office/drawing/2014/main" id="{55898B98-6CBE-40D9-CC2E-BFB3DD313E13}"/>
              </a:ext>
            </a:extLst>
          </p:cNvPr>
          <p:cNvPicPr>
            <a:picLocks noChangeAspect="1"/>
          </p:cNvPicPr>
          <p:nvPr/>
        </p:nvPicPr>
        <p:blipFill>
          <a:blip r:embed="rId4"/>
          <a:stretch>
            <a:fillRect/>
          </a:stretch>
        </p:blipFill>
        <p:spPr>
          <a:xfrm>
            <a:off x="8153855" y="244021"/>
            <a:ext cx="1575376" cy="1687288"/>
          </a:xfrm>
          <a:prstGeom prst="rect">
            <a:avLst/>
          </a:prstGeom>
          <a:ln>
            <a:noFill/>
          </a:ln>
        </p:spPr>
      </p:pic>
      <p:grpSp>
        <p:nvGrpSpPr>
          <p:cNvPr id="9" name="Groupe 8">
            <a:extLst>
              <a:ext uri="{FF2B5EF4-FFF2-40B4-BE49-F238E27FC236}">
                <a16:creationId xmlns:a16="http://schemas.microsoft.com/office/drawing/2014/main" id="{EF014D96-B770-437F-8E9D-C6248933CB3E}"/>
              </a:ext>
            </a:extLst>
          </p:cNvPr>
          <p:cNvGrpSpPr/>
          <p:nvPr/>
        </p:nvGrpSpPr>
        <p:grpSpPr>
          <a:xfrm>
            <a:off x="1091678" y="1757642"/>
            <a:ext cx="3476412" cy="3102844"/>
            <a:chOff x="790710" y="2574250"/>
            <a:chExt cx="3365125" cy="3005044"/>
          </a:xfrm>
        </p:grpSpPr>
        <p:pic>
          <p:nvPicPr>
            <p:cNvPr id="18" name="Image 10">
              <a:extLst>
                <a:ext uri="{FF2B5EF4-FFF2-40B4-BE49-F238E27FC236}">
                  <a16:creationId xmlns:a16="http://schemas.microsoft.com/office/drawing/2014/main" id="{85455156-CA8E-44FF-88AF-0243B8E80C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8764" y="2574250"/>
              <a:ext cx="2708097" cy="2708097"/>
            </a:xfrm>
            <a:prstGeom prst="rect">
              <a:avLst/>
            </a:prstGeom>
            <a:ln>
              <a:noFill/>
            </a:ln>
          </p:spPr>
        </p:pic>
        <p:pic>
          <p:nvPicPr>
            <p:cNvPr id="12" name="Image 11">
              <a:extLst>
                <a:ext uri="{FF2B5EF4-FFF2-40B4-BE49-F238E27FC236}">
                  <a16:creationId xmlns:a16="http://schemas.microsoft.com/office/drawing/2014/main" id="{CB131529-0D4F-4171-9917-E2B6F9BD3E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4791" y="4291551"/>
              <a:ext cx="1287743" cy="1287743"/>
            </a:xfrm>
            <a:prstGeom prst="rect">
              <a:avLst/>
            </a:prstGeom>
            <a:ln>
              <a:noFill/>
            </a:ln>
          </p:spPr>
        </p:pic>
        <p:pic>
          <p:nvPicPr>
            <p:cNvPr id="13" name="Image 12">
              <a:extLst>
                <a:ext uri="{FF2B5EF4-FFF2-40B4-BE49-F238E27FC236}">
                  <a16:creationId xmlns:a16="http://schemas.microsoft.com/office/drawing/2014/main" id="{BD3A6AC6-9EC3-4B4C-8BCC-0CDF0B526C8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2868094" y="3994607"/>
              <a:ext cx="1287741" cy="1287741"/>
            </a:xfrm>
            <a:prstGeom prst="rect">
              <a:avLst/>
            </a:prstGeom>
            <a:ln>
              <a:noFill/>
            </a:ln>
          </p:spPr>
        </p:pic>
        <p:pic>
          <p:nvPicPr>
            <p:cNvPr id="14" name="Image 13">
              <a:extLst>
                <a:ext uri="{FF2B5EF4-FFF2-40B4-BE49-F238E27FC236}">
                  <a16:creationId xmlns:a16="http://schemas.microsoft.com/office/drawing/2014/main" id="{E9AF8D38-FAC6-4321-ACD7-16F536668A7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567103" y="3616839"/>
              <a:ext cx="313997" cy="313997"/>
            </a:xfrm>
            <a:prstGeom prst="rect">
              <a:avLst/>
            </a:prstGeom>
            <a:ln>
              <a:noFill/>
            </a:ln>
          </p:spPr>
        </p:pic>
        <p:pic>
          <p:nvPicPr>
            <p:cNvPr id="15" name="Image 14">
              <a:extLst>
                <a:ext uri="{FF2B5EF4-FFF2-40B4-BE49-F238E27FC236}">
                  <a16:creationId xmlns:a16="http://schemas.microsoft.com/office/drawing/2014/main" id="{6C5BBA72-1878-453A-B073-EF55F2AA4B7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0710" y="3773837"/>
              <a:ext cx="780551" cy="780551"/>
            </a:xfrm>
            <a:prstGeom prst="rect">
              <a:avLst/>
            </a:prstGeom>
            <a:ln>
              <a:noFill/>
            </a:ln>
          </p:spPr>
        </p:pic>
      </p:grpSp>
      <p:sp>
        <p:nvSpPr>
          <p:cNvPr id="2" name="Espace réservé de la date 1">
            <a:extLst>
              <a:ext uri="{FF2B5EF4-FFF2-40B4-BE49-F238E27FC236}">
                <a16:creationId xmlns:a16="http://schemas.microsoft.com/office/drawing/2014/main" id="{8A31229A-73AF-40B9-BDC6-362330BDF2D9}"/>
              </a:ext>
            </a:extLst>
          </p:cNvPr>
          <p:cNvSpPr>
            <a:spLocks noGrp="1"/>
          </p:cNvSpPr>
          <p:nvPr>
            <p:ph type="dt" sz="half" idx="10"/>
          </p:nvPr>
        </p:nvSpPr>
        <p:spPr>
          <a:xfrm>
            <a:off x="10152000" y="6378000"/>
            <a:ext cx="1560000" cy="480000"/>
          </a:xfrm>
        </p:spPr>
        <p:txBody>
          <a:bodyPr/>
          <a:lstStyle/>
          <a:p>
            <a:pPr algn="r"/>
            <a:r>
              <a:rPr lang="fr-FR" cap="all"/>
              <a:t>19/11/2025</a:t>
            </a:r>
            <a:endParaRPr lang="fr-FR" cap="all" dirty="0"/>
          </a:p>
        </p:txBody>
      </p:sp>
      <p:pic>
        <p:nvPicPr>
          <p:cNvPr id="19" name="Graphique 18">
            <a:extLst>
              <a:ext uri="{FF2B5EF4-FFF2-40B4-BE49-F238E27FC236}">
                <a16:creationId xmlns:a16="http://schemas.microsoft.com/office/drawing/2014/main" id="{15A9D933-5A52-49DE-9C4A-9BF3DAB50D5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3939" y="379215"/>
            <a:ext cx="2472215" cy="1772838"/>
          </a:xfrm>
          <a:prstGeom prst="rect">
            <a:avLst/>
          </a:prstGeom>
        </p:spPr>
      </p:pic>
      <p:sp>
        <p:nvSpPr>
          <p:cNvPr id="17" name="Espace réservé du contenu 2">
            <a:extLst>
              <a:ext uri="{FF2B5EF4-FFF2-40B4-BE49-F238E27FC236}">
                <a16:creationId xmlns:a16="http://schemas.microsoft.com/office/drawing/2014/main" id="{0378A666-6553-49C3-AE7D-C68E806ED990}"/>
              </a:ext>
            </a:extLst>
          </p:cNvPr>
          <p:cNvSpPr>
            <a:spLocks noGrp="1"/>
          </p:cNvSpPr>
          <p:nvPr/>
        </p:nvSpPr>
        <p:spPr>
          <a:xfrm>
            <a:off x="9735399" y="5863101"/>
            <a:ext cx="2018393" cy="360000"/>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fontAlgn="base">
              <a:buNone/>
            </a:pPr>
            <a:r>
              <a:rPr lang="fr-FR" sz="1200" b="0" i="0" dirty="0">
                <a:solidFill>
                  <a:srgbClr val="0563C1"/>
                </a:solidFill>
                <a:effectLst/>
                <a:latin typeface="Marianne" panose="02000000000000000000" pitchFamily="50" charset="0"/>
                <a:hlinkClick r:id="rId12">
                  <a:extLst>
                    <a:ext uri="{A12FA001-AC4F-418D-AE19-62706E023703}">
                      <ahyp:hlinkClr xmlns:ahyp="http://schemas.microsoft.com/office/drawing/2018/hyperlinkcolor" val="tx"/>
                    </a:ext>
                  </a:extLst>
                </a:hlinkClick>
              </a:rPr>
              <a:t>Pierre-olivier.hays@ign.fr</a:t>
            </a:r>
            <a:endParaRPr lang="fr-FR" sz="1200" b="0" dirty="0">
              <a:solidFill>
                <a:srgbClr val="0563C1"/>
              </a:solidFill>
              <a:latin typeface="Marianne" panose="02000000000000000000" pitchFamily="50" charset="0"/>
            </a:endParaRPr>
          </a:p>
          <a:p>
            <a:pPr marL="0" indent="0" algn="r" fontAlgn="base">
              <a:buNone/>
            </a:pPr>
            <a:r>
              <a:rPr lang="fr-FR" sz="1200" b="0" i="0" dirty="0">
                <a:solidFill>
                  <a:srgbClr val="0563C1"/>
                </a:solidFill>
                <a:effectLst/>
                <a:latin typeface="Marianne" panose="02000000000000000000" pitchFamily="50" charset="0"/>
                <a:hlinkClick r:id="rId13">
                  <a:extLst>
                    <a:ext uri="{A12FA001-AC4F-418D-AE19-62706E023703}">
                      <ahyp:hlinkClr xmlns:ahyp="http://schemas.microsoft.com/office/drawing/2018/hyperlinkcolor" val="tx"/>
                    </a:ext>
                  </a:extLst>
                </a:hlinkClick>
              </a:rPr>
              <a:t>Marion.lacroix@ign.fr</a:t>
            </a:r>
            <a:r>
              <a:rPr lang="fr-FR" sz="1200" b="0" i="0" dirty="0">
                <a:solidFill>
                  <a:srgbClr val="0563C1"/>
                </a:solidFill>
                <a:effectLst/>
                <a:latin typeface="Marianne" panose="02000000000000000000" pitchFamily="50" charset="0"/>
              </a:rPr>
              <a:t>  </a:t>
            </a:r>
            <a:endParaRPr lang="fr-FR" sz="1400" b="0" dirty="0">
              <a:solidFill>
                <a:srgbClr val="0563C1"/>
              </a:solidFill>
              <a:latin typeface="+mn-lt"/>
            </a:endParaRPr>
          </a:p>
        </p:txBody>
      </p:sp>
      <p:sp>
        <p:nvSpPr>
          <p:cNvPr id="6" name="Espace réservé du texte 5"/>
          <p:cNvSpPr>
            <a:spLocks noGrp="1"/>
          </p:cNvSpPr>
          <p:nvPr>
            <p:ph type="body" sz="quarter" idx="13"/>
          </p:nvPr>
        </p:nvSpPr>
        <p:spPr>
          <a:xfrm>
            <a:off x="1588498" y="3762865"/>
            <a:ext cx="9945952" cy="3025112"/>
          </a:xfr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mn-ea"/>
                <a:cs typeface="Calibri" panose="020F0502020204030204" pitchFamily="34" charset="0"/>
              </a:rPr>
              <a:t>Point d’avancée</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Standard CNIG Dessertes en forêt : </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transport de bois et DFCI</a:t>
            </a:r>
            <a:endParaRPr kumimoji="0" lang="fr-FR" sz="5400" b="1" i="0" u="none" strike="noStrike" kern="1200" cap="all" spc="0" normalizeH="0" baseline="0" noProof="0" dirty="0">
              <a:ln>
                <a:noFill/>
              </a:ln>
              <a:effectLst/>
              <a:uLnTx/>
              <a:uFillTx/>
              <a:latin typeface="+mj-lt"/>
              <a:ea typeface="+mn-ea"/>
              <a:cs typeface="+mn-cs"/>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algn="r" defTabSz="914377">
              <a:spcBef>
                <a:spcPts val="1000"/>
              </a:spcBef>
              <a:defRPr/>
            </a:pPr>
            <a:endParaRPr lang="fr-FR" sz="1500" dirty="0">
              <a:solidFill>
                <a:srgbClr val="554538"/>
              </a:solidFill>
              <a:latin typeface="+mj-lt"/>
              <a:ea typeface="Calibri" panose="020F0502020204030204" pitchFamily="34" charset="0"/>
              <a:cs typeface="Calibri" panose="020F0502020204030204" pitchFamily="34" charset="0"/>
            </a:endParaRPr>
          </a:p>
          <a:p>
            <a:pPr algn="r" defTabSz="914377">
              <a:spcBef>
                <a:spcPts val="1000"/>
              </a:spcBef>
              <a:defRPr/>
            </a:pPr>
            <a:endParaRPr lang="fr-FR" sz="1467" dirty="0">
              <a:solidFill>
                <a:srgbClr val="554538"/>
              </a:solidFill>
              <a:latin typeface="+mj-lt"/>
              <a:ea typeface="Calibri"/>
              <a:cs typeface="Calibri" panose="020F0502020204030204" pitchFamily="34" charset="0"/>
            </a:endParaRPr>
          </a:p>
          <a:p>
            <a:pPr marL="228594" indent="-228594" algn="r">
              <a:spcBef>
                <a:spcPts val="1000"/>
              </a:spcBef>
              <a:buChar char="•"/>
              <a:defRPr/>
            </a:pPr>
            <a:endParaRPr lang="fr-FR" sz="1300" b="0" dirty="0">
              <a:solidFill>
                <a:srgbClr val="4EA72E">
                  <a:lumMod val="60000"/>
                  <a:lumOff val="40000"/>
                </a:srgbClr>
              </a:solidFill>
              <a:latin typeface="+mj-lt"/>
              <a:ea typeface="Calibri" panose="020F0502020204030204" pitchFamily="34" charset="0"/>
              <a:cs typeface="Calibri" panose="020F0502020204030204" pitchFamily="34" charset="0"/>
            </a:endParaRPr>
          </a:p>
        </p:txBody>
      </p:sp>
      <p:pic>
        <p:nvPicPr>
          <p:cNvPr id="11" name="Image 10" descr="Une image contenant obscurité, Graphique, silhouette, art&#10;&#10;Le contenu généré par l’IA peut être incorrect.">
            <a:extLst>
              <a:ext uri="{FF2B5EF4-FFF2-40B4-BE49-F238E27FC236}">
                <a16:creationId xmlns:a16="http://schemas.microsoft.com/office/drawing/2014/main" id="{E863D810-FB33-35FC-AFE9-D7CD84ACB64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290090" y="465247"/>
            <a:ext cx="1282966" cy="856288"/>
          </a:xfrm>
          <a:prstGeom prst="rect">
            <a:avLst/>
          </a:prstGeom>
        </p:spPr>
      </p:pic>
    </p:spTree>
    <p:extLst>
      <p:ext uri="{BB962C8B-B14F-4D97-AF65-F5344CB8AC3E}">
        <p14:creationId xmlns:p14="http://schemas.microsoft.com/office/powerpoint/2010/main" val="360171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57E09AC8-E16D-4C7F-A1FE-9569E0835F8C}"/>
              </a:ext>
            </a:extLst>
          </p:cNvPr>
          <p:cNvCxnSpPr/>
          <p:nvPr/>
        </p:nvCxnSpPr>
        <p:spPr>
          <a:xfrm>
            <a:off x="1080655" y="4314304"/>
            <a:ext cx="10174778" cy="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 name="Ellipse 7">
            <a:extLst>
              <a:ext uri="{FF2B5EF4-FFF2-40B4-BE49-F238E27FC236}">
                <a16:creationId xmlns:a16="http://schemas.microsoft.com/office/drawing/2014/main" id="{027FD1CB-35AB-4A78-9EF6-B9F61F0ADAF3}"/>
              </a:ext>
            </a:extLst>
          </p:cNvPr>
          <p:cNvSpPr/>
          <p:nvPr/>
        </p:nvSpPr>
        <p:spPr>
          <a:xfrm>
            <a:off x="1388226" y="4224304"/>
            <a:ext cx="180000" cy="180000"/>
          </a:xfrm>
          <a:prstGeom prst="ellipse">
            <a:avLst/>
          </a:prstGeom>
          <a:solidFill>
            <a:schemeClr val="accent1">
              <a:lumMod val="75000"/>
              <a:lumOff val="25000"/>
            </a:schemeClr>
          </a:solidFill>
          <a:ln>
            <a:solidFill>
              <a:srgbClr val="00C28F"/>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FE9821E4-E607-42C7-9F77-3262C53D3190}"/>
              </a:ext>
            </a:extLst>
          </p:cNvPr>
          <p:cNvSpPr/>
          <p:nvPr/>
        </p:nvSpPr>
        <p:spPr>
          <a:xfrm>
            <a:off x="2715127" y="4227455"/>
            <a:ext cx="180000" cy="180000"/>
          </a:xfrm>
          <a:prstGeom prst="ellipse">
            <a:avLst/>
          </a:prstGeom>
          <a:solidFill>
            <a:schemeClr val="accent1">
              <a:lumMod val="75000"/>
              <a:lumOff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6E932F3F-5EC9-4E39-8370-9FB0F1872F99}"/>
              </a:ext>
            </a:extLst>
          </p:cNvPr>
          <p:cNvSpPr/>
          <p:nvPr/>
        </p:nvSpPr>
        <p:spPr>
          <a:xfrm>
            <a:off x="4042028" y="4230606"/>
            <a:ext cx="180000" cy="180000"/>
          </a:xfrm>
          <a:prstGeom prst="ellipse">
            <a:avLst/>
          </a:prstGeom>
          <a:solidFill>
            <a:schemeClr val="accent1">
              <a:lumMod val="75000"/>
              <a:lumOff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BCC5424F-056E-49BB-8A42-62108B13C493}"/>
              </a:ext>
            </a:extLst>
          </p:cNvPr>
          <p:cNvSpPr/>
          <p:nvPr/>
        </p:nvSpPr>
        <p:spPr>
          <a:xfrm>
            <a:off x="6695830" y="4236908"/>
            <a:ext cx="180000" cy="180000"/>
          </a:xfrm>
          <a:prstGeom prst="ellipse">
            <a:avLst/>
          </a:prstGeom>
          <a:solidFill>
            <a:srgbClr val="FFC0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91A6576B-FF3F-463C-9141-168CFF6C91D9}"/>
              </a:ext>
            </a:extLst>
          </p:cNvPr>
          <p:cNvSpPr/>
          <p:nvPr/>
        </p:nvSpPr>
        <p:spPr>
          <a:xfrm>
            <a:off x="5368929" y="4233757"/>
            <a:ext cx="180000" cy="180000"/>
          </a:xfrm>
          <a:prstGeom prst="ellipse">
            <a:avLst/>
          </a:prstGeom>
          <a:solidFill>
            <a:schemeClr val="accent1">
              <a:lumMod val="75000"/>
              <a:lumOff val="2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573DAAC7-01C2-402D-81A7-ED9B51729860}"/>
              </a:ext>
            </a:extLst>
          </p:cNvPr>
          <p:cNvSpPr/>
          <p:nvPr/>
        </p:nvSpPr>
        <p:spPr>
          <a:xfrm>
            <a:off x="10676531" y="4243210"/>
            <a:ext cx="180000" cy="180000"/>
          </a:xfrm>
          <a:prstGeom prst="ellipse">
            <a:avLst/>
          </a:prstGeom>
          <a:solidFill>
            <a:srgbClr val="6AA2DA"/>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94E6B0F8-1EB3-4E77-B1D1-5172F2CAE501}"/>
              </a:ext>
            </a:extLst>
          </p:cNvPr>
          <p:cNvSpPr/>
          <p:nvPr/>
        </p:nvSpPr>
        <p:spPr>
          <a:xfrm>
            <a:off x="8022731" y="4240059"/>
            <a:ext cx="180000" cy="180000"/>
          </a:xfrm>
          <a:prstGeom prst="ellipse">
            <a:avLst/>
          </a:prstGeom>
          <a:solidFill>
            <a:srgbClr val="FFC0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44E58C8F-D93E-4D82-A0A3-646B2673CBFD}"/>
              </a:ext>
            </a:extLst>
          </p:cNvPr>
          <p:cNvSpPr/>
          <p:nvPr/>
        </p:nvSpPr>
        <p:spPr>
          <a:xfrm>
            <a:off x="9349632" y="4246362"/>
            <a:ext cx="180000" cy="180000"/>
          </a:xfrm>
          <a:prstGeom prst="ellipse">
            <a:avLst/>
          </a:prstGeom>
          <a:solidFill>
            <a:srgbClr val="6AA2DA"/>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itre 1">
            <a:extLst>
              <a:ext uri="{FF2B5EF4-FFF2-40B4-BE49-F238E27FC236}">
                <a16:creationId xmlns:a16="http://schemas.microsoft.com/office/drawing/2014/main" id="{C1B0C246-C8D2-4D16-A1F5-D32FB9298C3C}"/>
              </a:ext>
            </a:extLst>
          </p:cNvPr>
          <p:cNvSpPr>
            <a:spLocks noGrp="1"/>
          </p:cNvSpPr>
          <p:nvPr>
            <p:ph type="title"/>
          </p:nvPr>
        </p:nvSpPr>
        <p:spPr>
          <a:xfrm>
            <a:off x="5798811" y="190536"/>
            <a:ext cx="2698352" cy="960000"/>
          </a:xfrm>
        </p:spPr>
        <p:txBody>
          <a:bodyPr/>
          <a:lstStyle/>
          <a:p>
            <a:r>
              <a:rPr lang="fr-FR" dirty="0"/>
              <a:t>Contexte</a:t>
            </a:r>
          </a:p>
        </p:txBody>
      </p:sp>
      <p:sp>
        <p:nvSpPr>
          <p:cNvPr id="18" name="ZoneTexte 17">
            <a:extLst>
              <a:ext uri="{FF2B5EF4-FFF2-40B4-BE49-F238E27FC236}">
                <a16:creationId xmlns:a16="http://schemas.microsoft.com/office/drawing/2014/main" id="{DD98ED3A-BC19-4F05-946F-FF1E69E0EFE6}"/>
              </a:ext>
            </a:extLst>
          </p:cNvPr>
          <p:cNvSpPr txBox="1"/>
          <p:nvPr/>
        </p:nvSpPr>
        <p:spPr>
          <a:xfrm>
            <a:off x="1102257" y="4473573"/>
            <a:ext cx="751937" cy="307777"/>
          </a:xfrm>
          <a:prstGeom prst="rect">
            <a:avLst/>
          </a:prstGeom>
          <a:noFill/>
        </p:spPr>
        <p:txBody>
          <a:bodyPr wrap="none" rtlCol="0">
            <a:spAutoFit/>
          </a:bodyPr>
          <a:lstStyle/>
          <a:p>
            <a:r>
              <a:rPr lang="fr-FR" sz="1400" b="1" dirty="0"/>
              <a:t>février</a:t>
            </a:r>
          </a:p>
        </p:txBody>
      </p:sp>
      <p:sp>
        <p:nvSpPr>
          <p:cNvPr id="19" name="ZoneTexte 18">
            <a:extLst>
              <a:ext uri="{FF2B5EF4-FFF2-40B4-BE49-F238E27FC236}">
                <a16:creationId xmlns:a16="http://schemas.microsoft.com/office/drawing/2014/main" id="{5AEA8B3E-C05A-42EA-8635-2C9CC741A8D0}"/>
              </a:ext>
            </a:extLst>
          </p:cNvPr>
          <p:cNvSpPr txBox="1"/>
          <p:nvPr/>
        </p:nvSpPr>
        <p:spPr>
          <a:xfrm>
            <a:off x="2554096" y="3829465"/>
            <a:ext cx="502061" cy="307777"/>
          </a:xfrm>
          <a:prstGeom prst="rect">
            <a:avLst/>
          </a:prstGeom>
          <a:noFill/>
        </p:spPr>
        <p:txBody>
          <a:bodyPr wrap="none" rtlCol="0">
            <a:spAutoFit/>
          </a:bodyPr>
          <a:lstStyle/>
          <a:p>
            <a:r>
              <a:rPr lang="fr-FR" sz="1400" b="1" dirty="0"/>
              <a:t>juin</a:t>
            </a:r>
          </a:p>
        </p:txBody>
      </p:sp>
      <p:sp>
        <p:nvSpPr>
          <p:cNvPr id="20" name="ZoneTexte 19">
            <a:extLst>
              <a:ext uri="{FF2B5EF4-FFF2-40B4-BE49-F238E27FC236}">
                <a16:creationId xmlns:a16="http://schemas.microsoft.com/office/drawing/2014/main" id="{C88E5A0D-9AA1-44A8-810F-127645C998B4}"/>
              </a:ext>
            </a:extLst>
          </p:cNvPr>
          <p:cNvSpPr txBox="1"/>
          <p:nvPr/>
        </p:nvSpPr>
        <p:spPr>
          <a:xfrm>
            <a:off x="3482619" y="4473573"/>
            <a:ext cx="1298817" cy="307777"/>
          </a:xfrm>
          <a:prstGeom prst="rect">
            <a:avLst/>
          </a:prstGeom>
          <a:noFill/>
        </p:spPr>
        <p:txBody>
          <a:bodyPr wrap="none" rtlCol="0">
            <a:spAutoFit/>
          </a:bodyPr>
          <a:lstStyle/>
          <a:p>
            <a:r>
              <a:rPr lang="fr-FR" sz="1400" b="1" dirty="0"/>
              <a:t>17 novembre</a:t>
            </a:r>
          </a:p>
        </p:txBody>
      </p:sp>
      <p:sp>
        <p:nvSpPr>
          <p:cNvPr id="21" name="ZoneTexte 20">
            <a:extLst>
              <a:ext uri="{FF2B5EF4-FFF2-40B4-BE49-F238E27FC236}">
                <a16:creationId xmlns:a16="http://schemas.microsoft.com/office/drawing/2014/main" id="{4F9A67F1-B2B8-4D0C-81E6-E2B245F74EAA}"/>
              </a:ext>
            </a:extLst>
          </p:cNvPr>
          <p:cNvSpPr txBox="1"/>
          <p:nvPr/>
        </p:nvSpPr>
        <p:spPr>
          <a:xfrm>
            <a:off x="4915375" y="3857290"/>
            <a:ext cx="1321580" cy="307777"/>
          </a:xfrm>
          <a:prstGeom prst="rect">
            <a:avLst/>
          </a:prstGeom>
          <a:noFill/>
        </p:spPr>
        <p:txBody>
          <a:bodyPr wrap="none" rtlCol="0">
            <a:spAutoFit/>
          </a:bodyPr>
          <a:lstStyle/>
          <a:p>
            <a:r>
              <a:rPr lang="fr-FR" sz="1400" b="1" dirty="0"/>
              <a:t>27 novembre</a:t>
            </a:r>
          </a:p>
        </p:txBody>
      </p:sp>
      <p:sp>
        <p:nvSpPr>
          <p:cNvPr id="22" name="ZoneTexte 21">
            <a:extLst>
              <a:ext uri="{FF2B5EF4-FFF2-40B4-BE49-F238E27FC236}">
                <a16:creationId xmlns:a16="http://schemas.microsoft.com/office/drawing/2014/main" id="{00DA6CEA-6D1B-48B4-9B03-FB91AAE44314}"/>
              </a:ext>
            </a:extLst>
          </p:cNvPr>
          <p:cNvSpPr txBox="1"/>
          <p:nvPr/>
        </p:nvSpPr>
        <p:spPr>
          <a:xfrm>
            <a:off x="5934154" y="4473573"/>
            <a:ext cx="1703351" cy="307777"/>
          </a:xfrm>
          <a:prstGeom prst="rect">
            <a:avLst/>
          </a:prstGeom>
          <a:noFill/>
        </p:spPr>
        <p:txBody>
          <a:bodyPr wrap="none" rtlCol="0">
            <a:spAutoFit/>
          </a:bodyPr>
          <a:lstStyle/>
          <a:p>
            <a:r>
              <a:rPr lang="fr-FR" sz="1400" b="1" dirty="0"/>
              <a:t>décembre-janvier</a:t>
            </a:r>
          </a:p>
        </p:txBody>
      </p:sp>
      <p:sp>
        <p:nvSpPr>
          <p:cNvPr id="23" name="ZoneTexte 22">
            <a:extLst>
              <a:ext uri="{FF2B5EF4-FFF2-40B4-BE49-F238E27FC236}">
                <a16:creationId xmlns:a16="http://schemas.microsoft.com/office/drawing/2014/main" id="{9F7EDB51-11E4-4DBC-917B-3DEEBB37FFF6}"/>
              </a:ext>
            </a:extLst>
          </p:cNvPr>
          <p:cNvSpPr txBox="1"/>
          <p:nvPr/>
        </p:nvSpPr>
        <p:spPr>
          <a:xfrm>
            <a:off x="7728298" y="3829465"/>
            <a:ext cx="768865" cy="307777"/>
          </a:xfrm>
          <a:prstGeom prst="rect">
            <a:avLst/>
          </a:prstGeom>
          <a:noFill/>
        </p:spPr>
        <p:txBody>
          <a:bodyPr wrap="none" rtlCol="0">
            <a:spAutoFit/>
          </a:bodyPr>
          <a:lstStyle/>
          <a:p>
            <a:r>
              <a:rPr lang="fr-FR" sz="1400" b="1" dirty="0"/>
              <a:t>janvier</a:t>
            </a:r>
          </a:p>
        </p:txBody>
      </p:sp>
      <p:sp>
        <p:nvSpPr>
          <p:cNvPr id="24" name="ZoneTexte 23">
            <a:extLst>
              <a:ext uri="{FF2B5EF4-FFF2-40B4-BE49-F238E27FC236}">
                <a16:creationId xmlns:a16="http://schemas.microsoft.com/office/drawing/2014/main" id="{2CAB9F8A-9C3F-4625-B7B2-0419DB150E5D}"/>
              </a:ext>
            </a:extLst>
          </p:cNvPr>
          <p:cNvSpPr txBox="1"/>
          <p:nvPr/>
        </p:nvSpPr>
        <p:spPr>
          <a:xfrm>
            <a:off x="8826515" y="4473573"/>
            <a:ext cx="1226233" cy="307777"/>
          </a:xfrm>
          <a:prstGeom prst="rect">
            <a:avLst/>
          </a:prstGeom>
          <a:noFill/>
        </p:spPr>
        <p:txBody>
          <a:bodyPr wrap="none" rtlCol="0">
            <a:spAutoFit/>
          </a:bodyPr>
          <a:lstStyle/>
          <a:p>
            <a:r>
              <a:rPr lang="fr-FR" sz="1400" b="1" dirty="0"/>
              <a:t>février-mars</a:t>
            </a:r>
          </a:p>
        </p:txBody>
      </p:sp>
      <p:sp>
        <p:nvSpPr>
          <p:cNvPr id="25" name="ZoneTexte 24">
            <a:extLst>
              <a:ext uri="{FF2B5EF4-FFF2-40B4-BE49-F238E27FC236}">
                <a16:creationId xmlns:a16="http://schemas.microsoft.com/office/drawing/2014/main" id="{E8BE9940-7376-4661-B97D-922FA89DB1E5}"/>
              </a:ext>
            </a:extLst>
          </p:cNvPr>
          <p:cNvSpPr txBox="1"/>
          <p:nvPr/>
        </p:nvSpPr>
        <p:spPr>
          <a:xfrm>
            <a:off x="10229397" y="3829465"/>
            <a:ext cx="1074268" cy="307777"/>
          </a:xfrm>
          <a:prstGeom prst="rect">
            <a:avLst/>
          </a:prstGeom>
          <a:noFill/>
        </p:spPr>
        <p:txBody>
          <a:bodyPr wrap="none" rtlCol="0">
            <a:spAutoFit/>
          </a:bodyPr>
          <a:lstStyle/>
          <a:p>
            <a:r>
              <a:rPr lang="fr-FR" sz="1400" b="1" dirty="0"/>
              <a:t>printemps</a:t>
            </a:r>
          </a:p>
        </p:txBody>
      </p:sp>
      <p:cxnSp>
        <p:nvCxnSpPr>
          <p:cNvPr id="27" name="Connecteur droit 26">
            <a:extLst>
              <a:ext uri="{FF2B5EF4-FFF2-40B4-BE49-F238E27FC236}">
                <a16:creationId xmlns:a16="http://schemas.microsoft.com/office/drawing/2014/main" id="{A69F0132-C13D-4D7B-AA29-9CF38AA4819F}"/>
              </a:ext>
            </a:extLst>
          </p:cNvPr>
          <p:cNvCxnSpPr>
            <a:stCxn id="8" idx="0"/>
          </p:cNvCxnSpPr>
          <p:nvPr/>
        </p:nvCxnSpPr>
        <p:spPr>
          <a:xfrm flipH="1" flipV="1">
            <a:off x="1478225" y="3342640"/>
            <a:ext cx="1" cy="881664"/>
          </a:xfrm>
          <a:prstGeom prst="line">
            <a:avLst/>
          </a:prstGeom>
          <a:ln w="38100">
            <a:solidFill>
              <a:schemeClr val="accent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 name="Ellipse 27">
            <a:extLst>
              <a:ext uri="{FF2B5EF4-FFF2-40B4-BE49-F238E27FC236}">
                <a16:creationId xmlns:a16="http://schemas.microsoft.com/office/drawing/2014/main" id="{22B55DC6-1D20-47AE-8672-D06E0C0CB953}"/>
              </a:ext>
            </a:extLst>
          </p:cNvPr>
          <p:cNvSpPr/>
          <p:nvPr/>
        </p:nvSpPr>
        <p:spPr>
          <a:xfrm>
            <a:off x="1388225" y="3174146"/>
            <a:ext cx="180000" cy="180000"/>
          </a:xfrm>
          <a:prstGeom prst="ellipse">
            <a:avLst/>
          </a:prstGeom>
          <a:solidFill>
            <a:schemeClr val="bg1"/>
          </a:solidFill>
          <a:ln>
            <a:solidFill>
              <a:srgbClr val="00C28F"/>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9ADB4656-A514-4FF8-88FB-28E5687CD231}"/>
              </a:ext>
            </a:extLst>
          </p:cNvPr>
          <p:cNvSpPr txBox="1"/>
          <p:nvPr/>
        </p:nvSpPr>
        <p:spPr>
          <a:xfrm>
            <a:off x="1048982" y="2833053"/>
            <a:ext cx="1027845" cy="261610"/>
          </a:xfrm>
          <a:prstGeom prst="rect">
            <a:avLst/>
          </a:prstGeom>
          <a:noFill/>
        </p:spPr>
        <p:txBody>
          <a:bodyPr wrap="none" rtlCol="0">
            <a:spAutoFit/>
          </a:bodyPr>
          <a:lstStyle/>
          <a:p>
            <a:pPr algn="ctr"/>
            <a:r>
              <a:rPr lang="fr-FR" sz="1100" b="1" dirty="0">
                <a:solidFill>
                  <a:srgbClr val="00C28F"/>
                </a:solidFill>
              </a:rPr>
              <a:t>Réunion GT</a:t>
            </a:r>
          </a:p>
        </p:txBody>
      </p:sp>
      <p:cxnSp>
        <p:nvCxnSpPr>
          <p:cNvPr id="30" name="Connecteur droit 29">
            <a:extLst>
              <a:ext uri="{FF2B5EF4-FFF2-40B4-BE49-F238E27FC236}">
                <a16:creationId xmlns:a16="http://schemas.microsoft.com/office/drawing/2014/main" id="{0829FE41-A1FE-4664-9817-B38428EDAFB1}"/>
              </a:ext>
            </a:extLst>
          </p:cNvPr>
          <p:cNvCxnSpPr/>
          <p:nvPr/>
        </p:nvCxnSpPr>
        <p:spPr>
          <a:xfrm flipH="1" flipV="1">
            <a:off x="2805124" y="4382247"/>
            <a:ext cx="1" cy="881664"/>
          </a:xfrm>
          <a:prstGeom prst="line">
            <a:avLst/>
          </a:prstGeom>
          <a:ln w="38100">
            <a:solidFill>
              <a:schemeClr val="accent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Ellipse 30">
            <a:extLst>
              <a:ext uri="{FF2B5EF4-FFF2-40B4-BE49-F238E27FC236}">
                <a16:creationId xmlns:a16="http://schemas.microsoft.com/office/drawing/2014/main" id="{706791CA-95C5-4348-97E0-FA98BB5FE5A9}"/>
              </a:ext>
            </a:extLst>
          </p:cNvPr>
          <p:cNvSpPr/>
          <p:nvPr/>
        </p:nvSpPr>
        <p:spPr>
          <a:xfrm>
            <a:off x="2708114" y="5145427"/>
            <a:ext cx="180000" cy="180000"/>
          </a:xfrm>
          <a:prstGeom prst="ellipse">
            <a:avLst/>
          </a:prstGeom>
          <a:solidFill>
            <a:schemeClr val="bg1"/>
          </a:solidFill>
          <a:ln>
            <a:solidFill>
              <a:srgbClr val="00C28F"/>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A7D706D4-6A93-4945-974B-6C3416E07967}"/>
              </a:ext>
            </a:extLst>
          </p:cNvPr>
          <p:cNvSpPr txBox="1"/>
          <p:nvPr/>
        </p:nvSpPr>
        <p:spPr>
          <a:xfrm>
            <a:off x="2310438" y="5369045"/>
            <a:ext cx="989373" cy="261610"/>
          </a:xfrm>
          <a:prstGeom prst="rect">
            <a:avLst/>
          </a:prstGeom>
          <a:noFill/>
        </p:spPr>
        <p:txBody>
          <a:bodyPr wrap="none" rtlCol="0">
            <a:spAutoFit/>
          </a:bodyPr>
          <a:lstStyle/>
          <a:p>
            <a:pPr algn="ctr"/>
            <a:r>
              <a:rPr lang="fr-FR" sz="1100" b="1" dirty="0">
                <a:solidFill>
                  <a:srgbClr val="00C28F"/>
                </a:solidFill>
              </a:rPr>
              <a:t>Réunion GT</a:t>
            </a:r>
          </a:p>
        </p:txBody>
      </p:sp>
      <p:cxnSp>
        <p:nvCxnSpPr>
          <p:cNvPr id="33" name="Connecteur droit 32">
            <a:extLst>
              <a:ext uri="{FF2B5EF4-FFF2-40B4-BE49-F238E27FC236}">
                <a16:creationId xmlns:a16="http://schemas.microsoft.com/office/drawing/2014/main" id="{3F236A27-EC4D-467D-AE22-20B93EC344AE}"/>
              </a:ext>
            </a:extLst>
          </p:cNvPr>
          <p:cNvCxnSpPr/>
          <p:nvPr/>
        </p:nvCxnSpPr>
        <p:spPr>
          <a:xfrm flipH="1" flipV="1">
            <a:off x="4147268" y="3388633"/>
            <a:ext cx="1" cy="881664"/>
          </a:xfrm>
          <a:prstGeom prst="line">
            <a:avLst/>
          </a:prstGeom>
          <a:ln w="38100">
            <a:solidFill>
              <a:schemeClr val="accent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323E5571-8558-4A6C-9C2A-0FFE805CEB29}"/>
              </a:ext>
            </a:extLst>
          </p:cNvPr>
          <p:cNvSpPr/>
          <p:nvPr/>
        </p:nvSpPr>
        <p:spPr>
          <a:xfrm>
            <a:off x="4057268" y="3220139"/>
            <a:ext cx="180000" cy="180000"/>
          </a:xfrm>
          <a:prstGeom prst="ellipse">
            <a:avLst/>
          </a:prstGeom>
          <a:solidFill>
            <a:schemeClr val="bg1"/>
          </a:solidFill>
          <a:ln>
            <a:solidFill>
              <a:srgbClr val="00C28F"/>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a:extLst>
              <a:ext uri="{FF2B5EF4-FFF2-40B4-BE49-F238E27FC236}">
                <a16:creationId xmlns:a16="http://schemas.microsoft.com/office/drawing/2014/main" id="{753C2591-1DE6-45EF-B8AF-827517359EC8}"/>
              </a:ext>
            </a:extLst>
          </p:cNvPr>
          <p:cNvSpPr txBox="1"/>
          <p:nvPr/>
        </p:nvSpPr>
        <p:spPr>
          <a:xfrm>
            <a:off x="3618104" y="2841099"/>
            <a:ext cx="1027845" cy="261610"/>
          </a:xfrm>
          <a:prstGeom prst="rect">
            <a:avLst/>
          </a:prstGeom>
          <a:noFill/>
        </p:spPr>
        <p:txBody>
          <a:bodyPr wrap="none" rtlCol="0">
            <a:spAutoFit/>
          </a:bodyPr>
          <a:lstStyle/>
          <a:p>
            <a:pPr algn="ctr"/>
            <a:r>
              <a:rPr lang="fr-FR" sz="1100" b="1" dirty="0">
                <a:solidFill>
                  <a:srgbClr val="00C28F"/>
                </a:solidFill>
              </a:rPr>
              <a:t>Réunion GT </a:t>
            </a:r>
          </a:p>
        </p:txBody>
      </p:sp>
      <p:cxnSp>
        <p:nvCxnSpPr>
          <p:cNvPr id="36" name="Connecteur droit 35">
            <a:extLst>
              <a:ext uri="{FF2B5EF4-FFF2-40B4-BE49-F238E27FC236}">
                <a16:creationId xmlns:a16="http://schemas.microsoft.com/office/drawing/2014/main" id="{CB0C5090-C295-442D-AE10-129D57A6728E}"/>
              </a:ext>
            </a:extLst>
          </p:cNvPr>
          <p:cNvCxnSpPr/>
          <p:nvPr/>
        </p:nvCxnSpPr>
        <p:spPr>
          <a:xfrm flipH="1" flipV="1">
            <a:off x="5458914" y="4382247"/>
            <a:ext cx="1" cy="881664"/>
          </a:xfrm>
          <a:prstGeom prst="line">
            <a:avLst/>
          </a:prstGeom>
          <a:ln w="38100">
            <a:solidFill>
              <a:schemeClr val="accent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7" name="Ellipse 36">
            <a:extLst>
              <a:ext uri="{FF2B5EF4-FFF2-40B4-BE49-F238E27FC236}">
                <a16:creationId xmlns:a16="http://schemas.microsoft.com/office/drawing/2014/main" id="{1C1AC38E-7509-4C9F-BC41-B3744DB2CF97}"/>
              </a:ext>
            </a:extLst>
          </p:cNvPr>
          <p:cNvSpPr/>
          <p:nvPr/>
        </p:nvSpPr>
        <p:spPr>
          <a:xfrm>
            <a:off x="5361904" y="5145427"/>
            <a:ext cx="180000" cy="180000"/>
          </a:xfrm>
          <a:prstGeom prst="ellipse">
            <a:avLst/>
          </a:prstGeom>
          <a:solidFill>
            <a:schemeClr val="bg1"/>
          </a:solidFill>
          <a:ln>
            <a:solidFill>
              <a:srgbClr val="00C28F"/>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71E8AA20-A14A-483C-B9DA-3D03FAC27E7A}"/>
              </a:ext>
            </a:extLst>
          </p:cNvPr>
          <p:cNvSpPr txBox="1"/>
          <p:nvPr/>
        </p:nvSpPr>
        <p:spPr>
          <a:xfrm>
            <a:off x="4519399" y="5369045"/>
            <a:ext cx="1879040" cy="261610"/>
          </a:xfrm>
          <a:prstGeom prst="rect">
            <a:avLst/>
          </a:prstGeom>
          <a:noFill/>
        </p:spPr>
        <p:txBody>
          <a:bodyPr wrap="none" rtlCol="0">
            <a:spAutoFit/>
          </a:bodyPr>
          <a:lstStyle/>
          <a:p>
            <a:pPr algn="ctr"/>
            <a:r>
              <a:rPr lang="fr-FR" sz="1100" b="1" dirty="0">
                <a:solidFill>
                  <a:srgbClr val="00C28F"/>
                </a:solidFill>
              </a:rPr>
              <a:t>Réunion GT points d’eau</a:t>
            </a:r>
          </a:p>
        </p:txBody>
      </p:sp>
      <p:cxnSp>
        <p:nvCxnSpPr>
          <p:cNvPr id="39" name="Connecteur droit 38">
            <a:extLst>
              <a:ext uri="{FF2B5EF4-FFF2-40B4-BE49-F238E27FC236}">
                <a16:creationId xmlns:a16="http://schemas.microsoft.com/office/drawing/2014/main" id="{D0BBB883-BC6E-43B6-96F8-36900D1936DE}"/>
              </a:ext>
            </a:extLst>
          </p:cNvPr>
          <p:cNvCxnSpPr/>
          <p:nvPr/>
        </p:nvCxnSpPr>
        <p:spPr>
          <a:xfrm flipH="1" flipV="1">
            <a:off x="6795082" y="3402567"/>
            <a:ext cx="1" cy="88166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0" name="Ellipse 39">
            <a:extLst>
              <a:ext uri="{FF2B5EF4-FFF2-40B4-BE49-F238E27FC236}">
                <a16:creationId xmlns:a16="http://schemas.microsoft.com/office/drawing/2014/main" id="{FC0BBA9C-38E1-4973-8A84-2F91CE8D8116}"/>
              </a:ext>
            </a:extLst>
          </p:cNvPr>
          <p:cNvSpPr/>
          <p:nvPr/>
        </p:nvSpPr>
        <p:spPr>
          <a:xfrm>
            <a:off x="6705082" y="3234073"/>
            <a:ext cx="180000" cy="180000"/>
          </a:xfrm>
          <a:prstGeom prst="ellipse">
            <a:avLst/>
          </a:prstGeom>
          <a:solidFill>
            <a:schemeClr val="bg1"/>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ZoneTexte 40">
            <a:extLst>
              <a:ext uri="{FF2B5EF4-FFF2-40B4-BE49-F238E27FC236}">
                <a16:creationId xmlns:a16="http://schemas.microsoft.com/office/drawing/2014/main" id="{00104EE6-D578-4A4E-98CC-CCBAA4D6847A}"/>
              </a:ext>
            </a:extLst>
          </p:cNvPr>
          <p:cNvSpPr txBox="1"/>
          <p:nvPr/>
        </p:nvSpPr>
        <p:spPr>
          <a:xfrm>
            <a:off x="5836326" y="2896393"/>
            <a:ext cx="1917512" cy="261610"/>
          </a:xfrm>
          <a:prstGeom prst="rect">
            <a:avLst/>
          </a:prstGeom>
          <a:noFill/>
        </p:spPr>
        <p:txBody>
          <a:bodyPr wrap="none" rtlCol="0">
            <a:spAutoFit/>
          </a:bodyPr>
          <a:lstStyle/>
          <a:p>
            <a:pPr algn="ctr"/>
            <a:r>
              <a:rPr lang="fr-FR" sz="1100" b="1" dirty="0">
                <a:solidFill>
                  <a:srgbClr val="FFC000"/>
                </a:solidFill>
              </a:rPr>
              <a:t>Réunion GT points d’eau </a:t>
            </a:r>
          </a:p>
        </p:txBody>
      </p:sp>
      <p:cxnSp>
        <p:nvCxnSpPr>
          <p:cNvPr id="42" name="Connecteur droit 41">
            <a:extLst>
              <a:ext uri="{FF2B5EF4-FFF2-40B4-BE49-F238E27FC236}">
                <a16:creationId xmlns:a16="http://schemas.microsoft.com/office/drawing/2014/main" id="{4F5DA006-3B63-4C8D-A703-9B9E789AC3E0}"/>
              </a:ext>
            </a:extLst>
          </p:cNvPr>
          <p:cNvCxnSpPr/>
          <p:nvPr/>
        </p:nvCxnSpPr>
        <p:spPr>
          <a:xfrm flipH="1" flipV="1">
            <a:off x="8105690" y="4368646"/>
            <a:ext cx="1" cy="88166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3" name="Ellipse 42">
            <a:extLst>
              <a:ext uri="{FF2B5EF4-FFF2-40B4-BE49-F238E27FC236}">
                <a16:creationId xmlns:a16="http://schemas.microsoft.com/office/drawing/2014/main" id="{1DA0C285-B6C7-41D9-8703-AF5302C92F92}"/>
              </a:ext>
            </a:extLst>
          </p:cNvPr>
          <p:cNvSpPr/>
          <p:nvPr/>
        </p:nvSpPr>
        <p:spPr>
          <a:xfrm>
            <a:off x="8008680" y="5131826"/>
            <a:ext cx="180000" cy="180000"/>
          </a:xfrm>
          <a:prstGeom prst="ellipse">
            <a:avLst/>
          </a:prstGeom>
          <a:solidFill>
            <a:schemeClr val="bg1"/>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850218C5-9379-4CF0-A9B0-4C20D8255413}"/>
              </a:ext>
            </a:extLst>
          </p:cNvPr>
          <p:cNvSpPr txBox="1"/>
          <p:nvPr/>
        </p:nvSpPr>
        <p:spPr>
          <a:xfrm>
            <a:off x="7247929" y="5355444"/>
            <a:ext cx="1715534" cy="261610"/>
          </a:xfrm>
          <a:prstGeom prst="rect">
            <a:avLst/>
          </a:prstGeom>
          <a:noFill/>
        </p:spPr>
        <p:txBody>
          <a:bodyPr wrap="none" rtlCol="0">
            <a:spAutoFit/>
          </a:bodyPr>
          <a:lstStyle/>
          <a:p>
            <a:pPr algn="ctr"/>
            <a:r>
              <a:rPr lang="fr-FR" sz="1100" b="1" dirty="0">
                <a:solidFill>
                  <a:srgbClr val="FFC000"/>
                </a:solidFill>
              </a:rPr>
              <a:t>Réunion GT validation</a:t>
            </a:r>
          </a:p>
        </p:txBody>
      </p:sp>
      <p:cxnSp>
        <p:nvCxnSpPr>
          <p:cNvPr id="45" name="Connecteur droit 44">
            <a:extLst>
              <a:ext uri="{FF2B5EF4-FFF2-40B4-BE49-F238E27FC236}">
                <a16:creationId xmlns:a16="http://schemas.microsoft.com/office/drawing/2014/main" id="{EC7E2317-F782-4F58-A7D4-A02894E14641}"/>
              </a:ext>
            </a:extLst>
          </p:cNvPr>
          <p:cNvCxnSpPr/>
          <p:nvPr/>
        </p:nvCxnSpPr>
        <p:spPr>
          <a:xfrm flipH="1" flipV="1">
            <a:off x="9439646" y="3410043"/>
            <a:ext cx="1" cy="881664"/>
          </a:xfrm>
          <a:prstGeom prst="line">
            <a:avLst/>
          </a:prstGeom>
          <a:ln w="38100">
            <a:solidFill>
              <a:srgbClr val="6AA2DA"/>
            </a:solidFill>
          </a:ln>
        </p:spPr>
        <p:style>
          <a:lnRef idx="1">
            <a:schemeClr val="accent1"/>
          </a:lnRef>
          <a:fillRef idx="0">
            <a:schemeClr val="accent1"/>
          </a:fillRef>
          <a:effectRef idx="0">
            <a:schemeClr val="accent1"/>
          </a:effectRef>
          <a:fontRef idx="minor">
            <a:schemeClr val="tx1"/>
          </a:fontRef>
        </p:style>
      </p:cxnSp>
      <p:sp>
        <p:nvSpPr>
          <p:cNvPr id="46" name="Ellipse 45">
            <a:extLst>
              <a:ext uri="{FF2B5EF4-FFF2-40B4-BE49-F238E27FC236}">
                <a16:creationId xmlns:a16="http://schemas.microsoft.com/office/drawing/2014/main" id="{E1707EAC-163B-452D-A401-0337EF36268E}"/>
              </a:ext>
            </a:extLst>
          </p:cNvPr>
          <p:cNvSpPr/>
          <p:nvPr/>
        </p:nvSpPr>
        <p:spPr>
          <a:xfrm>
            <a:off x="9349646" y="3241549"/>
            <a:ext cx="180000" cy="180000"/>
          </a:xfrm>
          <a:prstGeom prst="ellipse">
            <a:avLst/>
          </a:prstGeom>
          <a:solidFill>
            <a:schemeClr val="bg1"/>
          </a:solidFill>
          <a:ln>
            <a:solidFill>
              <a:srgbClr val="6AA2D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ZoneTexte 46">
            <a:extLst>
              <a:ext uri="{FF2B5EF4-FFF2-40B4-BE49-F238E27FC236}">
                <a16:creationId xmlns:a16="http://schemas.microsoft.com/office/drawing/2014/main" id="{03C601E3-F4B0-467E-836B-E134023F5237}"/>
              </a:ext>
            </a:extLst>
          </p:cNvPr>
          <p:cNvSpPr txBox="1"/>
          <p:nvPr/>
        </p:nvSpPr>
        <p:spPr>
          <a:xfrm>
            <a:off x="8572246" y="2890042"/>
            <a:ext cx="1734770" cy="261610"/>
          </a:xfrm>
          <a:prstGeom prst="rect">
            <a:avLst/>
          </a:prstGeom>
          <a:noFill/>
        </p:spPr>
        <p:txBody>
          <a:bodyPr wrap="none" rtlCol="0">
            <a:spAutoFit/>
          </a:bodyPr>
          <a:lstStyle/>
          <a:p>
            <a:pPr algn="ctr"/>
            <a:r>
              <a:rPr lang="fr-FR" sz="1100" b="1" dirty="0">
                <a:solidFill>
                  <a:srgbClr val="6AA2DA"/>
                </a:solidFill>
              </a:rPr>
              <a:t>Appel à commentaires</a:t>
            </a:r>
          </a:p>
        </p:txBody>
      </p:sp>
      <p:cxnSp>
        <p:nvCxnSpPr>
          <p:cNvPr id="48" name="Connecteur droit 47">
            <a:extLst>
              <a:ext uri="{FF2B5EF4-FFF2-40B4-BE49-F238E27FC236}">
                <a16:creationId xmlns:a16="http://schemas.microsoft.com/office/drawing/2014/main" id="{B046D973-DB50-4985-8E2B-56E7F1AD886A}"/>
              </a:ext>
            </a:extLst>
          </p:cNvPr>
          <p:cNvCxnSpPr/>
          <p:nvPr/>
        </p:nvCxnSpPr>
        <p:spPr>
          <a:xfrm flipH="1" flipV="1">
            <a:off x="10773572" y="4357875"/>
            <a:ext cx="1" cy="881664"/>
          </a:xfrm>
          <a:prstGeom prst="line">
            <a:avLst/>
          </a:prstGeom>
          <a:ln w="38100">
            <a:solidFill>
              <a:srgbClr val="6AA2DA"/>
            </a:solidFill>
          </a:ln>
        </p:spPr>
        <p:style>
          <a:lnRef idx="1">
            <a:schemeClr val="accent1"/>
          </a:lnRef>
          <a:fillRef idx="0">
            <a:schemeClr val="accent1"/>
          </a:fillRef>
          <a:effectRef idx="0">
            <a:schemeClr val="accent1"/>
          </a:effectRef>
          <a:fontRef idx="minor">
            <a:schemeClr val="tx1"/>
          </a:fontRef>
        </p:style>
      </p:cxnSp>
      <p:sp>
        <p:nvSpPr>
          <p:cNvPr id="49" name="Ellipse 48">
            <a:extLst>
              <a:ext uri="{FF2B5EF4-FFF2-40B4-BE49-F238E27FC236}">
                <a16:creationId xmlns:a16="http://schemas.microsoft.com/office/drawing/2014/main" id="{15A3D829-EB74-4A0E-AB4B-E307D519A1E9}"/>
              </a:ext>
            </a:extLst>
          </p:cNvPr>
          <p:cNvSpPr/>
          <p:nvPr/>
        </p:nvSpPr>
        <p:spPr>
          <a:xfrm>
            <a:off x="10676562" y="5121055"/>
            <a:ext cx="180000" cy="180000"/>
          </a:xfrm>
          <a:prstGeom prst="ellipse">
            <a:avLst/>
          </a:prstGeom>
          <a:solidFill>
            <a:schemeClr val="bg1"/>
          </a:solidFill>
          <a:ln>
            <a:solidFill>
              <a:srgbClr val="6AA2D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3F3BE41E-C10F-4711-A060-C715B9BD4C6D}"/>
              </a:ext>
            </a:extLst>
          </p:cNvPr>
          <p:cNvSpPr txBox="1"/>
          <p:nvPr/>
        </p:nvSpPr>
        <p:spPr>
          <a:xfrm>
            <a:off x="10111379" y="5344673"/>
            <a:ext cx="1324402" cy="261610"/>
          </a:xfrm>
          <a:prstGeom prst="rect">
            <a:avLst/>
          </a:prstGeom>
          <a:noFill/>
        </p:spPr>
        <p:txBody>
          <a:bodyPr wrap="none" rtlCol="0">
            <a:spAutoFit/>
          </a:bodyPr>
          <a:lstStyle/>
          <a:p>
            <a:pPr algn="ctr"/>
            <a:r>
              <a:rPr lang="fr-FR" sz="1100" b="1" dirty="0">
                <a:solidFill>
                  <a:srgbClr val="6AA2DA"/>
                </a:solidFill>
              </a:rPr>
              <a:t>Validation CNIG</a:t>
            </a:r>
          </a:p>
        </p:txBody>
      </p:sp>
      <p:cxnSp>
        <p:nvCxnSpPr>
          <p:cNvPr id="52" name="Connecteur droit 51">
            <a:extLst>
              <a:ext uri="{FF2B5EF4-FFF2-40B4-BE49-F238E27FC236}">
                <a16:creationId xmlns:a16="http://schemas.microsoft.com/office/drawing/2014/main" id="{E6F9ECBA-110F-4848-A4F7-A570B7C4637F}"/>
              </a:ext>
            </a:extLst>
          </p:cNvPr>
          <p:cNvCxnSpPr/>
          <p:nvPr/>
        </p:nvCxnSpPr>
        <p:spPr>
          <a:xfrm flipV="1">
            <a:off x="4941716" y="2156921"/>
            <a:ext cx="0" cy="2154304"/>
          </a:xfrm>
          <a:prstGeom prst="line">
            <a:avLst/>
          </a:prstGeom>
          <a:ln w="19050">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3" name="Ellipse 52">
            <a:extLst>
              <a:ext uri="{FF2B5EF4-FFF2-40B4-BE49-F238E27FC236}">
                <a16:creationId xmlns:a16="http://schemas.microsoft.com/office/drawing/2014/main" id="{0C7743E3-9DC5-4484-921A-69ED3C490036}"/>
              </a:ext>
            </a:extLst>
          </p:cNvPr>
          <p:cNvSpPr/>
          <p:nvPr/>
        </p:nvSpPr>
        <p:spPr>
          <a:xfrm>
            <a:off x="4842881" y="4233757"/>
            <a:ext cx="180000" cy="180000"/>
          </a:xfrm>
          <a:prstGeom prst="ellipse">
            <a:avLst/>
          </a:prstGeom>
          <a:solidFill>
            <a:schemeClr val="bg1">
              <a:lumMod val="6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ZoneTexte 53">
            <a:extLst>
              <a:ext uri="{FF2B5EF4-FFF2-40B4-BE49-F238E27FC236}">
                <a16:creationId xmlns:a16="http://schemas.microsoft.com/office/drawing/2014/main" id="{6FA10EEC-3907-4E97-9EF5-248466F8E61A}"/>
              </a:ext>
            </a:extLst>
          </p:cNvPr>
          <p:cNvSpPr txBox="1"/>
          <p:nvPr/>
        </p:nvSpPr>
        <p:spPr>
          <a:xfrm>
            <a:off x="4147268" y="1847054"/>
            <a:ext cx="1651414" cy="261610"/>
          </a:xfrm>
          <a:prstGeom prst="rect">
            <a:avLst/>
          </a:prstGeom>
          <a:noFill/>
        </p:spPr>
        <p:txBody>
          <a:bodyPr wrap="none" rtlCol="0">
            <a:spAutoFit/>
          </a:bodyPr>
          <a:lstStyle/>
          <a:p>
            <a:pPr algn="ctr"/>
            <a:r>
              <a:rPr lang="fr-FR" sz="1100" dirty="0">
                <a:solidFill>
                  <a:schemeClr val="bg1">
                    <a:lumMod val="50000"/>
                  </a:schemeClr>
                </a:solidFill>
              </a:rPr>
              <a:t>Commentaires MASA</a:t>
            </a:r>
          </a:p>
        </p:txBody>
      </p:sp>
      <p:cxnSp>
        <p:nvCxnSpPr>
          <p:cNvPr id="55" name="Connecteur droit 54">
            <a:extLst>
              <a:ext uri="{FF2B5EF4-FFF2-40B4-BE49-F238E27FC236}">
                <a16:creationId xmlns:a16="http://schemas.microsoft.com/office/drawing/2014/main" id="{9B46C87D-E4AF-4590-BD85-E1D83910A2EA}"/>
              </a:ext>
            </a:extLst>
          </p:cNvPr>
          <p:cNvCxnSpPr/>
          <p:nvPr/>
        </p:nvCxnSpPr>
        <p:spPr>
          <a:xfrm flipV="1">
            <a:off x="7703893" y="2129927"/>
            <a:ext cx="0" cy="2154304"/>
          </a:xfrm>
          <a:prstGeom prst="line">
            <a:avLst/>
          </a:prstGeom>
          <a:ln w="19050">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6" name="Ellipse 55">
            <a:extLst>
              <a:ext uri="{FF2B5EF4-FFF2-40B4-BE49-F238E27FC236}">
                <a16:creationId xmlns:a16="http://schemas.microsoft.com/office/drawing/2014/main" id="{C8984A35-AF43-4E76-AA0E-3405C49264D7}"/>
              </a:ext>
            </a:extLst>
          </p:cNvPr>
          <p:cNvSpPr/>
          <p:nvPr/>
        </p:nvSpPr>
        <p:spPr>
          <a:xfrm>
            <a:off x="7605058" y="4206763"/>
            <a:ext cx="180000" cy="180000"/>
          </a:xfrm>
          <a:prstGeom prst="ellipse">
            <a:avLst/>
          </a:prstGeom>
          <a:solidFill>
            <a:schemeClr val="bg1">
              <a:lumMod val="6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ZoneTexte 56">
            <a:extLst>
              <a:ext uri="{FF2B5EF4-FFF2-40B4-BE49-F238E27FC236}">
                <a16:creationId xmlns:a16="http://schemas.microsoft.com/office/drawing/2014/main" id="{23D1B581-B59F-4BD5-AE98-EBB1DB1FBA3F}"/>
              </a:ext>
            </a:extLst>
          </p:cNvPr>
          <p:cNvSpPr txBox="1"/>
          <p:nvPr/>
        </p:nvSpPr>
        <p:spPr>
          <a:xfrm>
            <a:off x="6909445" y="1820060"/>
            <a:ext cx="1651414" cy="261610"/>
          </a:xfrm>
          <a:prstGeom prst="rect">
            <a:avLst/>
          </a:prstGeom>
          <a:noFill/>
        </p:spPr>
        <p:txBody>
          <a:bodyPr wrap="none" rtlCol="0">
            <a:spAutoFit/>
          </a:bodyPr>
          <a:lstStyle/>
          <a:p>
            <a:pPr algn="ctr"/>
            <a:r>
              <a:rPr lang="fr-FR" sz="1100" dirty="0">
                <a:solidFill>
                  <a:schemeClr val="bg1">
                    <a:lumMod val="50000"/>
                  </a:schemeClr>
                </a:solidFill>
              </a:rPr>
              <a:t>Commentaires MASA</a:t>
            </a:r>
          </a:p>
        </p:txBody>
      </p:sp>
      <p:cxnSp>
        <p:nvCxnSpPr>
          <p:cNvPr id="58" name="Connecteur droit 57">
            <a:extLst>
              <a:ext uri="{FF2B5EF4-FFF2-40B4-BE49-F238E27FC236}">
                <a16:creationId xmlns:a16="http://schemas.microsoft.com/office/drawing/2014/main" id="{7D2ACE73-4526-4766-B038-F081CDD63BFB}"/>
              </a:ext>
            </a:extLst>
          </p:cNvPr>
          <p:cNvCxnSpPr>
            <a:cxnSpLocks/>
            <a:stCxn id="47" idx="0"/>
          </p:cNvCxnSpPr>
          <p:nvPr/>
        </p:nvCxnSpPr>
        <p:spPr>
          <a:xfrm flipV="1">
            <a:off x="9439631" y="2115994"/>
            <a:ext cx="15" cy="774048"/>
          </a:xfrm>
          <a:prstGeom prst="line">
            <a:avLst/>
          </a:prstGeom>
          <a:ln w="19050">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0" name="ZoneTexte 59">
            <a:extLst>
              <a:ext uri="{FF2B5EF4-FFF2-40B4-BE49-F238E27FC236}">
                <a16:creationId xmlns:a16="http://schemas.microsoft.com/office/drawing/2014/main" id="{143CB488-54D1-407C-AE8D-BF20E0665122}"/>
              </a:ext>
            </a:extLst>
          </p:cNvPr>
          <p:cNvSpPr txBox="1"/>
          <p:nvPr/>
        </p:nvSpPr>
        <p:spPr>
          <a:xfrm>
            <a:off x="8655602" y="1832380"/>
            <a:ext cx="1651414" cy="261610"/>
          </a:xfrm>
          <a:prstGeom prst="rect">
            <a:avLst/>
          </a:prstGeom>
          <a:noFill/>
        </p:spPr>
        <p:txBody>
          <a:bodyPr wrap="none" rtlCol="0">
            <a:spAutoFit/>
          </a:bodyPr>
          <a:lstStyle/>
          <a:p>
            <a:pPr algn="ctr"/>
            <a:r>
              <a:rPr lang="fr-FR" sz="1100" dirty="0">
                <a:solidFill>
                  <a:schemeClr val="bg1">
                    <a:lumMod val="50000"/>
                  </a:schemeClr>
                </a:solidFill>
              </a:rPr>
              <a:t>Commentaires MASA</a:t>
            </a:r>
          </a:p>
        </p:txBody>
      </p:sp>
      <p:sp>
        <p:nvSpPr>
          <p:cNvPr id="62" name="ZoneTexte 61">
            <a:extLst>
              <a:ext uri="{FF2B5EF4-FFF2-40B4-BE49-F238E27FC236}">
                <a16:creationId xmlns:a16="http://schemas.microsoft.com/office/drawing/2014/main" id="{D7EBD156-EF73-4193-92F2-3D2899AAF860}"/>
              </a:ext>
            </a:extLst>
          </p:cNvPr>
          <p:cNvSpPr txBox="1"/>
          <p:nvPr/>
        </p:nvSpPr>
        <p:spPr>
          <a:xfrm>
            <a:off x="1057798" y="2544480"/>
            <a:ext cx="1010213" cy="261610"/>
          </a:xfrm>
          <a:prstGeom prst="rect">
            <a:avLst/>
          </a:prstGeom>
          <a:noFill/>
        </p:spPr>
        <p:txBody>
          <a:bodyPr wrap="none" rtlCol="0">
            <a:spAutoFit/>
          </a:bodyPr>
          <a:lstStyle/>
          <a:p>
            <a:pPr algn="ctr"/>
            <a:r>
              <a:rPr lang="fr-FR" sz="1050" dirty="0"/>
              <a:t>initialisation</a:t>
            </a:r>
          </a:p>
        </p:txBody>
      </p:sp>
      <p:sp>
        <p:nvSpPr>
          <p:cNvPr id="64" name="ZoneTexte 63">
            <a:extLst>
              <a:ext uri="{FF2B5EF4-FFF2-40B4-BE49-F238E27FC236}">
                <a16:creationId xmlns:a16="http://schemas.microsoft.com/office/drawing/2014/main" id="{945FAAC6-0990-4E28-BDA6-C7D499868D8E}"/>
              </a:ext>
            </a:extLst>
          </p:cNvPr>
          <p:cNvSpPr txBox="1"/>
          <p:nvPr/>
        </p:nvSpPr>
        <p:spPr>
          <a:xfrm>
            <a:off x="2217943" y="5627096"/>
            <a:ext cx="1199367" cy="253916"/>
          </a:xfrm>
          <a:prstGeom prst="rect">
            <a:avLst/>
          </a:prstGeom>
          <a:noFill/>
        </p:spPr>
        <p:txBody>
          <a:bodyPr wrap="none" rtlCol="0">
            <a:spAutoFit/>
          </a:bodyPr>
          <a:lstStyle>
            <a:defPPr>
              <a:defRPr lang="fr-FR"/>
            </a:defPPr>
            <a:lvl1pPr algn="ctr">
              <a:defRPr sz="1050"/>
            </a:lvl1pPr>
          </a:lstStyle>
          <a:p>
            <a:r>
              <a:rPr lang="fr-FR" dirty="0"/>
              <a:t>linéaires validés</a:t>
            </a:r>
          </a:p>
        </p:txBody>
      </p:sp>
      <p:sp>
        <p:nvSpPr>
          <p:cNvPr id="66" name="ZoneTexte 65">
            <a:extLst>
              <a:ext uri="{FF2B5EF4-FFF2-40B4-BE49-F238E27FC236}">
                <a16:creationId xmlns:a16="http://schemas.microsoft.com/office/drawing/2014/main" id="{E8F8C1F6-653C-4242-959F-92318E959622}"/>
              </a:ext>
            </a:extLst>
          </p:cNvPr>
          <p:cNvSpPr txBox="1"/>
          <p:nvPr/>
        </p:nvSpPr>
        <p:spPr>
          <a:xfrm>
            <a:off x="3492281" y="2606157"/>
            <a:ext cx="1309974" cy="253916"/>
          </a:xfrm>
          <a:prstGeom prst="rect">
            <a:avLst/>
          </a:prstGeom>
          <a:noFill/>
        </p:spPr>
        <p:txBody>
          <a:bodyPr wrap="none" rtlCol="0">
            <a:spAutoFit/>
          </a:bodyPr>
          <a:lstStyle>
            <a:defPPr>
              <a:defRPr lang="fr-FR"/>
            </a:defPPr>
            <a:lvl1pPr algn="ctr">
              <a:defRPr sz="1050"/>
            </a:lvl1pPr>
          </a:lstStyle>
          <a:p>
            <a:r>
              <a:rPr lang="fr-FR" dirty="0"/>
              <a:t>ponctuels validés</a:t>
            </a:r>
          </a:p>
        </p:txBody>
      </p:sp>
      <p:sp>
        <p:nvSpPr>
          <p:cNvPr id="68" name="ZoneTexte 67">
            <a:extLst>
              <a:ext uri="{FF2B5EF4-FFF2-40B4-BE49-F238E27FC236}">
                <a16:creationId xmlns:a16="http://schemas.microsoft.com/office/drawing/2014/main" id="{CCC25F43-DB94-4216-B4A6-C0800BC3E851}"/>
              </a:ext>
            </a:extLst>
          </p:cNvPr>
          <p:cNvSpPr txBox="1"/>
          <p:nvPr/>
        </p:nvSpPr>
        <p:spPr>
          <a:xfrm>
            <a:off x="4500158" y="5596563"/>
            <a:ext cx="1917512" cy="253916"/>
          </a:xfrm>
          <a:prstGeom prst="rect">
            <a:avLst/>
          </a:prstGeom>
          <a:noFill/>
        </p:spPr>
        <p:txBody>
          <a:bodyPr wrap="none" rtlCol="0">
            <a:spAutoFit/>
          </a:bodyPr>
          <a:lstStyle>
            <a:defPPr>
              <a:defRPr lang="fr-FR"/>
            </a:defPPr>
            <a:lvl1pPr algn="ctr">
              <a:defRPr sz="1050"/>
            </a:lvl1pPr>
          </a:lstStyle>
          <a:p>
            <a:r>
              <a:rPr lang="fr-FR" dirty="0"/>
              <a:t>Initialisation (et validation)</a:t>
            </a:r>
          </a:p>
        </p:txBody>
      </p:sp>
      <p:sp>
        <p:nvSpPr>
          <p:cNvPr id="70" name="ZoneTexte 69">
            <a:extLst>
              <a:ext uri="{FF2B5EF4-FFF2-40B4-BE49-F238E27FC236}">
                <a16:creationId xmlns:a16="http://schemas.microsoft.com/office/drawing/2014/main" id="{67D5BEBB-0B45-4EFF-9DDE-DCA3E34B5914}"/>
              </a:ext>
            </a:extLst>
          </p:cNvPr>
          <p:cNvSpPr txBox="1"/>
          <p:nvPr/>
        </p:nvSpPr>
        <p:spPr>
          <a:xfrm>
            <a:off x="6996334" y="5594986"/>
            <a:ext cx="2484975" cy="253916"/>
          </a:xfrm>
          <a:prstGeom prst="rect">
            <a:avLst/>
          </a:prstGeom>
          <a:noFill/>
        </p:spPr>
        <p:txBody>
          <a:bodyPr wrap="none" rtlCol="0">
            <a:spAutoFit/>
          </a:bodyPr>
          <a:lstStyle>
            <a:defPPr>
              <a:defRPr lang="fr-FR"/>
            </a:defPPr>
            <a:lvl1pPr algn="ctr">
              <a:defRPr sz="1050"/>
            </a:lvl1pPr>
          </a:lstStyle>
          <a:p>
            <a:r>
              <a:rPr lang="fr-FR" dirty="0"/>
              <a:t>standard validé par les participants</a:t>
            </a:r>
          </a:p>
        </p:txBody>
      </p:sp>
      <p:sp>
        <p:nvSpPr>
          <p:cNvPr id="72" name="ZoneTexte 71">
            <a:extLst>
              <a:ext uri="{FF2B5EF4-FFF2-40B4-BE49-F238E27FC236}">
                <a16:creationId xmlns:a16="http://schemas.microsoft.com/office/drawing/2014/main" id="{3DF4A323-431D-453D-A4F5-C32B811E0390}"/>
              </a:ext>
            </a:extLst>
          </p:cNvPr>
          <p:cNvSpPr txBox="1"/>
          <p:nvPr/>
        </p:nvSpPr>
        <p:spPr>
          <a:xfrm>
            <a:off x="6016505" y="2613858"/>
            <a:ext cx="1471878" cy="253916"/>
          </a:xfrm>
          <a:prstGeom prst="rect">
            <a:avLst/>
          </a:prstGeom>
          <a:noFill/>
        </p:spPr>
        <p:txBody>
          <a:bodyPr wrap="none" rtlCol="0">
            <a:spAutoFit/>
          </a:bodyPr>
          <a:lstStyle>
            <a:defPPr>
              <a:defRPr lang="fr-FR"/>
            </a:defPPr>
            <a:lvl1pPr algn="ctr">
              <a:defRPr sz="1050"/>
            </a:lvl1pPr>
          </a:lstStyle>
          <a:p>
            <a:r>
              <a:rPr lang="fr-FR" dirty="0"/>
              <a:t>points d’eau validés</a:t>
            </a:r>
          </a:p>
        </p:txBody>
      </p:sp>
      <p:pic>
        <p:nvPicPr>
          <p:cNvPr id="61" name="Picture 9">
            <a:extLst>
              <a:ext uri="{FF2B5EF4-FFF2-40B4-BE49-F238E27FC236}">
                <a16:creationId xmlns:a16="http://schemas.microsoft.com/office/drawing/2014/main" id="{8EF46C54-2C6D-41A7-BD0E-53BB6EBD3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3" name="Espace réservé du pied de page 10">
            <a:extLst>
              <a:ext uri="{FF2B5EF4-FFF2-40B4-BE49-F238E27FC236}">
                <a16:creationId xmlns:a16="http://schemas.microsoft.com/office/drawing/2014/main" id="{8FF6F788-A30B-4C50-A547-DC0F83827445}"/>
              </a:ext>
            </a:extLst>
          </p:cNvPr>
          <p:cNvSpPr txBox="1">
            <a:spLocks/>
          </p:cNvSpPr>
          <p:nvPr/>
        </p:nvSpPr>
        <p:spPr bwMode="gray">
          <a:xfrm>
            <a:off x="666104" y="643069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65" name="Espace réservé de la date 1">
            <a:extLst>
              <a:ext uri="{FF2B5EF4-FFF2-40B4-BE49-F238E27FC236}">
                <a16:creationId xmlns:a16="http://schemas.microsoft.com/office/drawing/2014/main" id="{6F5D86D6-B421-4491-A8DB-CB75F6904E2D}"/>
              </a:ext>
            </a:extLst>
          </p:cNvPr>
          <p:cNvSpPr txBox="1">
            <a:spLocks/>
          </p:cNvSpPr>
          <p:nvPr/>
        </p:nvSpPr>
        <p:spPr bwMode="gray">
          <a:xfrm>
            <a:off x="10313769" y="637069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67" name="Espace réservé du numéro de diapositive 16">
            <a:extLst>
              <a:ext uri="{FF2B5EF4-FFF2-40B4-BE49-F238E27FC236}">
                <a16:creationId xmlns:a16="http://schemas.microsoft.com/office/drawing/2014/main" id="{E04B7482-8640-4A4C-9864-2DBA6524B1F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a:t>
            </a:fld>
            <a:endParaRPr lang="fr-FR" sz="1000" b="1" dirty="0"/>
          </a:p>
        </p:txBody>
      </p:sp>
      <p:pic>
        <p:nvPicPr>
          <p:cNvPr id="3" name="Image 2">
            <a:extLst>
              <a:ext uri="{FF2B5EF4-FFF2-40B4-BE49-F238E27FC236}">
                <a16:creationId xmlns:a16="http://schemas.microsoft.com/office/drawing/2014/main" id="{568719AF-CC72-41AB-95C6-12E880738F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639" y="128521"/>
            <a:ext cx="562529" cy="562529"/>
          </a:xfrm>
          <a:prstGeom prst="rect">
            <a:avLst/>
          </a:prstGeom>
        </p:spPr>
      </p:pic>
    </p:spTree>
    <p:extLst>
      <p:ext uri="{BB962C8B-B14F-4D97-AF65-F5344CB8AC3E}">
        <p14:creationId xmlns:p14="http://schemas.microsoft.com/office/powerpoint/2010/main" val="3610199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Projet</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5551" y="775381"/>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buFont typeface="Arial" panose="020B0604020202020204" pitchFamily="34" charset="0"/>
              <a:buChar char="•"/>
            </a:pPr>
            <a:r>
              <a:rPr lang="fr-FR" sz="1600" b="0" dirty="0">
                <a:solidFill>
                  <a:srgbClr val="000000"/>
                </a:solidFill>
                <a:latin typeface="+mn-lt"/>
              </a:rPr>
              <a:t>Projet NaviForest - Tanche 3 (2024-2026)</a:t>
            </a:r>
          </a:p>
          <a:p>
            <a:pPr lvl="1" algn="just" fontAlgn="base"/>
            <a:r>
              <a:rPr lang="fr-FR" sz="1400" b="0" dirty="0">
                <a:solidFill>
                  <a:srgbClr val="000000"/>
                </a:solidFill>
                <a:latin typeface="+mn-lt"/>
              </a:rPr>
              <a:t>Pilotage MASA &amp; MI, animation IGN &amp; FCBA</a:t>
            </a:r>
          </a:p>
          <a:p>
            <a:pPr lvl="1" algn="just" fontAlgn="base"/>
            <a:endParaRPr lang="fr-FR" sz="1400" b="0" dirty="0">
              <a:solidFill>
                <a:srgbClr val="000000"/>
              </a:solidFill>
              <a:latin typeface="+mn-lt"/>
            </a:endParaRPr>
          </a:p>
          <a:p>
            <a:pPr algn="just" fontAlgn="base">
              <a:buFont typeface="Arial" panose="020B0604020202020204" pitchFamily="34" charset="0"/>
              <a:buChar char="•"/>
            </a:pPr>
            <a:r>
              <a:rPr lang="fr-FR" sz="1600" b="0" dirty="0">
                <a:solidFill>
                  <a:srgbClr val="000000"/>
                </a:solidFill>
                <a:latin typeface="+mn-lt"/>
              </a:rPr>
              <a:t>Loi Incendie</a:t>
            </a:r>
          </a:p>
          <a:p>
            <a:pPr lvl="1" algn="just" fontAlgn="base"/>
            <a:r>
              <a:rPr kumimoji="0" lang="fr-FR" sz="900" b="0" i="1" u="none" strike="noStrike" kern="1200" cap="none" spc="0" normalizeH="0" baseline="0" noProof="0" dirty="0">
                <a:ln>
                  <a:noFill/>
                </a:ln>
                <a:solidFill>
                  <a:srgbClr val="000000"/>
                </a:solidFill>
                <a:effectLst/>
                <a:uLnTx/>
                <a:uFillTx/>
                <a:latin typeface="Marianne"/>
                <a:ea typeface="+mn-ea"/>
                <a:cs typeface="+mn-cs"/>
              </a:rPr>
              <a:t>Art. L. 153-9. – […] II. – Chaque département établit et met à jour, au moins tous les cinq ans, une carte des </a:t>
            </a:r>
            <a:r>
              <a:rPr kumimoji="0" lang="fr-FR" sz="900" b="0" i="1" u="none" strike="noStrike" kern="1200" cap="none" spc="0" normalizeH="0" baseline="0" noProof="0" dirty="0">
                <a:ln>
                  <a:noFill/>
                </a:ln>
                <a:solidFill>
                  <a:srgbClr val="00B050"/>
                </a:solidFill>
                <a:effectLst/>
                <a:uLnTx/>
                <a:uFillTx/>
                <a:latin typeface="Marianne"/>
                <a:ea typeface="+mn-ea"/>
                <a:cs typeface="+mn-cs"/>
              </a:rPr>
              <a:t>voies d’accès aux ressources forestières, </a:t>
            </a:r>
            <a:r>
              <a:rPr kumimoji="0" lang="fr-FR" sz="900" b="0" i="1" u="none" strike="noStrike" kern="1200" cap="none" spc="0" normalizeH="0" baseline="0" noProof="0" dirty="0">
                <a:ln>
                  <a:noFill/>
                </a:ln>
                <a:solidFill>
                  <a:srgbClr val="E1000F"/>
                </a:solidFill>
                <a:effectLst/>
                <a:uLnTx/>
                <a:uFillTx/>
                <a:latin typeface="Marianne"/>
                <a:ea typeface="+mn-ea"/>
                <a:cs typeface="+mn-cs"/>
              </a:rPr>
              <a:t>des voies de défense des bois et forêts contre l’incendie et des points d’eau</a:t>
            </a:r>
            <a:r>
              <a:rPr kumimoji="0" lang="fr-FR" sz="900" b="0" i="1" u="none" strike="noStrike" kern="1200" cap="none" spc="0" normalizeH="0" baseline="0" noProof="0" dirty="0">
                <a:ln>
                  <a:noFill/>
                </a:ln>
                <a:solidFill>
                  <a:srgbClr val="000000"/>
                </a:solidFill>
                <a:effectLst/>
                <a:uLnTx/>
                <a:uFillTx/>
                <a:latin typeface="Marianne"/>
                <a:ea typeface="+mn-ea"/>
                <a:cs typeface="+mn-cs"/>
              </a:rPr>
              <a:t>. Cette carte est mise à disposition </a:t>
            </a:r>
            <a:r>
              <a:rPr kumimoji="0" lang="fr-FR" sz="900" b="1" i="1" u="none" strike="noStrike" kern="1200" cap="none" spc="0" normalizeH="0" baseline="0" noProof="0" dirty="0">
                <a:ln>
                  <a:noFill/>
                </a:ln>
                <a:solidFill>
                  <a:srgbClr val="000000"/>
                </a:solidFill>
                <a:effectLst/>
                <a:uLnTx/>
                <a:uFillTx/>
                <a:latin typeface="Marianne"/>
                <a:ea typeface="+mn-ea"/>
                <a:cs typeface="+mn-cs"/>
              </a:rPr>
              <a:t>gratuitement</a:t>
            </a:r>
            <a:r>
              <a:rPr kumimoji="0" lang="fr-FR" sz="900" b="0" i="1" u="none" strike="noStrike" kern="1200" cap="none" spc="0" normalizeH="0" baseline="0" noProof="0" dirty="0">
                <a:ln>
                  <a:noFill/>
                </a:ln>
                <a:solidFill>
                  <a:srgbClr val="000000"/>
                </a:solidFill>
                <a:effectLst/>
                <a:uLnTx/>
                <a:uFillTx/>
                <a:latin typeface="Marianne"/>
                <a:ea typeface="+mn-ea"/>
                <a:cs typeface="+mn-cs"/>
              </a:rPr>
              <a:t> et </a:t>
            </a:r>
            <a:r>
              <a:rPr kumimoji="0" lang="fr-FR" sz="900" b="1" i="1" u="none" strike="noStrike" kern="1200" cap="none" spc="0" normalizeH="0" baseline="0" noProof="0" dirty="0">
                <a:ln>
                  <a:noFill/>
                </a:ln>
                <a:solidFill>
                  <a:srgbClr val="000000"/>
                </a:solidFill>
                <a:effectLst/>
                <a:uLnTx/>
                <a:uFillTx/>
                <a:latin typeface="Marianne"/>
                <a:ea typeface="+mn-ea"/>
                <a:cs typeface="+mn-cs"/>
              </a:rPr>
              <a:t>librement</a:t>
            </a:r>
            <a:r>
              <a:rPr kumimoji="0" lang="fr-FR" sz="900" b="0" i="1" u="none" strike="noStrike" kern="1200" cap="none" spc="0" normalizeH="0" baseline="0" noProof="0" dirty="0">
                <a:ln>
                  <a:noFill/>
                </a:ln>
                <a:solidFill>
                  <a:srgbClr val="000000"/>
                </a:solidFill>
                <a:effectLst/>
                <a:uLnTx/>
                <a:uFillTx/>
                <a:latin typeface="Marianne"/>
                <a:ea typeface="+mn-ea"/>
                <a:cs typeface="+mn-cs"/>
              </a:rPr>
              <a:t> sous une forme dématérialisée, sur un portail national commun au plus tard le 1</a:t>
            </a:r>
            <a:r>
              <a:rPr kumimoji="0" lang="fr-FR" sz="900" b="0" i="1" u="none" strike="noStrike" kern="1200" cap="none" spc="0" normalizeH="0" baseline="30000" noProof="0" dirty="0">
                <a:ln>
                  <a:noFill/>
                </a:ln>
                <a:solidFill>
                  <a:srgbClr val="000000"/>
                </a:solidFill>
                <a:effectLst/>
                <a:uLnTx/>
                <a:uFillTx/>
                <a:latin typeface="Marianne"/>
                <a:ea typeface="+mn-ea"/>
                <a:cs typeface="+mn-cs"/>
              </a:rPr>
              <a:t>er</a:t>
            </a:r>
            <a:r>
              <a:rPr kumimoji="0" lang="fr-FR" sz="900" b="0" i="1" u="none" strike="noStrike" kern="1200" cap="none" spc="0" normalizeH="0" baseline="0" noProof="0" dirty="0">
                <a:ln>
                  <a:noFill/>
                </a:ln>
                <a:solidFill>
                  <a:srgbClr val="000000"/>
                </a:solidFill>
                <a:effectLst/>
                <a:uLnTx/>
                <a:uFillTx/>
                <a:latin typeface="Marianne"/>
                <a:ea typeface="+mn-ea"/>
                <a:cs typeface="+mn-cs"/>
              </a:rPr>
              <a:t> janvier 2026</a:t>
            </a:r>
          </a:p>
          <a:p>
            <a:pPr lvl="1" algn="just" fontAlgn="base"/>
            <a:r>
              <a:rPr kumimoji="0" lang="fr-FR" sz="900" b="0" i="1" u="none" strike="noStrike" kern="1200" cap="none" spc="0" normalizeH="0" baseline="0" noProof="0" dirty="0">
                <a:ln>
                  <a:noFill/>
                </a:ln>
                <a:solidFill>
                  <a:srgbClr val="000000"/>
                </a:solidFill>
                <a:effectLst/>
                <a:uLnTx/>
                <a:uFillTx/>
                <a:latin typeface="Marianne"/>
                <a:ea typeface="+mn-ea"/>
                <a:cs typeface="+mn-cs"/>
              </a:rPr>
              <a:t>Article 4 : « Un arrêté du ministre chargé de l'agriculture définit des </a:t>
            </a:r>
            <a:r>
              <a:rPr kumimoji="0" lang="fr-FR" sz="900" b="1" i="1" u="none" strike="noStrike" kern="1200" cap="none" spc="0" normalizeH="0" baseline="0" noProof="0" dirty="0">
                <a:ln>
                  <a:noFill/>
                </a:ln>
                <a:solidFill>
                  <a:srgbClr val="000000"/>
                </a:solidFill>
                <a:effectLst/>
                <a:uLnTx/>
                <a:uFillTx/>
                <a:latin typeface="Marianne"/>
                <a:ea typeface="+mn-ea"/>
                <a:cs typeface="+mn-cs"/>
              </a:rPr>
              <a:t>normes cartographiques </a:t>
            </a:r>
            <a:r>
              <a:rPr kumimoji="0" lang="fr-FR" sz="900" b="0" i="1" u="none" strike="noStrike" kern="1200" cap="none" spc="0" normalizeH="0" baseline="0" noProof="0" dirty="0">
                <a:ln>
                  <a:noFill/>
                </a:ln>
                <a:solidFill>
                  <a:srgbClr val="000000"/>
                </a:solidFill>
                <a:effectLst/>
                <a:uLnTx/>
                <a:uFillTx/>
                <a:latin typeface="Marianne"/>
                <a:ea typeface="+mn-ea"/>
                <a:cs typeface="+mn-cs"/>
              </a:rPr>
              <a:t>en vue d'assurer </a:t>
            </a:r>
            <a:r>
              <a:rPr kumimoji="0" lang="fr-FR" sz="900" b="1" i="1" u="none" strike="noStrike" kern="1200" cap="none" spc="0" normalizeH="0" baseline="0" noProof="0" dirty="0">
                <a:ln>
                  <a:noFill/>
                </a:ln>
                <a:solidFill>
                  <a:srgbClr val="000000"/>
                </a:solidFill>
                <a:effectLst/>
                <a:uLnTx/>
                <a:uFillTx/>
                <a:latin typeface="Marianne"/>
                <a:ea typeface="+mn-ea"/>
                <a:cs typeface="+mn-cs"/>
              </a:rPr>
              <a:t>l'harmonisation nationale des cartes départementales</a:t>
            </a:r>
            <a:r>
              <a:rPr kumimoji="0" lang="fr-FR" sz="900" b="0" i="1" u="none" strike="noStrike" kern="1200" cap="none" spc="0" normalizeH="0" baseline="0" noProof="0" dirty="0">
                <a:ln>
                  <a:noFill/>
                </a:ln>
                <a:solidFill>
                  <a:srgbClr val="000000"/>
                </a:solidFill>
                <a:effectLst/>
                <a:uLnTx/>
                <a:uFillTx/>
                <a:latin typeface="Marianne"/>
                <a:ea typeface="+mn-ea"/>
                <a:cs typeface="+mn-cs"/>
              </a:rPr>
              <a:t>. »</a:t>
            </a:r>
          </a:p>
          <a:p>
            <a:pPr lvl="1" algn="just" fontAlgn="base"/>
            <a:r>
              <a:rPr kumimoji="0" lang="fr-FR" sz="900" b="0" i="1" u="none" strike="noStrike" kern="1200" cap="none" spc="0" normalizeH="0" baseline="0" noProof="0" dirty="0">
                <a:ln>
                  <a:noFill/>
                </a:ln>
                <a:solidFill>
                  <a:srgbClr val="000000"/>
                </a:solidFill>
                <a:effectLst/>
                <a:uLnTx/>
                <a:uFillTx/>
                <a:latin typeface="Marianne"/>
                <a:ea typeface="+mn-ea"/>
                <a:cs typeface="+mn-cs"/>
              </a:rPr>
              <a:t>Arrêté ministériel en cours de rédaction pour imposer le standard CNIG Dessertes en forêt : Transport de bois et DFCI comme norme cartographique</a:t>
            </a:r>
          </a:p>
          <a:p>
            <a:pPr marL="809625" lvl="2" indent="0" algn="just" fontAlgn="base">
              <a:buNone/>
            </a:pPr>
            <a:endParaRPr lang="fr-FR" sz="1600" b="0" dirty="0">
              <a:solidFill>
                <a:srgbClr val="000000"/>
              </a:solidFill>
              <a:latin typeface="+mn-lt"/>
            </a:endParaRPr>
          </a:p>
          <a:p>
            <a:pPr algn="just" fontAlgn="base">
              <a:buFont typeface="Arial" panose="020B0604020202020204" pitchFamily="34" charset="0"/>
              <a:buChar char="•"/>
            </a:pPr>
            <a:r>
              <a:rPr lang="fr-FR" sz="1600" b="0" dirty="0">
                <a:solidFill>
                  <a:srgbClr val="000000"/>
                </a:solidFill>
                <a:latin typeface="+mn-lt"/>
              </a:rPr>
              <a:t>Objectif du standard V2</a:t>
            </a:r>
          </a:p>
          <a:p>
            <a:pPr lvl="1" algn="just" fontAlgn="base"/>
            <a:r>
              <a:rPr lang="fr-FR" sz="1400" b="0" dirty="0">
                <a:solidFill>
                  <a:schemeClr val="tx1"/>
                </a:solidFill>
                <a:latin typeface="+mn-lt"/>
              </a:rPr>
              <a:t>Uniformiser les productions régionales ou locales de données entre les thématiques</a:t>
            </a:r>
            <a:endParaRPr lang="fr-FR" sz="1400" b="0" dirty="0">
              <a:solidFill>
                <a:schemeClr val="tx1"/>
              </a:solidFill>
              <a:latin typeface="+mn-lt"/>
              <a:cs typeface="Arial"/>
            </a:endParaRPr>
          </a:p>
          <a:p>
            <a:pPr lvl="1" algn="just" fontAlgn="base"/>
            <a:r>
              <a:rPr lang="fr-FR" sz="1400" b="0" dirty="0">
                <a:solidFill>
                  <a:schemeClr val="tx1"/>
                </a:solidFill>
                <a:latin typeface="+mn-lt"/>
                <a:cs typeface="Arial"/>
              </a:rPr>
              <a:t>Faciliter leur intégration dans une base nationale unique</a:t>
            </a:r>
          </a:p>
          <a:p>
            <a:pPr lvl="1" algn="just" fontAlgn="base"/>
            <a:r>
              <a:rPr lang="fr-FR" sz="1400" b="0" dirty="0">
                <a:solidFill>
                  <a:schemeClr val="tx1"/>
                </a:solidFill>
                <a:latin typeface="+mn-lt"/>
                <a:cs typeface="Arial" panose="020B0604020202020204" pitchFamily="34" charset="0"/>
              </a:rPr>
              <a:t>Intégrer </a:t>
            </a:r>
            <a:r>
              <a:rPr lang="fr-FR" sz="1400" b="0" dirty="0">
                <a:solidFill>
                  <a:schemeClr val="tx1"/>
                </a:solidFill>
                <a:latin typeface="+mn-lt"/>
              </a:rPr>
              <a:t>les thématiques « Pistes DFCI » et « Points d’eau »</a:t>
            </a:r>
          </a:p>
          <a:p>
            <a:pPr lvl="1" algn="just" fontAlgn="base"/>
            <a:r>
              <a:rPr lang="fr-FR" sz="1400" b="0" dirty="0">
                <a:solidFill>
                  <a:schemeClr val="tx1"/>
                </a:solidFill>
                <a:latin typeface="+mn-lt"/>
              </a:rPr>
              <a:t>Rendre le modèle de données compatible avec celui de la BD TOPO</a:t>
            </a:r>
          </a:p>
          <a:p>
            <a:pPr lvl="1" algn="just" fontAlgn="base"/>
            <a:r>
              <a:rPr lang="fr-FR" sz="1400" b="0" dirty="0">
                <a:solidFill>
                  <a:schemeClr val="tx1"/>
                </a:solidFill>
                <a:latin typeface="+mn-lt"/>
              </a:rPr>
              <a:t>Prendre en compte le retour d'expérience de la v1</a:t>
            </a:r>
          </a:p>
          <a:p>
            <a:pPr lvl="1" algn="just" fontAlgn="base"/>
            <a:endParaRPr lang="fr-FR" sz="1600" b="0" dirty="0">
              <a:solidFill>
                <a:srgbClr val="000000"/>
              </a:solidFill>
              <a:latin typeface="+mn-lt"/>
            </a:endParaRPr>
          </a:p>
          <a:p>
            <a:pPr algn="just" defTabSz="1219170">
              <a:spcBef>
                <a:spcPts val="800"/>
              </a:spcBef>
              <a:buFont typeface="Arial" panose="020B0604020202020204" pitchFamily="34" charset="0"/>
              <a:buChar char="•"/>
              <a:defRPr/>
            </a:pPr>
            <a:r>
              <a:rPr lang="fr-FR" sz="1600" b="0" dirty="0">
                <a:solidFill>
                  <a:srgbClr val="000000"/>
                </a:solidFill>
                <a:latin typeface="+mj-lt"/>
                <a:ea typeface="Calibri"/>
                <a:cs typeface="Arial"/>
              </a:rPr>
              <a:t>Livrables attendus</a:t>
            </a:r>
          </a:p>
          <a:p>
            <a:pPr lvl="1" indent="-457189" algn="just">
              <a:buClr>
                <a:srgbClr val="554538"/>
              </a:buClr>
              <a:defRPr/>
            </a:pPr>
            <a:r>
              <a:rPr lang="fr-FR" sz="1400" b="0" dirty="0">
                <a:solidFill>
                  <a:srgbClr val="000000"/>
                </a:solidFill>
                <a:latin typeface="+mj-lt"/>
                <a:ea typeface="Calibri"/>
                <a:cs typeface="Arial"/>
              </a:rPr>
              <a:t>Une </a:t>
            </a:r>
            <a:r>
              <a:rPr lang="fr-FR" sz="1400" dirty="0">
                <a:solidFill>
                  <a:srgbClr val="000000"/>
                </a:solidFill>
                <a:latin typeface="+mj-lt"/>
                <a:ea typeface="Calibri"/>
                <a:cs typeface="Arial"/>
              </a:rPr>
              <a:t>V2 du standard </a:t>
            </a:r>
            <a:r>
              <a:rPr lang="fr-FR" sz="1400" b="0" dirty="0">
                <a:solidFill>
                  <a:srgbClr val="000000"/>
                </a:solidFill>
                <a:latin typeface="+mj-lt"/>
                <a:ea typeface="Calibri"/>
                <a:cs typeface="Arial"/>
              </a:rPr>
              <a:t>« Dessertes en forêt : Transport de bois et DFCI »</a:t>
            </a:r>
          </a:p>
          <a:p>
            <a:pPr lvl="1" indent="-457189" algn="just">
              <a:buClr>
                <a:srgbClr val="554538"/>
              </a:buClr>
              <a:defRPr/>
            </a:pPr>
            <a:r>
              <a:rPr lang="fr-FR" sz="1400" b="0" dirty="0">
                <a:solidFill>
                  <a:srgbClr val="000000"/>
                </a:solidFill>
                <a:latin typeface="+mj-lt"/>
                <a:ea typeface="Calibri"/>
                <a:cs typeface="Arial"/>
              </a:rPr>
              <a:t>Un </a:t>
            </a:r>
            <a:r>
              <a:rPr lang="fr-FR" sz="1400" dirty="0">
                <a:solidFill>
                  <a:srgbClr val="000000"/>
                </a:solidFill>
                <a:latin typeface="+mj-lt"/>
                <a:ea typeface="Calibri"/>
                <a:cs typeface="Arial"/>
              </a:rPr>
              <a:t>modèle conceptuel de données  </a:t>
            </a:r>
            <a:r>
              <a:rPr lang="fr-FR" sz="1400" b="0" dirty="0">
                <a:solidFill>
                  <a:srgbClr val="000000"/>
                </a:solidFill>
                <a:latin typeface="+mj-lt"/>
                <a:ea typeface="Calibri"/>
                <a:cs typeface="Arial"/>
              </a:rPr>
              <a:t>(+ table de correspondance Standard/BD TOPO)</a:t>
            </a:r>
          </a:p>
          <a:p>
            <a:pPr lvl="1" indent="-457189" algn="just">
              <a:buClr>
                <a:srgbClr val="554538"/>
              </a:buClr>
              <a:defRPr/>
            </a:pPr>
            <a:r>
              <a:rPr lang="fr-FR" sz="1400" b="0" dirty="0">
                <a:solidFill>
                  <a:srgbClr val="000000"/>
                </a:solidFill>
                <a:latin typeface="+mj-lt"/>
                <a:ea typeface="Calibri"/>
                <a:cs typeface="Arial"/>
              </a:rPr>
              <a:t>Un </a:t>
            </a:r>
            <a:r>
              <a:rPr lang="fr-FR" sz="1400" dirty="0">
                <a:solidFill>
                  <a:srgbClr val="000000"/>
                </a:solidFill>
                <a:latin typeface="+mj-lt"/>
                <a:ea typeface="Calibri"/>
                <a:cs typeface="Arial"/>
              </a:rPr>
              <a:t>schéma</a:t>
            </a:r>
            <a:r>
              <a:rPr lang="fr-FR" sz="1400" b="0" dirty="0">
                <a:solidFill>
                  <a:srgbClr val="000000"/>
                </a:solidFill>
                <a:latin typeface="+mj-lt"/>
                <a:ea typeface="Calibri"/>
                <a:cs typeface="Arial"/>
              </a:rPr>
              <a:t> pour validateurs (compatible </a:t>
            </a:r>
            <a:r>
              <a:rPr lang="fr-FR" sz="1400" b="0" dirty="0" err="1">
                <a:solidFill>
                  <a:srgbClr val="000000"/>
                </a:solidFill>
                <a:latin typeface="+mj-lt"/>
                <a:ea typeface="Calibri"/>
                <a:cs typeface="Arial"/>
              </a:rPr>
              <a:t>schema.data.gouv</a:t>
            </a:r>
            <a:r>
              <a:rPr lang="fr-FR" sz="1400" b="0" dirty="0">
                <a:solidFill>
                  <a:srgbClr val="000000"/>
                </a:solidFill>
                <a:latin typeface="+mj-lt"/>
                <a:ea typeface="Calibri"/>
                <a:cs typeface="Arial"/>
              </a:rPr>
              <a:t>/</a:t>
            </a:r>
            <a:r>
              <a:rPr lang="fr-FR" sz="1400" b="0" dirty="0" err="1">
                <a:solidFill>
                  <a:srgbClr val="000000"/>
                </a:solidFill>
                <a:latin typeface="+mj-lt"/>
                <a:ea typeface="Calibri"/>
                <a:cs typeface="Arial"/>
              </a:rPr>
              <a:t>validata</a:t>
            </a:r>
            <a:r>
              <a:rPr lang="fr-FR" sz="1400" b="0" dirty="0">
                <a:solidFill>
                  <a:srgbClr val="000000"/>
                </a:solidFill>
                <a:latin typeface="+mj-lt"/>
                <a:ea typeface="Calibri"/>
                <a:cs typeface="Arial"/>
              </a:rPr>
              <a:t>)</a:t>
            </a:r>
          </a:p>
          <a:p>
            <a:pPr algn="just" defTabSz="1219170">
              <a:spcBef>
                <a:spcPts val="800"/>
              </a:spcBef>
              <a:buFont typeface="Arial" panose="020B0604020202020204" pitchFamily="34" charset="0"/>
              <a:buChar char="•"/>
              <a:defRPr/>
            </a:pPr>
            <a:endParaRPr lang="fr-FR" sz="1867" b="0" dirty="0">
              <a:solidFill>
                <a:srgbClr val="000000"/>
              </a:solidFill>
              <a:latin typeface="+mj-lt"/>
              <a:ea typeface="Calibri"/>
              <a:cs typeface="Arial"/>
            </a:endParaRPr>
          </a:p>
        </p:txBody>
      </p:sp>
      <p:pic>
        <p:nvPicPr>
          <p:cNvPr id="9" name="Image 8">
            <a:extLst>
              <a:ext uri="{FF2B5EF4-FFF2-40B4-BE49-F238E27FC236}">
                <a16:creationId xmlns:a16="http://schemas.microsoft.com/office/drawing/2014/main" id="{F0B07EC7-4B72-4890-83EE-2C06AD6BC0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1680" y="259092"/>
            <a:ext cx="660639" cy="660639"/>
          </a:xfrm>
          <a:prstGeom prst="rect">
            <a:avLst/>
          </a:prstGeom>
          <a:ln>
            <a:noFill/>
          </a:ln>
        </p:spPr>
      </p:pic>
      <p:sp>
        <p:nvSpPr>
          <p:cNvPr id="11" name="Espace réservé du pied de page 10">
            <a:extLst>
              <a:ext uri="{FF2B5EF4-FFF2-40B4-BE49-F238E27FC236}">
                <a16:creationId xmlns:a16="http://schemas.microsoft.com/office/drawing/2014/main" id="{ADDD59FF-C10E-4D70-94CF-5423E96963F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C2A77FFB-FA0A-4490-ACDA-DF555C7F618E}"/>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D9D6A77B-C90B-4BA5-B67B-E8110E1FB2FD}"/>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a:t>
            </a:fld>
            <a:endParaRPr lang="fr-FR" sz="1000" b="1" dirty="0"/>
          </a:p>
        </p:txBody>
      </p:sp>
      <p:pic>
        <p:nvPicPr>
          <p:cNvPr id="16" name="Picture 9">
            <a:extLst>
              <a:ext uri="{FF2B5EF4-FFF2-40B4-BE49-F238E27FC236}">
                <a16:creationId xmlns:a16="http://schemas.microsoft.com/office/drawing/2014/main" id="{D50FD7D4-0ED8-48F7-A85E-3DDC5A399C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6752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Participants GT</a:t>
            </a: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 name="Tableau 13">
            <a:extLst>
              <a:ext uri="{FF2B5EF4-FFF2-40B4-BE49-F238E27FC236}">
                <a16:creationId xmlns:a16="http://schemas.microsoft.com/office/drawing/2014/main" id="{F4303A7B-4028-4734-8ECA-ACD667C4C0C6}"/>
              </a:ext>
            </a:extLst>
          </p:cNvPr>
          <p:cNvGraphicFramePr>
            <a:graphicFrameLocks noGrp="1"/>
          </p:cNvGraphicFramePr>
          <p:nvPr/>
        </p:nvGraphicFramePr>
        <p:xfrm>
          <a:off x="308124" y="1333572"/>
          <a:ext cx="11575752" cy="3075940"/>
        </p:xfrm>
        <a:graphic>
          <a:graphicData uri="http://schemas.openxmlformats.org/drawingml/2006/table">
            <a:tbl>
              <a:tblPr/>
              <a:tblGrid>
                <a:gridCol w="5658954">
                  <a:extLst>
                    <a:ext uri="{9D8B030D-6E8A-4147-A177-3AD203B41FA5}">
                      <a16:colId xmlns:a16="http://schemas.microsoft.com/office/drawing/2014/main" val="370660507"/>
                    </a:ext>
                  </a:extLst>
                </a:gridCol>
                <a:gridCol w="5916798">
                  <a:extLst>
                    <a:ext uri="{9D8B030D-6E8A-4147-A177-3AD203B41FA5}">
                      <a16:colId xmlns:a16="http://schemas.microsoft.com/office/drawing/2014/main" val="4055825653"/>
                    </a:ext>
                  </a:extLst>
                </a:gridCol>
              </a:tblGrid>
              <a:tr h="190500">
                <a:tc>
                  <a:txBody>
                    <a:bodyPr/>
                    <a:lstStyle/>
                    <a:p>
                      <a:pPr algn="ctr" fontAlgn="ctr"/>
                      <a:r>
                        <a:rPr lang="fr-FR" sz="1100" b="0" i="0" u="none" strike="noStrike">
                          <a:solidFill>
                            <a:srgbClr val="000000"/>
                          </a:solidFill>
                          <a:effectLst/>
                          <a:latin typeface="+mn-lt"/>
                        </a:rPr>
                        <a:t>ARDFCI  </a:t>
                      </a:r>
                      <a:r>
                        <a:rPr lang="fr-FR" sz="1100" b="0" i="1" u="none" strike="noStrike">
                          <a:solidFill>
                            <a:srgbClr val="000000"/>
                          </a:solidFill>
                          <a:effectLst/>
                          <a:latin typeface="+mn-lt"/>
                        </a:rPr>
                        <a:t>(Association Régionale DFCI)</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FORET D'ICI</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5528302"/>
                  </a:ext>
                </a:extLst>
              </a:tr>
              <a:tr h="190500">
                <a:tc>
                  <a:txBody>
                    <a:bodyPr/>
                    <a:lstStyle/>
                    <a:p>
                      <a:pPr algn="ctr" fontAlgn="ctr"/>
                      <a:r>
                        <a:rPr lang="fr-FR" sz="1100" b="0" i="0" u="none" strike="noStrike">
                          <a:solidFill>
                            <a:srgbClr val="000000"/>
                          </a:solidFill>
                          <a:effectLst/>
                          <a:latin typeface="+mn-lt"/>
                        </a:rPr>
                        <a:t>CFBL</a:t>
                      </a:r>
                      <a:r>
                        <a:rPr lang="fr-FR" sz="1100" b="0" i="1" u="none" strike="noStrike">
                          <a:solidFill>
                            <a:srgbClr val="000000"/>
                          </a:solidFill>
                          <a:effectLst/>
                          <a:latin typeface="+mn-lt"/>
                        </a:rPr>
                        <a:t> (Coopérative forestière)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Fransylva</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884484"/>
                  </a:ext>
                </a:extLst>
              </a:tr>
              <a:tr h="190500">
                <a:tc>
                  <a:txBody>
                    <a:bodyPr/>
                    <a:lstStyle/>
                    <a:p>
                      <a:pPr algn="ctr" fontAlgn="ctr"/>
                      <a:r>
                        <a:rPr lang="fr-FR" sz="1100" b="0" i="0" u="none" strike="noStrike">
                          <a:solidFill>
                            <a:srgbClr val="000000"/>
                          </a:solidFill>
                          <a:effectLst/>
                          <a:latin typeface="+mn-lt"/>
                        </a:rPr>
                        <a:t>CNPF </a:t>
                      </a:r>
                      <a:r>
                        <a:rPr lang="fr-FR" sz="1100" b="0" i="1" u="none" strike="noStrike">
                          <a:solidFill>
                            <a:srgbClr val="000000"/>
                          </a:solidFill>
                          <a:effectLst/>
                          <a:latin typeface="+mn-lt"/>
                        </a:rPr>
                        <a:t>(Centre National de la Propriété Forestière)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GCF </a:t>
                      </a:r>
                      <a:r>
                        <a:rPr lang="fr-FR" sz="1100" b="0" i="1" u="none" strike="noStrike">
                          <a:solidFill>
                            <a:srgbClr val="000000"/>
                          </a:solidFill>
                          <a:effectLst/>
                          <a:latin typeface="+mn-lt"/>
                        </a:rPr>
                        <a:t>(Groupe Coopération Forestière)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30117207"/>
                  </a:ext>
                </a:extLst>
              </a:tr>
              <a:tr h="190500">
                <a:tc>
                  <a:txBody>
                    <a:bodyPr/>
                    <a:lstStyle/>
                    <a:p>
                      <a:pPr algn="ctr" fontAlgn="ctr"/>
                      <a:r>
                        <a:rPr lang="fr-FR" sz="1100" b="0" i="0" u="none" strike="noStrike">
                          <a:solidFill>
                            <a:srgbClr val="000000"/>
                          </a:solidFill>
                          <a:effectLst/>
                          <a:latin typeface="+mn-lt"/>
                        </a:rPr>
                        <a:t>CRIGE PACA (Centre de Ressources en Information Géographique en PACA)</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GIP ATGeRi</a:t>
                      </a:r>
                      <a:r>
                        <a:rPr lang="fr-FR" sz="1100" b="0" i="1" u="none" strike="noStrike">
                          <a:solidFill>
                            <a:srgbClr val="000000"/>
                          </a:solidFill>
                          <a:effectLst/>
                          <a:latin typeface="+mn-lt"/>
                        </a:rPr>
                        <a:t> (Groupement d’Intérêt Public Aménagement du Territoire et Gestion des Risques)</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82064948"/>
                  </a:ext>
                </a:extLst>
              </a:tr>
              <a:tr h="190500">
                <a:tc>
                  <a:txBody>
                    <a:bodyPr/>
                    <a:lstStyle/>
                    <a:p>
                      <a:pPr algn="ctr" fontAlgn="ctr"/>
                      <a:r>
                        <a:rPr lang="fr-FR" sz="1100" b="0" i="0" u="none" strike="noStrike">
                          <a:solidFill>
                            <a:srgbClr val="000000"/>
                          </a:solidFill>
                          <a:effectLst/>
                          <a:latin typeface="+mn-lt"/>
                        </a:rPr>
                        <a:t>DDT39 Jura </a:t>
                      </a:r>
                      <a:r>
                        <a:rPr lang="fr-FR" sz="1100" b="0" i="1" u="none" strike="noStrike">
                          <a:solidFill>
                            <a:srgbClr val="000000"/>
                          </a:solidFill>
                          <a:effectLst/>
                          <a:latin typeface="+mn-lt"/>
                        </a:rPr>
                        <a:t>(Direction Départementale des Territoires) </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IGN</a:t>
                      </a:r>
                      <a:r>
                        <a:rPr lang="fr-FR" sz="1100" b="0" i="1" u="none" strike="noStrike">
                          <a:solidFill>
                            <a:srgbClr val="000000"/>
                          </a:solidFill>
                          <a:effectLst/>
                          <a:latin typeface="+mn-lt"/>
                        </a:rPr>
                        <a:t> (Institut national de l'information géographique et forestière)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60719076"/>
                  </a:ext>
                </a:extLst>
              </a:tr>
              <a:tr h="190500">
                <a:tc>
                  <a:txBody>
                    <a:bodyPr/>
                    <a:lstStyle/>
                    <a:p>
                      <a:pPr algn="ctr" fontAlgn="ctr"/>
                      <a:r>
                        <a:rPr lang="fr-FR" sz="1100" b="0" i="0" u="none" strike="noStrike">
                          <a:solidFill>
                            <a:srgbClr val="000000"/>
                          </a:solidFill>
                          <a:effectLst/>
                          <a:latin typeface="+mn-lt"/>
                        </a:rPr>
                        <a:t>DDT55 Meuse</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Ministère de l'Agriculture et de la Souveraineté alimentaire</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1461949"/>
                  </a:ext>
                </a:extLst>
              </a:tr>
              <a:tr h="190500">
                <a:tc>
                  <a:txBody>
                    <a:bodyPr/>
                    <a:lstStyle/>
                    <a:p>
                      <a:pPr algn="ctr" fontAlgn="ctr"/>
                      <a:r>
                        <a:rPr lang="fr-FR" sz="1100" b="0" i="0" u="none" strike="noStrike">
                          <a:solidFill>
                            <a:srgbClr val="000000"/>
                          </a:solidFill>
                          <a:effectLst/>
                          <a:latin typeface="+mn-lt"/>
                        </a:rPr>
                        <a:t>DDT68 Haut Rhin</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Ministère de l'Intérieur - BOMSIS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58022501"/>
                  </a:ext>
                </a:extLst>
              </a:tr>
              <a:tr h="190500">
                <a:tc>
                  <a:txBody>
                    <a:bodyPr/>
                    <a:lstStyle/>
                    <a:p>
                      <a:pPr algn="ctr" fontAlgn="ctr"/>
                      <a:r>
                        <a:rPr lang="fr-FR" sz="1100" b="0" i="0" u="none" strike="noStrike">
                          <a:solidFill>
                            <a:srgbClr val="242424"/>
                          </a:solidFill>
                          <a:effectLst/>
                          <a:latin typeface="+mn-lt"/>
                        </a:rPr>
                        <a:t>DDT88 Vosges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ONF</a:t>
                      </a:r>
                      <a:r>
                        <a:rPr lang="fr-FR" sz="1100" b="0" i="1" u="none" strike="noStrike">
                          <a:solidFill>
                            <a:srgbClr val="000000"/>
                          </a:solidFill>
                          <a:effectLst/>
                          <a:latin typeface="+mn-lt"/>
                        </a:rPr>
                        <a:t> (Office National des Forêts)</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4578645"/>
                  </a:ext>
                </a:extLst>
              </a:tr>
              <a:tr h="190500">
                <a:tc>
                  <a:txBody>
                    <a:bodyPr/>
                    <a:lstStyle/>
                    <a:p>
                      <a:pPr algn="ctr" fontAlgn="ctr"/>
                      <a:r>
                        <a:rPr lang="fr-FR" sz="1100" b="0" i="0" u="none" strike="noStrike">
                          <a:solidFill>
                            <a:srgbClr val="000000"/>
                          </a:solidFill>
                          <a:effectLst/>
                          <a:latin typeface="+mn-lt"/>
                        </a:rPr>
                        <a:t>DPFM </a:t>
                      </a:r>
                      <a:r>
                        <a:rPr lang="fr-FR" sz="1100" b="0" i="1" u="none" strike="noStrike">
                          <a:solidFill>
                            <a:srgbClr val="000000"/>
                          </a:solidFill>
                          <a:effectLst/>
                          <a:latin typeface="+mn-lt"/>
                        </a:rPr>
                        <a:t>(Délégation à la Protection de la Forêt Méditerranéenne)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OPENIG</a:t>
                      </a:r>
                      <a:r>
                        <a:rPr lang="fr-FR" sz="1100" b="0" i="1" u="none" strike="noStrike">
                          <a:solidFill>
                            <a:srgbClr val="000000"/>
                          </a:solidFill>
                          <a:effectLst/>
                          <a:latin typeface="+mn-lt"/>
                        </a:rPr>
                        <a:t> (Occitanie Pyrénées en Intelligence Géomatique)</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0020545"/>
                  </a:ext>
                </a:extLst>
              </a:tr>
              <a:tr h="190500">
                <a:tc>
                  <a:txBody>
                    <a:bodyPr/>
                    <a:lstStyle/>
                    <a:p>
                      <a:pPr algn="ctr" fontAlgn="ctr"/>
                      <a:r>
                        <a:rPr lang="fr-FR" sz="1100" b="0" i="0" u="none" strike="noStrike" dirty="0">
                          <a:solidFill>
                            <a:srgbClr val="000000"/>
                          </a:solidFill>
                          <a:effectLst/>
                          <a:latin typeface="+mn-lt"/>
                        </a:rPr>
                        <a:t>DRAAF Auvergne Rhône Alpes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SDIS17 Charente </a:t>
                      </a:r>
                      <a:r>
                        <a:rPr lang="fr-FR" sz="1100" b="0" i="1" u="none" strike="noStrike">
                          <a:solidFill>
                            <a:srgbClr val="000000"/>
                          </a:solidFill>
                          <a:effectLst/>
                          <a:latin typeface="+mn-lt"/>
                        </a:rPr>
                        <a:t>(Service Départemental d'Incendie et de Secours)</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867748"/>
                  </a:ext>
                </a:extLst>
              </a:tr>
              <a:tr h="190500">
                <a:tc>
                  <a:txBody>
                    <a:bodyPr/>
                    <a:lstStyle/>
                    <a:p>
                      <a:pPr algn="ctr" fontAlgn="ctr"/>
                      <a:r>
                        <a:rPr lang="fr-FR" sz="1100" b="0" i="0" u="none" strike="noStrike">
                          <a:solidFill>
                            <a:srgbClr val="000000"/>
                          </a:solidFill>
                          <a:effectLst/>
                          <a:latin typeface="+mn-lt"/>
                        </a:rPr>
                        <a:t>Entente Valabre</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242424"/>
                          </a:solidFill>
                          <a:effectLst/>
                          <a:latin typeface="+mn-lt"/>
                        </a:rPr>
                        <a:t>SDIS66 Pyrénées-Orientales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8818153"/>
                  </a:ext>
                </a:extLst>
              </a:tr>
              <a:tr h="190500">
                <a:tc>
                  <a:txBody>
                    <a:bodyPr/>
                    <a:lstStyle/>
                    <a:p>
                      <a:pPr algn="ctr" fontAlgn="ctr"/>
                      <a:r>
                        <a:rPr lang="fr-FR" sz="1100" b="0" i="0" u="none" strike="noStrike">
                          <a:solidFill>
                            <a:srgbClr val="000000"/>
                          </a:solidFill>
                          <a:effectLst/>
                          <a:latin typeface="+mn-lt"/>
                        </a:rPr>
                        <a:t>FCBA</a:t>
                      </a:r>
                      <a:r>
                        <a:rPr lang="fr-FR" sz="1100" b="0" i="1" u="none" strike="noStrike">
                          <a:solidFill>
                            <a:srgbClr val="000000"/>
                          </a:solidFill>
                          <a:effectLst/>
                          <a:latin typeface="+mn-lt"/>
                        </a:rPr>
                        <a:t> (Institut technologie Forêt Cellulose Bois-Construction Ameublement)</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Transport Mauffrey</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11866811"/>
                  </a:ext>
                </a:extLst>
              </a:tr>
              <a:tr h="190500">
                <a:tc>
                  <a:txBody>
                    <a:bodyPr/>
                    <a:lstStyle/>
                    <a:p>
                      <a:pPr algn="ctr" fontAlgn="ctr"/>
                      <a:r>
                        <a:rPr lang="fr-FR" sz="1100" b="0" i="0" u="none" strike="noStrike">
                          <a:solidFill>
                            <a:srgbClr val="000000"/>
                          </a:solidFill>
                          <a:effectLst/>
                          <a:latin typeface="+mn-lt"/>
                        </a:rPr>
                        <a:t>FNCOFOR </a:t>
                      </a:r>
                      <a:r>
                        <a:rPr lang="fr-FR" sz="1100" b="0" i="1" u="none" strike="noStrike">
                          <a:solidFill>
                            <a:srgbClr val="000000"/>
                          </a:solidFill>
                          <a:effectLst/>
                          <a:latin typeface="+mn-lt"/>
                        </a:rPr>
                        <a:t>(Fédération nationale des communes forestières)</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a:solidFill>
                            <a:srgbClr val="000000"/>
                          </a:solidFill>
                          <a:effectLst/>
                          <a:latin typeface="+mn-lt"/>
                        </a:rPr>
                        <a:t>Transports Fontan</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38024187"/>
                  </a:ext>
                </a:extLst>
              </a:tr>
              <a:tr h="190500">
                <a:tc>
                  <a:txBody>
                    <a:bodyPr/>
                    <a:lstStyle/>
                    <a:p>
                      <a:pPr algn="ctr" fontAlgn="ctr"/>
                      <a:r>
                        <a:rPr lang="fr-FR" sz="1100" b="0" i="0" u="none" strike="noStrike">
                          <a:solidFill>
                            <a:srgbClr val="000000"/>
                          </a:solidFill>
                          <a:effectLst/>
                          <a:latin typeface="+mn-lt"/>
                        </a:rPr>
                        <a:t>FNEDT </a:t>
                      </a:r>
                      <a:r>
                        <a:rPr lang="fr-FR" sz="1100" b="0" i="1" u="none" strike="noStrike">
                          <a:solidFill>
                            <a:srgbClr val="000000"/>
                          </a:solidFill>
                          <a:effectLst/>
                          <a:latin typeface="+mn-lt"/>
                        </a:rPr>
                        <a:t>(Fédération nationale des entrepreneurs de travaux agricoles, forestiers et ruraux)</a:t>
                      </a:r>
                      <a:endParaRPr lang="fr-FR" sz="1100" b="0" i="0" u="none" strike="noStrike">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fr-FR" sz="1100" b="0" i="0" u="none" strike="noStrike" dirty="0">
                          <a:solidFill>
                            <a:srgbClr val="000000"/>
                          </a:solidFill>
                          <a:effectLst/>
                          <a:latin typeface="+mn-lt"/>
                        </a:rPr>
                        <a:t>Transports </a:t>
                      </a:r>
                      <a:r>
                        <a:rPr lang="fr-FR" sz="1100" b="0" i="0" u="none" strike="noStrike" dirty="0" err="1">
                          <a:solidFill>
                            <a:srgbClr val="000000"/>
                          </a:solidFill>
                          <a:effectLst/>
                          <a:latin typeface="+mn-lt"/>
                        </a:rPr>
                        <a:t>Masnada</a:t>
                      </a:r>
                      <a:endParaRPr lang="fr-FR" sz="1100" b="0" i="0" u="none" strike="noStrike" dirty="0">
                        <a:solidFill>
                          <a:srgbClr val="000000"/>
                        </a:solidFill>
                        <a:effectLst/>
                        <a:latin typeface="+mn-lt"/>
                      </a:endParaRP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21753756"/>
                  </a:ext>
                </a:extLst>
              </a:tr>
            </a:tbl>
          </a:graphicData>
        </a:graphic>
      </p:graphicFrame>
      <p:sp>
        <p:nvSpPr>
          <p:cNvPr id="20" name="Espace réservé du contenu 2">
            <a:extLst>
              <a:ext uri="{FF2B5EF4-FFF2-40B4-BE49-F238E27FC236}">
                <a16:creationId xmlns:a16="http://schemas.microsoft.com/office/drawing/2014/main" id="{E7991794-4071-4EC0-B0D0-EF78A599BD2A}"/>
              </a:ext>
            </a:extLst>
          </p:cNvPr>
          <p:cNvSpPr>
            <a:spLocks noGrp="1"/>
          </p:cNvSpPr>
          <p:nvPr>
            <p:ph idx="13"/>
          </p:nvPr>
        </p:nvSpPr>
        <p:spPr>
          <a:xfrm>
            <a:off x="3194025" y="4871282"/>
            <a:ext cx="5803951" cy="1757824"/>
          </a:xfrm>
        </p:spPr>
        <p:txBody>
          <a:bodyPr/>
          <a:lstStyle/>
          <a:p>
            <a:pPr marL="239994" lvl="1" indent="0" algn="ctr">
              <a:buNone/>
            </a:pPr>
            <a:r>
              <a:rPr lang="fr-FR" sz="1200" b="0" dirty="0">
                <a:solidFill>
                  <a:srgbClr val="000000"/>
                </a:solidFill>
                <a:latin typeface="+mn-lt"/>
              </a:rPr>
              <a:t>Liste diffusion </a:t>
            </a:r>
            <a:r>
              <a:rPr lang="fr-FR" sz="1200" b="0" dirty="0">
                <a:solidFill>
                  <a:srgbClr val="000000"/>
                </a:solidFill>
                <a:latin typeface="+mn-lt"/>
                <a:sym typeface="Wingdings" panose="05000000000000000000" pitchFamily="2" charset="2"/>
              </a:rPr>
              <a:t> </a:t>
            </a:r>
            <a:r>
              <a:rPr lang="fr-FR" sz="1200" b="0" dirty="0">
                <a:solidFill>
                  <a:srgbClr val="000000"/>
                </a:solidFill>
                <a:latin typeface="+mn-lt"/>
              </a:rPr>
              <a:t>+100aine personnes </a:t>
            </a:r>
          </a:p>
          <a:p>
            <a:pPr marL="239994" lvl="1" indent="0" algn="ctr">
              <a:buNone/>
            </a:pPr>
            <a:r>
              <a:rPr lang="fr-FR" sz="1200" b="0" dirty="0">
                <a:solidFill>
                  <a:srgbClr val="000000"/>
                </a:solidFill>
                <a:latin typeface="+mn-lt"/>
              </a:rPr>
              <a:t>56 membres actifs jusqu’ici dans le GT</a:t>
            </a:r>
          </a:p>
          <a:p>
            <a:pPr marL="239994" lvl="1" indent="0" algn="ctr">
              <a:buNone/>
            </a:pPr>
            <a:r>
              <a:rPr lang="fr-FR" sz="1200" b="0" dirty="0">
                <a:solidFill>
                  <a:srgbClr val="000000"/>
                </a:solidFill>
                <a:latin typeface="+mn-lt"/>
              </a:rPr>
              <a:t>Sous-groupe Points d’eau </a:t>
            </a:r>
            <a:r>
              <a:rPr lang="fr-FR" sz="1200" b="0" dirty="0">
                <a:solidFill>
                  <a:srgbClr val="000000"/>
                </a:solidFill>
                <a:latin typeface="+mn-lt"/>
                <a:sym typeface="Wingdings" panose="05000000000000000000" pitchFamily="2" charset="2"/>
              </a:rPr>
              <a:t> </a:t>
            </a:r>
            <a:r>
              <a:rPr lang="fr-FR" sz="1200" b="0" dirty="0">
                <a:solidFill>
                  <a:srgbClr val="000000"/>
                </a:solidFill>
                <a:latin typeface="+mn-lt"/>
              </a:rPr>
              <a:t>40aine de volontaires</a:t>
            </a:r>
          </a:p>
          <a:p>
            <a:pPr marL="239994" lvl="1" indent="0" algn="ctr">
              <a:buNone/>
            </a:pPr>
            <a:r>
              <a:rPr lang="fr-FR" sz="1200" b="0" dirty="0">
                <a:solidFill>
                  <a:srgbClr val="000000"/>
                </a:solidFill>
                <a:latin typeface="+mn-lt"/>
              </a:rPr>
              <a:t>Atelier #3 </a:t>
            </a:r>
            <a:r>
              <a:rPr lang="fr-FR" sz="1200" b="0" dirty="0">
                <a:solidFill>
                  <a:srgbClr val="000000"/>
                </a:solidFill>
                <a:latin typeface="+mn-lt"/>
                <a:sym typeface="Wingdings" panose="05000000000000000000" pitchFamily="2" charset="2"/>
              </a:rPr>
              <a:t> </a:t>
            </a:r>
            <a:r>
              <a:rPr lang="fr-FR" sz="1200" b="0" dirty="0">
                <a:solidFill>
                  <a:srgbClr val="000000"/>
                </a:solidFill>
                <a:latin typeface="+mn-lt"/>
              </a:rPr>
              <a:t>31 participants</a:t>
            </a:r>
          </a:p>
          <a:p>
            <a:pPr lvl="1" algn="just"/>
            <a:endParaRPr lang="fr-FR" sz="1600" b="0" dirty="0">
              <a:solidFill>
                <a:srgbClr val="000000"/>
              </a:solidFill>
              <a:latin typeface="+mn-lt"/>
            </a:endParaRPr>
          </a:p>
        </p:txBody>
      </p:sp>
      <p:pic>
        <p:nvPicPr>
          <p:cNvPr id="17" name="Graphique 16">
            <a:extLst>
              <a:ext uri="{FF2B5EF4-FFF2-40B4-BE49-F238E27FC236}">
                <a16:creationId xmlns:a16="http://schemas.microsoft.com/office/drawing/2014/main" id="{BBB48740-B09F-4214-89AB-71960608F2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8031" y="5071355"/>
            <a:ext cx="1893276" cy="1357678"/>
          </a:xfrm>
          <a:prstGeom prst="rect">
            <a:avLst/>
          </a:prstGeom>
        </p:spPr>
      </p:pic>
      <p:pic>
        <p:nvPicPr>
          <p:cNvPr id="23" name="Image 22">
            <a:extLst>
              <a:ext uri="{FF2B5EF4-FFF2-40B4-BE49-F238E27FC236}">
                <a16:creationId xmlns:a16="http://schemas.microsoft.com/office/drawing/2014/main" id="{95144120-9D41-4F36-9697-1DB3030C78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25186" y="5395792"/>
            <a:ext cx="1012579" cy="708805"/>
          </a:xfrm>
          <a:prstGeom prst="rect">
            <a:avLst/>
          </a:prstGeom>
        </p:spPr>
      </p:pic>
      <p:sp>
        <p:nvSpPr>
          <p:cNvPr id="26" name="Espace réservé du pied de page 10">
            <a:extLst>
              <a:ext uri="{FF2B5EF4-FFF2-40B4-BE49-F238E27FC236}">
                <a16:creationId xmlns:a16="http://schemas.microsoft.com/office/drawing/2014/main" id="{EB106411-2B65-4B85-883B-E4EA1149DED7}"/>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28" name="Espace réservé de la date 1">
            <a:extLst>
              <a:ext uri="{FF2B5EF4-FFF2-40B4-BE49-F238E27FC236}">
                <a16:creationId xmlns:a16="http://schemas.microsoft.com/office/drawing/2014/main" id="{6F36AE28-1FF9-41D4-B654-E3F9790BE12E}"/>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29" name="Espace réservé du numéro de diapositive 16">
            <a:extLst>
              <a:ext uri="{FF2B5EF4-FFF2-40B4-BE49-F238E27FC236}">
                <a16:creationId xmlns:a16="http://schemas.microsoft.com/office/drawing/2014/main" id="{3CDB60FF-2293-45B8-90AE-58A86C832B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4</a:t>
            </a:fld>
            <a:endParaRPr lang="fr-FR" sz="1000" b="1" dirty="0"/>
          </a:p>
        </p:txBody>
      </p:sp>
      <p:pic>
        <p:nvPicPr>
          <p:cNvPr id="12" name="Image 11">
            <a:extLst>
              <a:ext uri="{FF2B5EF4-FFF2-40B4-BE49-F238E27FC236}">
                <a16:creationId xmlns:a16="http://schemas.microsoft.com/office/drawing/2014/main" id="{861974C2-FEB4-4ACF-A03C-DAFB648EFA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70969" y="168504"/>
            <a:ext cx="773723" cy="773723"/>
          </a:xfrm>
          <a:prstGeom prst="rect">
            <a:avLst/>
          </a:prstGeom>
          <a:ln>
            <a:noFill/>
          </a:ln>
        </p:spPr>
      </p:pic>
    </p:spTree>
    <p:extLst>
      <p:ext uri="{BB962C8B-B14F-4D97-AF65-F5344CB8AC3E}">
        <p14:creationId xmlns:p14="http://schemas.microsoft.com/office/powerpoint/2010/main" val="585246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2289" y="374067"/>
            <a:ext cx="9575076" cy="425595"/>
          </a:xfrm>
        </p:spPr>
        <p:txBody>
          <a:bodyPr vert="horz" lIns="91440" tIns="45720" rIns="91440" bIns="45720" rtlCol="0" anchor="ctr" anchorCtr="0">
            <a:noAutofit/>
          </a:bodyPr>
          <a:lstStyle/>
          <a:p>
            <a:pPr algn="ctr"/>
            <a:r>
              <a:rPr lang="fr-FR" dirty="0"/>
              <a:t>Calendrier </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5</a:t>
            </a:fld>
            <a:endParaRPr lang="fr-FR" sz="1000" b="1" dirty="0"/>
          </a:p>
        </p:txBody>
      </p:sp>
      <p:sp>
        <p:nvSpPr>
          <p:cNvPr id="16" name="Espace réservé du contenu 2">
            <a:extLst>
              <a:ext uri="{FF2B5EF4-FFF2-40B4-BE49-F238E27FC236}">
                <a16:creationId xmlns:a16="http://schemas.microsoft.com/office/drawing/2014/main" id="{81960AFB-3D71-404F-9D27-B2CFEB050C94}"/>
              </a:ext>
            </a:extLst>
          </p:cNvPr>
          <p:cNvSpPr>
            <a:spLocks noGrp="1"/>
          </p:cNvSpPr>
          <p:nvPr>
            <p:ph idx="13"/>
          </p:nvPr>
        </p:nvSpPr>
        <p:spPr>
          <a:xfrm>
            <a:off x="220092" y="998264"/>
            <a:ext cx="11662887" cy="4740619"/>
          </a:xfrm>
        </p:spPr>
        <p:txBody>
          <a:bodyPr/>
          <a:lstStyle/>
          <a:p>
            <a:pPr lvl="1" algn="just"/>
            <a:r>
              <a:rPr lang="fr-FR" sz="1867" dirty="0">
                <a:solidFill>
                  <a:srgbClr val="000000"/>
                </a:solidFill>
                <a:latin typeface="+mn-lt"/>
              </a:rPr>
              <a:t>Modélisation</a:t>
            </a:r>
            <a:r>
              <a:rPr lang="fr-FR" sz="1867" b="0" dirty="0">
                <a:solidFill>
                  <a:srgbClr val="000000"/>
                </a:solidFill>
                <a:latin typeface="+mn-lt"/>
              </a:rPr>
              <a:t> </a:t>
            </a:r>
            <a:r>
              <a:rPr lang="fr-FR" sz="1867" b="0" dirty="0">
                <a:solidFill>
                  <a:srgbClr val="000000"/>
                </a:solidFill>
                <a:latin typeface="+mn-lt"/>
                <a:sym typeface="Wingdings" panose="05000000000000000000" pitchFamily="2" charset="2"/>
              </a:rPr>
              <a:t> jusqu’à fin décembre 2025</a:t>
            </a:r>
          </a:p>
          <a:p>
            <a:pPr lvl="2" algn="just"/>
            <a:r>
              <a:rPr lang="fr-FR" sz="1600" u="sng" dirty="0">
                <a:solidFill>
                  <a:srgbClr val="000000"/>
                </a:solidFill>
                <a:latin typeface="+mn-lt"/>
                <a:sym typeface="Wingdings" panose="05000000000000000000" pitchFamily="2" charset="2"/>
              </a:rPr>
              <a:t>Linéaires</a:t>
            </a:r>
          </a:p>
          <a:p>
            <a:pPr lvl="4" algn="just"/>
            <a:r>
              <a:rPr lang="fr-FR" sz="1600" dirty="0">
                <a:solidFill>
                  <a:srgbClr val="000000"/>
                </a:solidFill>
                <a:sym typeface="Wingdings" panose="05000000000000000000" pitchFamily="2" charset="2"/>
              </a:rPr>
              <a:t>Ateliers #1 en février et #2 en juin 2025</a:t>
            </a:r>
          </a:p>
          <a:p>
            <a:pPr lvl="4" algn="just"/>
            <a:r>
              <a:rPr lang="fr-FR" sz="1600" i="1" dirty="0">
                <a:solidFill>
                  <a:srgbClr val="000000"/>
                </a:solidFill>
                <a:sym typeface="Wingdings" panose="05000000000000000000" pitchFamily="2" charset="2"/>
              </a:rPr>
              <a:t>Ensemble du linéaire vu mais pas encore finalisé</a:t>
            </a:r>
          </a:p>
          <a:p>
            <a:pPr lvl="4" algn="just"/>
            <a:r>
              <a:rPr lang="fr-FR" sz="1600" i="1" dirty="0">
                <a:solidFill>
                  <a:srgbClr val="000000"/>
                </a:solidFill>
                <a:sym typeface="Wingdings" panose="05000000000000000000" pitchFamily="2" charset="2"/>
              </a:rPr>
              <a:t>Finalisation (consensus sur l’ensemble du linéaire) </a:t>
            </a:r>
            <a:r>
              <a:rPr lang="fr-FR" sz="1600" b="0" dirty="0">
                <a:solidFill>
                  <a:srgbClr val="000000"/>
                </a:solidFill>
                <a:latin typeface="+mn-lt"/>
                <a:sym typeface="Wingdings" panose="05000000000000000000" pitchFamily="2" charset="2"/>
              </a:rPr>
              <a:t></a:t>
            </a:r>
            <a:r>
              <a:rPr lang="fr-FR" sz="1600" i="1" dirty="0">
                <a:solidFill>
                  <a:srgbClr val="000000"/>
                </a:solidFill>
                <a:sym typeface="Wingdings" panose="05000000000000000000" pitchFamily="2" charset="2"/>
              </a:rPr>
              <a:t> fin 2025 </a:t>
            </a:r>
            <a:endParaRPr lang="fr-FR" sz="1600" u="sng" dirty="0">
              <a:solidFill>
                <a:srgbClr val="000000"/>
              </a:solidFill>
              <a:latin typeface="+mn-lt"/>
              <a:sym typeface="Wingdings" panose="05000000000000000000" pitchFamily="2" charset="2"/>
            </a:endParaRPr>
          </a:p>
          <a:p>
            <a:pPr lvl="2" algn="just"/>
            <a:r>
              <a:rPr lang="fr-FR" sz="1600" u="sng" dirty="0">
                <a:solidFill>
                  <a:srgbClr val="000000"/>
                </a:solidFill>
                <a:latin typeface="+mn-lt"/>
                <a:sym typeface="Wingdings" panose="05000000000000000000" pitchFamily="2" charset="2"/>
              </a:rPr>
              <a:t>Ponctuels</a:t>
            </a:r>
          </a:p>
          <a:p>
            <a:pPr lvl="4" algn="just"/>
            <a:r>
              <a:rPr lang="fr-FR" sz="1600" dirty="0">
                <a:solidFill>
                  <a:srgbClr val="000000"/>
                </a:solidFill>
                <a:sym typeface="Wingdings" panose="05000000000000000000" pitchFamily="2" charset="2"/>
              </a:rPr>
              <a:t>Equipements et contraintes </a:t>
            </a:r>
            <a:r>
              <a:rPr lang="fr-FR" sz="1600" b="0" dirty="0">
                <a:solidFill>
                  <a:srgbClr val="000000"/>
                </a:solidFill>
                <a:latin typeface="+mn-lt"/>
                <a:sym typeface="Wingdings" panose="05000000000000000000" pitchFamily="2" charset="2"/>
              </a:rPr>
              <a:t></a:t>
            </a:r>
            <a:r>
              <a:rPr lang="fr-FR" sz="1600" dirty="0">
                <a:solidFill>
                  <a:srgbClr val="000000"/>
                </a:solidFill>
                <a:sym typeface="Wingdings" panose="05000000000000000000" pitchFamily="2" charset="2"/>
              </a:rPr>
              <a:t> Atelier #3 novembre 2025</a:t>
            </a:r>
          </a:p>
          <a:p>
            <a:pPr lvl="4" algn="just"/>
            <a:r>
              <a:rPr lang="fr-FR" sz="1600" i="1" dirty="0">
                <a:solidFill>
                  <a:srgbClr val="000000"/>
                </a:solidFill>
                <a:sym typeface="Wingdings" panose="05000000000000000000" pitchFamily="2" charset="2"/>
              </a:rPr>
              <a:t>Points d’eau </a:t>
            </a:r>
            <a:r>
              <a:rPr lang="fr-FR" sz="1600" b="0" dirty="0">
                <a:solidFill>
                  <a:srgbClr val="000000"/>
                </a:solidFill>
                <a:latin typeface="+mn-lt"/>
                <a:sym typeface="Wingdings" panose="05000000000000000000" pitchFamily="2" charset="2"/>
              </a:rPr>
              <a:t></a:t>
            </a:r>
            <a:r>
              <a:rPr lang="fr-FR" sz="1600" i="1" dirty="0">
                <a:solidFill>
                  <a:srgbClr val="000000"/>
                </a:solidFill>
                <a:sym typeface="Wingdings" panose="05000000000000000000" pitchFamily="2" charset="2"/>
              </a:rPr>
              <a:t> Atelier #4 17 novembre 2025</a:t>
            </a:r>
          </a:p>
          <a:p>
            <a:pPr lvl="4" algn="just"/>
            <a:r>
              <a:rPr lang="fr-FR" sz="1600" i="1" dirty="0">
                <a:solidFill>
                  <a:srgbClr val="000000"/>
                </a:solidFill>
                <a:sym typeface="Wingdings" panose="05000000000000000000" pitchFamily="2" charset="2"/>
              </a:rPr>
              <a:t>Finalisation (consensus sur l’ensemble des ponctuels) </a:t>
            </a:r>
            <a:r>
              <a:rPr lang="fr-FR" sz="1600" b="0" dirty="0">
                <a:solidFill>
                  <a:srgbClr val="000000"/>
                </a:solidFill>
                <a:latin typeface="+mn-lt"/>
                <a:sym typeface="Wingdings" panose="05000000000000000000" pitchFamily="2" charset="2"/>
              </a:rPr>
              <a:t></a:t>
            </a:r>
            <a:r>
              <a:rPr lang="fr-FR" sz="1600" i="1" dirty="0">
                <a:solidFill>
                  <a:srgbClr val="000000"/>
                </a:solidFill>
                <a:sym typeface="Wingdings" panose="05000000000000000000" pitchFamily="2" charset="2"/>
              </a:rPr>
              <a:t> fin 2025 </a:t>
            </a:r>
          </a:p>
          <a:p>
            <a:pPr lvl="4" algn="just"/>
            <a:endParaRPr lang="fr-FR" sz="1867" b="0" dirty="0">
              <a:solidFill>
                <a:srgbClr val="000000"/>
              </a:solidFill>
              <a:latin typeface="+mn-lt"/>
              <a:sym typeface="Wingdings" panose="05000000000000000000" pitchFamily="2" charset="2"/>
            </a:endParaRPr>
          </a:p>
          <a:p>
            <a:pPr lvl="1" algn="just"/>
            <a:r>
              <a:rPr lang="fr-FR" sz="1867" dirty="0">
                <a:solidFill>
                  <a:srgbClr val="000000"/>
                </a:solidFill>
                <a:latin typeface="+mn-lt"/>
                <a:sym typeface="Wingdings" panose="05000000000000000000" pitchFamily="2" charset="2"/>
              </a:rPr>
              <a:t>Communications // (recherche de participants, déploiement et visibilité du standard)</a:t>
            </a:r>
            <a:endParaRPr lang="fr-FR" sz="1600" dirty="0">
              <a:solidFill>
                <a:srgbClr val="000000"/>
              </a:solidFill>
              <a:latin typeface="+mn-lt"/>
              <a:sym typeface="Wingdings" panose="05000000000000000000" pitchFamily="2" charset="2"/>
            </a:endParaRPr>
          </a:p>
          <a:p>
            <a:pPr lvl="2" algn="just"/>
            <a:r>
              <a:rPr lang="fr-FR" sz="1600" dirty="0">
                <a:solidFill>
                  <a:srgbClr val="000000"/>
                </a:solidFill>
                <a:latin typeface="+mn-lt"/>
                <a:sym typeface="Wingdings" panose="05000000000000000000" pitchFamily="2" charset="2"/>
              </a:rPr>
              <a:t>Passage en commission des standards du CNIG (validation du mandat) 05/12/2024 et 12/06/2025</a:t>
            </a:r>
          </a:p>
          <a:p>
            <a:pPr lvl="2" algn="just"/>
            <a:r>
              <a:rPr lang="fr-FR" sz="1600" dirty="0">
                <a:solidFill>
                  <a:srgbClr val="000000"/>
                </a:solidFill>
                <a:latin typeface="+mn-lt"/>
              </a:rPr>
              <a:t>Présentation de l’avancée des travaux au </a:t>
            </a:r>
            <a:r>
              <a:rPr lang="fr-FR" sz="1600" dirty="0" err="1">
                <a:solidFill>
                  <a:srgbClr val="000000"/>
                </a:solidFill>
                <a:latin typeface="+mn-lt"/>
              </a:rPr>
              <a:t>GéoSDIStanciel</a:t>
            </a:r>
            <a:r>
              <a:rPr lang="fr-FR" sz="1600" dirty="0">
                <a:solidFill>
                  <a:srgbClr val="000000"/>
                </a:solidFill>
                <a:latin typeface="+mn-lt"/>
              </a:rPr>
              <a:t> 10/06/2025</a:t>
            </a:r>
          </a:p>
          <a:p>
            <a:pPr lvl="2" algn="just"/>
            <a:r>
              <a:rPr lang="fr-FR" sz="1600" dirty="0">
                <a:solidFill>
                  <a:srgbClr val="000000"/>
                </a:solidFill>
                <a:latin typeface="+mn-lt"/>
              </a:rPr>
              <a:t>Présentation de l’avancée des travaux aux SDIS Rhône Alpes (DT-CD DFCI) 12/06/2025</a:t>
            </a:r>
          </a:p>
          <a:p>
            <a:pPr lvl="2" algn="just"/>
            <a:r>
              <a:rPr lang="fr-FR" sz="1600" dirty="0">
                <a:solidFill>
                  <a:srgbClr val="000000"/>
                </a:solidFill>
                <a:latin typeface="+mn-lt"/>
              </a:rPr>
              <a:t>Présentation des travaux lors des 40ans du CNIG au Sénat 04/07/2025</a:t>
            </a:r>
          </a:p>
          <a:p>
            <a:pPr lvl="2" algn="just"/>
            <a:endParaRPr lang="fr-FR" sz="1600" dirty="0">
              <a:solidFill>
                <a:srgbClr val="000000"/>
              </a:solidFill>
              <a:latin typeface="+mn-lt"/>
            </a:endParaRPr>
          </a:p>
          <a:p>
            <a:endParaRPr lang="fr-FR" sz="1867" b="0" dirty="0">
              <a:solidFill>
                <a:srgbClr val="000000"/>
              </a:solidFill>
              <a:latin typeface="+mn-lt"/>
            </a:endParaRPr>
          </a:p>
        </p:txBody>
      </p:sp>
      <p:pic>
        <p:nvPicPr>
          <p:cNvPr id="17" name="Image 16">
            <a:extLst>
              <a:ext uri="{FF2B5EF4-FFF2-40B4-BE49-F238E27FC236}">
                <a16:creationId xmlns:a16="http://schemas.microsoft.com/office/drawing/2014/main" id="{8936F75A-9EEC-45F7-ABF4-3D86A7282E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27365" y="175027"/>
            <a:ext cx="624635" cy="624635"/>
          </a:xfrm>
          <a:prstGeom prst="rect">
            <a:avLst/>
          </a:prstGeom>
        </p:spPr>
      </p:pic>
      <p:pic>
        <p:nvPicPr>
          <p:cNvPr id="11" name="Picture 9">
            <a:extLst>
              <a:ext uri="{FF2B5EF4-FFF2-40B4-BE49-F238E27FC236}">
                <a16:creationId xmlns:a16="http://schemas.microsoft.com/office/drawing/2014/main" id="{E868E555-403F-4DBE-A428-D2DCD1EC0C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4472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2289" y="374067"/>
            <a:ext cx="9575076" cy="425595"/>
          </a:xfrm>
        </p:spPr>
        <p:txBody>
          <a:bodyPr vert="horz" lIns="91440" tIns="45720" rIns="91440" bIns="45720" rtlCol="0" anchor="ctr" anchorCtr="0">
            <a:noAutofit/>
          </a:bodyPr>
          <a:lstStyle/>
          <a:p>
            <a:pPr algn="ctr"/>
            <a:r>
              <a:rPr lang="fr-FR" dirty="0"/>
              <a:t>Calendrier </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6</a:t>
            </a:fld>
            <a:endParaRPr lang="fr-FR" sz="1000" b="1" dirty="0"/>
          </a:p>
        </p:txBody>
      </p:sp>
      <p:sp>
        <p:nvSpPr>
          <p:cNvPr id="16" name="Espace réservé du contenu 2">
            <a:extLst>
              <a:ext uri="{FF2B5EF4-FFF2-40B4-BE49-F238E27FC236}">
                <a16:creationId xmlns:a16="http://schemas.microsoft.com/office/drawing/2014/main" id="{81960AFB-3D71-404F-9D27-B2CFEB050C94}"/>
              </a:ext>
            </a:extLst>
          </p:cNvPr>
          <p:cNvSpPr>
            <a:spLocks noGrp="1"/>
          </p:cNvSpPr>
          <p:nvPr>
            <p:ph idx="13"/>
          </p:nvPr>
        </p:nvSpPr>
        <p:spPr>
          <a:xfrm>
            <a:off x="220092" y="1301420"/>
            <a:ext cx="11662887" cy="4740619"/>
          </a:xfrm>
        </p:spPr>
        <p:txBody>
          <a:bodyPr/>
          <a:lstStyle/>
          <a:p>
            <a:pPr lvl="1" algn="just"/>
            <a:r>
              <a:rPr lang="fr-FR" sz="1867" dirty="0">
                <a:solidFill>
                  <a:srgbClr val="000000"/>
                </a:solidFill>
                <a:latin typeface="+mn-lt"/>
              </a:rPr>
              <a:t>Ecriture du standard </a:t>
            </a:r>
            <a:r>
              <a:rPr lang="fr-FR" sz="1867" b="0" dirty="0">
                <a:solidFill>
                  <a:srgbClr val="000000"/>
                </a:solidFill>
                <a:latin typeface="+mn-lt"/>
                <a:sym typeface="Wingdings" panose="05000000000000000000" pitchFamily="2" charset="2"/>
              </a:rPr>
              <a:t> décembre à janvier 2026</a:t>
            </a:r>
          </a:p>
          <a:p>
            <a:pPr lvl="2" algn="just"/>
            <a:r>
              <a:rPr lang="fr-FR" sz="1600" dirty="0">
                <a:solidFill>
                  <a:srgbClr val="000000"/>
                </a:solidFill>
                <a:latin typeface="+mn-lt"/>
                <a:sym typeface="Wingdings" panose="05000000000000000000" pitchFamily="2" charset="2"/>
              </a:rPr>
              <a:t>Document pdf : Se base sur le </a:t>
            </a:r>
            <a:r>
              <a:rPr lang="fr-FR" sz="1600" dirty="0">
                <a:solidFill>
                  <a:srgbClr val="0563C1"/>
                </a:solidFill>
                <a:latin typeface="+mn-lt"/>
                <a:sym typeface="Wingdings" panose="05000000000000000000" pitchFamily="2" charset="2"/>
                <a:hlinkClick r:id="rId5">
                  <a:extLst>
                    <a:ext uri="{A12FA001-AC4F-418D-AE19-62706E023703}">
                      <ahyp:hlinkClr xmlns:ahyp="http://schemas.microsoft.com/office/drawing/2018/hyperlinkcolor" val="tx"/>
                    </a:ext>
                  </a:extLst>
                </a:hlinkClick>
              </a:rPr>
              <a:t>modèle du CNIG</a:t>
            </a:r>
            <a:r>
              <a:rPr lang="fr-FR" sz="1600" dirty="0">
                <a:solidFill>
                  <a:srgbClr val="0563C1"/>
                </a:solidFill>
                <a:latin typeface="+mn-lt"/>
                <a:sym typeface="Wingdings" panose="05000000000000000000" pitchFamily="2" charset="2"/>
              </a:rPr>
              <a:t> </a:t>
            </a:r>
          </a:p>
          <a:p>
            <a:pPr lvl="2" algn="just"/>
            <a:r>
              <a:rPr lang="fr-FR" sz="1600" b="0" dirty="0">
                <a:solidFill>
                  <a:srgbClr val="000000"/>
                </a:solidFill>
                <a:latin typeface="+mn-lt"/>
              </a:rPr>
              <a:t>Modèle à plat/UML </a:t>
            </a:r>
          </a:p>
          <a:p>
            <a:pPr lvl="2" algn="just"/>
            <a:r>
              <a:rPr lang="fr-FR" sz="1600" dirty="0">
                <a:solidFill>
                  <a:srgbClr val="000000"/>
                </a:solidFill>
                <a:latin typeface="+mn-lt"/>
              </a:rPr>
              <a:t>Table de correspondance standard/BD TOPO</a:t>
            </a:r>
          </a:p>
          <a:p>
            <a:pPr lvl="2" algn="just"/>
            <a:endParaRPr lang="fr-FR" sz="1467" b="0" dirty="0">
              <a:solidFill>
                <a:srgbClr val="000000"/>
              </a:solidFill>
              <a:latin typeface="+mn-lt"/>
            </a:endParaRPr>
          </a:p>
          <a:p>
            <a:pPr lvl="1" algn="just"/>
            <a:r>
              <a:rPr lang="fr-FR" sz="1867" dirty="0">
                <a:solidFill>
                  <a:srgbClr val="000000"/>
                </a:solidFill>
                <a:latin typeface="+mn-lt"/>
              </a:rPr>
              <a:t>Relecture et validation par le GT </a:t>
            </a:r>
            <a:r>
              <a:rPr lang="fr-FR" sz="1867" b="0" dirty="0">
                <a:solidFill>
                  <a:srgbClr val="000000"/>
                </a:solidFill>
                <a:latin typeface="+mn-lt"/>
                <a:sym typeface="Wingdings" panose="05000000000000000000" pitchFamily="2" charset="2"/>
              </a:rPr>
              <a:t> janvier 2026</a:t>
            </a:r>
          </a:p>
          <a:p>
            <a:pPr lvl="2" algn="just"/>
            <a:r>
              <a:rPr lang="fr-FR" sz="1600" dirty="0">
                <a:solidFill>
                  <a:srgbClr val="000000"/>
                </a:solidFill>
                <a:latin typeface="+mn-lt"/>
                <a:sym typeface="Wingdings" panose="05000000000000000000" pitchFamily="2" charset="2"/>
              </a:rPr>
              <a:t>Tous les documents seront envoyés en « quasi-</a:t>
            </a:r>
            <a:r>
              <a:rPr lang="fr-FR" sz="1600" dirty="0" err="1">
                <a:solidFill>
                  <a:srgbClr val="000000"/>
                </a:solidFill>
                <a:latin typeface="+mn-lt"/>
                <a:sym typeface="Wingdings" panose="05000000000000000000" pitchFamily="2" charset="2"/>
              </a:rPr>
              <a:t>finilasés</a:t>
            </a:r>
            <a:r>
              <a:rPr lang="fr-FR" sz="1600" dirty="0">
                <a:solidFill>
                  <a:srgbClr val="000000"/>
                </a:solidFill>
                <a:latin typeface="+mn-lt"/>
                <a:sym typeface="Wingdings" panose="05000000000000000000" pitchFamily="2" charset="2"/>
              </a:rPr>
              <a:t> ». Chaque acteur peut faire des reprises</a:t>
            </a:r>
          </a:p>
          <a:p>
            <a:pPr lvl="2" algn="just"/>
            <a:endParaRPr lang="fr-FR" sz="1667" b="0" dirty="0">
              <a:solidFill>
                <a:srgbClr val="000000"/>
              </a:solidFill>
              <a:latin typeface="+mn-lt"/>
            </a:endParaRPr>
          </a:p>
          <a:p>
            <a:pPr lvl="1" algn="just"/>
            <a:r>
              <a:rPr lang="fr-FR" sz="1867" dirty="0">
                <a:solidFill>
                  <a:srgbClr val="000000"/>
                </a:solidFill>
                <a:latin typeface="+mn-lt"/>
              </a:rPr>
              <a:t>Appel à commentaires (contractuel CNIG, ouvert à tous) </a:t>
            </a:r>
            <a:r>
              <a:rPr lang="fr-FR" sz="1867" b="0" dirty="0">
                <a:solidFill>
                  <a:srgbClr val="000000"/>
                </a:solidFill>
                <a:latin typeface="+mn-lt"/>
                <a:sym typeface="Wingdings" panose="05000000000000000000" pitchFamily="2" charset="2"/>
              </a:rPr>
              <a:t> février à mars 2026</a:t>
            </a:r>
            <a:endParaRPr lang="fr-FR" sz="1867" b="0" dirty="0">
              <a:solidFill>
                <a:srgbClr val="000000"/>
              </a:solidFill>
              <a:latin typeface="+mn-lt"/>
            </a:endParaRPr>
          </a:p>
          <a:p>
            <a:pPr lvl="1" algn="just"/>
            <a:r>
              <a:rPr lang="fr-FR" sz="1867" dirty="0">
                <a:solidFill>
                  <a:srgbClr val="000000"/>
                </a:solidFill>
                <a:latin typeface="+mn-lt"/>
              </a:rPr>
              <a:t>Résolution des commentaires et publication par le GT </a:t>
            </a:r>
            <a:r>
              <a:rPr lang="fr-FR" sz="1867" b="0" dirty="0">
                <a:solidFill>
                  <a:srgbClr val="000000"/>
                </a:solidFill>
                <a:latin typeface="+mn-lt"/>
                <a:sym typeface="Wingdings" panose="05000000000000000000" pitchFamily="2" charset="2"/>
              </a:rPr>
              <a:t> mars 2026</a:t>
            </a:r>
          </a:p>
          <a:p>
            <a:pPr lvl="1" algn="just"/>
            <a:r>
              <a:rPr lang="fr-FR" sz="1867" dirty="0">
                <a:solidFill>
                  <a:srgbClr val="000000"/>
                </a:solidFill>
                <a:latin typeface="+mn-lt"/>
                <a:sym typeface="Wingdings" panose="05000000000000000000" pitchFamily="2" charset="2"/>
              </a:rPr>
              <a:t>Passage du standard devant la commission des standards du CNIG </a:t>
            </a:r>
            <a:r>
              <a:rPr lang="fr-FR" sz="1867" b="0" dirty="0">
                <a:solidFill>
                  <a:srgbClr val="000000"/>
                </a:solidFill>
                <a:latin typeface="+mn-lt"/>
                <a:sym typeface="Wingdings" panose="05000000000000000000" pitchFamily="2" charset="2"/>
              </a:rPr>
              <a:t> printemps 2026</a:t>
            </a:r>
          </a:p>
          <a:p>
            <a:pPr lvl="1" algn="just"/>
            <a:endParaRPr lang="fr-FR" sz="1867" b="0" dirty="0">
              <a:solidFill>
                <a:srgbClr val="000000"/>
              </a:solidFill>
              <a:latin typeface="+mn-lt"/>
              <a:sym typeface="Wingdings" panose="05000000000000000000" pitchFamily="2" charset="2"/>
            </a:endParaRPr>
          </a:p>
          <a:p>
            <a:pPr lvl="1" algn="just"/>
            <a:endParaRPr lang="fr-FR" sz="1867" b="0" dirty="0">
              <a:solidFill>
                <a:srgbClr val="000000"/>
              </a:solidFill>
              <a:latin typeface="+mn-lt"/>
              <a:sym typeface="Wingdings" panose="05000000000000000000" pitchFamily="2" charset="2"/>
            </a:endParaRPr>
          </a:p>
          <a:p>
            <a:pPr lvl="1" algn="just"/>
            <a:endParaRPr lang="fr-FR" sz="1867" b="0" dirty="0">
              <a:solidFill>
                <a:srgbClr val="000000"/>
              </a:solidFill>
              <a:latin typeface="+mn-lt"/>
              <a:sym typeface="Wingdings" panose="05000000000000000000" pitchFamily="2" charset="2"/>
            </a:endParaRPr>
          </a:p>
        </p:txBody>
      </p:sp>
      <p:pic>
        <p:nvPicPr>
          <p:cNvPr id="17" name="Image 16">
            <a:extLst>
              <a:ext uri="{FF2B5EF4-FFF2-40B4-BE49-F238E27FC236}">
                <a16:creationId xmlns:a16="http://schemas.microsoft.com/office/drawing/2014/main" id="{8936F75A-9EEC-45F7-ABF4-3D86A7282E8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27365" y="175027"/>
            <a:ext cx="624635" cy="624635"/>
          </a:xfrm>
          <a:prstGeom prst="rect">
            <a:avLst/>
          </a:prstGeom>
        </p:spPr>
      </p:pic>
      <p:pic>
        <p:nvPicPr>
          <p:cNvPr id="11" name="Picture 9">
            <a:extLst>
              <a:ext uri="{FF2B5EF4-FFF2-40B4-BE49-F238E27FC236}">
                <a16:creationId xmlns:a16="http://schemas.microsoft.com/office/drawing/2014/main" id="{17EE4740-3EF4-4E8A-94DF-767682B075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8402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Fonctionnement des outils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20092" y="1019656"/>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11" lvl="1" indent="-342900" algn="just">
              <a:buClr>
                <a:srgbClr val="554538"/>
              </a:buClr>
              <a:defRPr/>
            </a:pPr>
            <a:r>
              <a:rPr lang="fr-FR" sz="1867" b="0" dirty="0">
                <a:solidFill>
                  <a:srgbClr val="000000"/>
                </a:solidFill>
                <a:latin typeface="+mj-lt"/>
                <a:ea typeface="Calibri"/>
                <a:cs typeface="Arial"/>
              </a:rPr>
              <a:t>Liste de diffusion par mail (inscription via </a:t>
            </a:r>
            <a:r>
              <a:rPr lang="fr-FR" sz="1867" b="0" dirty="0">
                <a:solidFill>
                  <a:schemeClr val="tx2">
                    <a:lumMod val="60000"/>
                    <a:lumOff val="40000"/>
                  </a:schemeClr>
                </a:solidFill>
                <a:latin typeface="+mj-lt"/>
                <a:cs typeface="Arial"/>
                <a:hlinkClick r:id="rId5">
                  <a:extLst>
                    <a:ext uri="{A12FA001-AC4F-418D-AE19-62706E023703}">
                      <ahyp:hlinkClr xmlns:ahyp="http://schemas.microsoft.com/office/drawing/2018/hyperlinkcolor" val="tx"/>
                    </a:ext>
                  </a:extLst>
                </a:hlinkClick>
              </a:rPr>
              <a:t>marion.lacroix@ign.fr</a:t>
            </a:r>
            <a:r>
              <a:rPr lang="fr-FR" sz="1867" b="0" dirty="0">
                <a:solidFill>
                  <a:srgbClr val="000000"/>
                </a:solidFill>
                <a:latin typeface="+mj-lt"/>
                <a:ea typeface="Calibri"/>
                <a:cs typeface="Arial"/>
              </a:rPr>
              <a:t>)</a:t>
            </a:r>
          </a:p>
          <a:p>
            <a:pPr marL="571511" lvl="1" indent="-342900" algn="just">
              <a:buClr>
                <a:srgbClr val="554538"/>
              </a:buClr>
              <a:defRPr/>
            </a:pPr>
            <a:endParaRPr lang="fr-FR" sz="1867" b="0" dirty="0">
              <a:solidFill>
                <a:srgbClr val="000000"/>
              </a:solidFill>
              <a:latin typeface="+mj-lt"/>
              <a:ea typeface="Calibri"/>
              <a:cs typeface="Arial"/>
            </a:endParaRPr>
          </a:p>
          <a:p>
            <a:pPr lvl="1" indent="-457189" algn="just">
              <a:buClr>
                <a:srgbClr val="554538"/>
              </a:buClr>
              <a:defRPr/>
            </a:pPr>
            <a:r>
              <a:rPr lang="fr-FR" sz="1867" b="0" dirty="0">
                <a:solidFill>
                  <a:srgbClr val="000000"/>
                </a:solidFill>
                <a:latin typeface="+mj-lt"/>
                <a:ea typeface="Calibri"/>
                <a:cs typeface="Arial"/>
              </a:rPr>
              <a:t>2 espaces de travail commun</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6">
                  <a:extLst>
                    <a:ext uri="{A12FA001-AC4F-418D-AE19-62706E023703}">
                      <ahyp:hlinkClr xmlns:ahyp="http://schemas.microsoft.com/office/drawing/2018/hyperlinkcolor" val="tx"/>
                    </a:ext>
                  </a:extLst>
                </a:hlinkClick>
              </a:rPr>
              <a:t>GitHub</a:t>
            </a:r>
            <a:r>
              <a:rPr lang="fr-FR" sz="1867" dirty="0">
                <a:solidFill>
                  <a:schemeClr val="tx2">
                    <a:lumMod val="60000"/>
                    <a:lumOff val="40000"/>
                  </a:schemeClr>
                </a:solidFill>
                <a:latin typeface="+mj-lt"/>
                <a:ea typeface="Calibri"/>
                <a:cs typeface="Arial"/>
              </a:rPr>
              <a:t> </a:t>
            </a:r>
            <a:r>
              <a:rPr lang="fr-FR" sz="1867" dirty="0">
                <a:solidFill>
                  <a:srgbClr val="000000"/>
                </a:solidFill>
                <a:latin typeface="+mj-lt"/>
                <a:cs typeface="Arial"/>
              </a:rPr>
              <a:t>(maj + rapide)</a:t>
            </a:r>
          </a:p>
          <a:p>
            <a:pPr lvl="3" indent="-457189" algn="just">
              <a:buClr>
                <a:srgbClr val="554538"/>
              </a:buClr>
              <a:defRPr/>
            </a:pPr>
            <a:r>
              <a:rPr lang="fr-FR" sz="1867" dirty="0">
                <a:solidFill>
                  <a:srgbClr val="000000"/>
                </a:solidFill>
                <a:latin typeface="+mj-lt"/>
                <a:cs typeface="Arial"/>
              </a:rPr>
              <a:t>Espace Suivi (de réunions) </a:t>
            </a:r>
            <a:r>
              <a:rPr lang="fr-FR" sz="1867" dirty="0">
                <a:solidFill>
                  <a:srgbClr val="000000"/>
                </a:solidFill>
                <a:latin typeface="+mj-lt"/>
                <a:ea typeface="Calibri"/>
                <a:cs typeface="Arial"/>
              </a:rPr>
              <a:t>(ODJ, CR, ppt)</a:t>
            </a:r>
            <a:endParaRPr lang="fr-FR" sz="1867" dirty="0">
              <a:solidFill>
                <a:srgbClr val="000000"/>
              </a:solidFill>
              <a:latin typeface="+mj-lt"/>
              <a:cs typeface="Arial"/>
            </a:endParaRPr>
          </a:p>
          <a:p>
            <a:pPr lvl="3" indent="-457189" algn="just">
              <a:buClr>
                <a:srgbClr val="554538"/>
              </a:buClr>
              <a:defRPr/>
            </a:pPr>
            <a:r>
              <a:rPr lang="fr-FR" sz="1867" dirty="0">
                <a:solidFill>
                  <a:srgbClr val="000000"/>
                </a:solidFill>
                <a:latin typeface="+mj-lt"/>
                <a:cs typeface="Arial"/>
              </a:rPr>
              <a:t>Espace Ressources (standards préexistants, tables de travail)</a:t>
            </a:r>
          </a:p>
          <a:p>
            <a:pPr marL="1143011" lvl="3" indent="0" algn="just">
              <a:buClr>
                <a:srgbClr val="554538"/>
              </a:buClr>
              <a:buNone/>
              <a:defRPr/>
            </a:pPr>
            <a:endParaRPr lang="fr-FR" sz="1867" dirty="0">
              <a:solidFill>
                <a:srgbClr val="000000"/>
              </a:solidFill>
              <a:latin typeface="+mj-lt"/>
              <a:cs typeface="Arial"/>
            </a:endParaRP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7">
                  <a:extLst>
                    <a:ext uri="{A12FA001-AC4F-418D-AE19-62706E023703}">
                      <ahyp:hlinkClr xmlns:ahyp="http://schemas.microsoft.com/office/drawing/2018/hyperlinkcolor" val="tx"/>
                    </a:ext>
                  </a:extLst>
                </a:hlinkClick>
              </a:rPr>
              <a:t>Page CNIG du GT</a:t>
            </a:r>
            <a:endParaRPr lang="fr-FR" sz="1867" dirty="0">
              <a:solidFill>
                <a:schemeClr val="tx2">
                  <a:lumMod val="60000"/>
                  <a:lumOff val="40000"/>
                </a:schemeClr>
              </a:solidFill>
              <a:latin typeface="+mj-lt"/>
              <a:ea typeface="Calibri"/>
              <a:cs typeface="Arial"/>
            </a:endParaRPr>
          </a:p>
          <a:p>
            <a:pPr lvl="3" indent="-457189" algn="just">
              <a:buClr>
                <a:srgbClr val="554538"/>
              </a:buClr>
              <a:defRPr/>
            </a:pPr>
            <a:r>
              <a:rPr lang="fr-FR" sz="1867" dirty="0">
                <a:solidFill>
                  <a:srgbClr val="000000"/>
                </a:solidFill>
                <a:latin typeface="+mj-lt"/>
                <a:ea typeface="Calibri"/>
                <a:cs typeface="Arial"/>
              </a:rPr>
              <a:t>Espace Réunions (ODJ, CR, ppt, etc.)</a:t>
            </a:r>
          </a:p>
          <a:p>
            <a:pPr lvl="3" indent="-457189" algn="just">
              <a:buClr>
                <a:srgbClr val="554538"/>
              </a:buClr>
              <a:defRPr/>
            </a:pPr>
            <a:r>
              <a:rPr lang="fr-FR" sz="1867" dirty="0">
                <a:solidFill>
                  <a:srgbClr val="000000"/>
                </a:solidFill>
                <a:latin typeface="+mj-lt"/>
                <a:ea typeface="Calibri"/>
                <a:cs typeface="Arial"/>
              </a:rPr>
              <a:t>Espace Ressources (</a:t>
            </a:r>
            <a:r>
              <a:rPr lang="fr-FR" sz="1867" dirty="0">
                <a:solidFill>
                  <a:srgbClr val="000000"/>
                </a:solidFill>
                <a:latin typeface="+mj-lt"/>
                <a:cs typeface="Arial"/>
              </a:rPr>
              <a:t>standards préexistants, tables de travail)</a:t>
            </a:r>
          </a:p>
          <a:p>
            <a:pPr lvl="3" indent="-457189" algn="just">
              <a:buClr>
                <a:srgbClr val="554538"/>
              </a:buClr>
              <a:defRPr/>
            </a:pPr>
            <a:endParaRPr lang="fr-FR" sz="1867" b="0" dirty="0">
              <a:solidFill>
                <a:srgbClr val="000000"/>
              </a:solidFill>
              <a:latin typeface="+mj-lt"/>
              <a:ea typeface="Calibri"/>
              <a:cs typeface="Arial"/>
            </a:endParaRPr>
          </a:p>
          <a:p>
            <a:pPr marL="571511" lvl="1" indent="-342900" algn="just">
              <a:buClr>
                <a:srgbClr val="554538"/>
              </a:buClr>
              <a:defRPr/>
            </a:pPr>
            <a:endParaRPr lang="fr-FR" sz="1867" b="0" dirty="0">
              <a:solidFill>
                <a:srgbClr val="000000"/>
              </a:solidFill>
              <a:latin typeface="+mj-lt"/>
              <a:ea typeface="Calibri"/>
              <a:cs typeface="Arial"/>
            </a:endParaRPr>
          </a:p>
          <a:p>
            <a:pPr marL="228611" lvl="1" indent="0" algn="just">
              <a:buClr>
                <a:srgbClr val="554538"/>
              </a:buClr>
              <a:buNone/>
              <a:defRPr/>
            </a:pPr>
            <a:endParaRPr lang="fr-FR" sz="1867" b="0" dirty="0">
              <a:solidFill>
                <a:srgbClr val="000000"/>
              </a:solidFill>
              <a:latin typeface="+mj-lt"/>
              <a:ea typeface="Calibri"/>
              <a:cs typeface="Arial"/>
            </a:endParaRPr>
          </a:p>
          <a:p>
            <a:pPr marL="228611" lvl="1" indent="0" algn="just">
              <a:buClr>
                <a:srgbClr val="554538"/>
              </a:buClr>
              <a:buNone/>
              <a:defRPr/>
            </a:pPr>
            <a:endParaRPr lang="fr-FR" sz="1867" dirty="0">
              <a:solidFill>
                <a:srgbClr val="000000"/>
              </a:solidFill>
              <a:latin typeface="+mj-lt"/>
              <a:ea typeface="Calibri"/>
              <a:cs typeface="Arial"/>
            </a:endParaRPr>
          </a:p>
          <a:p>
            <a:pPr marL="609585" lvl="1" indent="0" algn="just" fontAlgn="base">
              <a:buNone/>
            </a:pPr>
            <a:endParaRPr lang="fr-FR" sz="1867" b="0" dirty="0">
              <a:solidFill>
                <a:srgbClr val="000000"/>
              </a:solidFill>
              <a:latin typeface="+mn-lt"/>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7</a:t>
            </a:fld>
            <a:endParaRPr lang="fr-FR" sz="1000" b="1" dirty="0"/>
          </a:p>
        </p:txBody>
      </p:sp>
      <p:pic>
        <p:nvPicPr>
          <p:cNvPr id="16" name="Image 15">
            <a:extLst>
              <a:ext uri="{FF2B5EF4-FFF2-40B4-BE49-F238E27FC236}">
                <a16:creationId xmlns:a16="http://schemas.microsoft.com/office/drawing/2014/main" id="{AD9FDE06-1C77-4AFB-88C2-152FE254EA0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06494" y="138882"/>
            <a:ext cx="768085" cy="768085"/>
          </a:xfrm>
          <a:prstGeom prst="rect">
            <a:avLst/>
          </a:prstGeom>
          <a:ln>
            <a:noFill/>
          </a:ln>
        </p:spPr>
      </p:pic>
      <p:pic>
        <p:nvPicPr>
          <p:cNvPr id="6" name="Image 5">
            <a:extLst>
              <a:ext uri="{FF2B5EF4-FFF2-40B4-BE49-F238E27FC236}">
                <a16:creationId xmlns:a16="http://schemas.microsoft.com/office/drawing/2014/main" id="{4634F7AD-C778-4EF9-813C-C8CC8069D392}"/>
              </a:ext>
            </a:extLst>
          </p:cNvPr>
          <p:cNvPicPr>
            <a:picLocks noChangeAspect="1"/>
          </p:cNvPicPr>
          <p:nvPr/>
        </p:nvPicPr>
        <p:blipFill>
          <a:blip r:embed="rId9"/>
          <a:stretch>
            <a:fillRect/>
          </a:stretch>
        </p:blipFill>
        <p:spPr>
          <a:xfrm>
            <a:off x="6345644" y="4917692"/>
            <a:ext cx="4416141" cy="1748966"/>
          </a:xfrm>
          <a:prstGeom prst="rect">
            <a:avLst/>
          </a:prstGeom>
        </p:spPr>
      </p:pic>
      <p:pic>
        <p:nvPicPr>
          <p:cNvPr id="11" name="Image 10">
            <a:extLst>
              <a:ext uri="{FF2B5EF4-FFF2-40B4-BE49-F238E27FC236}">
                <a16:creationId xmlns:a16="http://schemas.microsoft.com/office/drawing/2014/main" id="{642BC7BD-FA07-45DB-8C31-2A0868ECEAEA}"/>
              </a:ext>
            </a:extLst>
          </p:cNvPr>
          <p:cNvPicPr>
            <a:picLocks noChangeAspect="1"/>
          </p:cNvPicPr>
          <p:nvPr/>
        </p:nvPicPr>
        <p:blipFill>
          <a:blip r:embed="rId10"/>
          <a:stretch>
            <a:fillRect/>
          </a:stretch>
        </p:blipFill>
        <p:spPr>
          <a:xfrm>
            <a:off x="312334" y="4922179"/>
            <a:ext cx="5207225" cy="1695821"/>
          </a:xfrm>
          <a:prstGeom prst="rect">
            <a:avLst/>
          </a:prstGeom>
        </p:spPr>
      </p:pic>
      <p:pic>
        <p:nvPicPr>
          <p:cNvPr id="17" name="Picture 9">
            <a:extLst>
              <a:ext uri="{FF2B5EF4-FFF2-40B4-BE49-F238E27FC236}">
                <a16:creationId xmlns:a16="http://schemas.microsoft.com/office/drawing/2014/main" id="{10F2F014-BA0F-4AD1-8F05-66094707260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8520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23700" y="1239011"/>
            <a:ext cx="11015974" cy="4267025"/>
          </a:xfrm>
        </p:spPr>
        <p:txBody>
          <a:bodyPr/>
          <a:lstStyle/>
          <a:p>
            <a:pPr>
              <a:buFont typeface="Arial" panose="020B0604020202020204" pitchFamily="34" charset="0"/>
              <a:buChar char="•"/>
            </a:pPr>
            <a:r>
              <a:rPr lang="fr-FR" sz="1867" b="0" dirty="0">
                <a:solidFill>
                  <a:schemeClr val="tx1"/>
                </a:solidFill>
                <a:latin typeface="+mn-lt"/>
                <a:cs typeface="Arial"/>
              </a:rPr>
              <a:t>Tableau excel de travail (disponible sur </a:t>
            </a:r>
            <a:r>
              <a:rPr lang="fr-FR" sz="1867" b="0" dirty="0">
                <a:solidFill>
                  <a:schemeClr val="tx2">
                    <a:lumMod val="60000"/>
                    <a:lumOff val="40000"/>
                  </a:schemeClr>
                </a:solidFill>
                <a:latin typeface="+mn-lt"/>
                <a:cs typeface="Arial"/>
                <a:hlinkClick r:id="rId2">
                  <a:extLst>
                    <a:ext uri="{A12FA001-AC4F-418D-AE19-62706E023703}">
                      <ahyp:hlinkClr xmlns:ahyp="http://schemas.microsoft.com/office/drawing/2018/hyperlinkcolor" val="tx"/>
                    </a:ext>
                  </a:extLst>
                </a:hlinkClick>
              </a:rPr>
              <a:t>GitHub</a:t>
            </a:r>
            <a:r>
              <a:rPr lang="fr-FR" sz="1867" b="0" dirty="0">
                <a:solidFill>
                  <a:schemeClr val="tx1"/>
                </a:solidFill>
                <a:latin typeface="+mn-lt"/>
                <a:cs typeface="Arial"/>
              </a:rPr>
              <a:t>) </a:t>
            </a:r>
          </a:p>
          <a:p>
            <a:pPr lvl="1"/>
            <a:r>
              <a:rPr lang="fr-FR" sz="1600" b="0" dirty="0">
                <a:solidFill>
                  <a:schemeClr val="tx1"/>
                </a:solidFill>
                <a:latin typeface="+mn-lt"/>
                <a:cs typeface="Arial"/>
              </a:rPr>
              <a:t>On part du standard CNIG V1</a:t>
            </a:r>
          </a:p>
          <a:p>
            <a:pPr lvl="1"/>
            <a:r>
              <a:rPr lang="fr-FR" sz="1600" b="0" dirty="0">
                <a:solidFill>
                  <a:schemeClr val="tx1"/>
                </a:solidFill>
                <a:latin typeface="+mn-lt"/>
                <a:cs typeface="Arial"/>
              </a:rPr>
              <a:t>Voit si un alignement est possible avec un élément déjà existant BD TOPO</a:t>
            </a:r>
          </a:p>
          <a:p>
            <a:pPr lvl="1"/>
            <a:r>
              <a:rPr lang="fr-FR" sz="1600" b="0" dirty="0">
                <a:solidFill>
                  <a:schemeClr val="tx1"/>
                </a:solidFill>
                <a:latin typeface="+mn-lt"/>
                <a:cs typeface="Arial"/>
              </a:rPr>
              <a:t>Discute des besoins Transport de bois + DFCI</a:t>
            </a:r>
          </a:p>
          <a:p>
            <a:pPr lvl="1"/>
            <a:r>
              <a:rPr lang="fr-FR" sz="1600" b="0" dirty="0">
                <a:solidFill>
                  <a:schemeClr val="tx1"/>
                </a:solidFill>
                <a:latin typeface="+mn-lt"/>
                <a:cs typeface="Arial"/>
              </a:rPr>
              <a:t>Voit quelle évolution technique est possible avec les experts BD TOPO</a:t>
            </a:r>
          </a:p>
          <a:p>
            <a:pPr marL="0" indent="0">
              <a:buNone/>
            </a:pPr>
            <a:endParaRPr lang="fr-FR" sz="1867" b="0" dirty="0">
              <a:solidFill>
                <a:schemeClr val="tx1"/>
              </a:solidFill>
              <a:latin typeface="+mn-lt"/>
              <a:cs typeface="Arial"/>
            </a:endParaRPr>
          </a:p>
          <a:p>
            <a:pPr>
              <a:buFont typeface="Arial" panose="020B0604020202020204" pitchFamily="34" charset="0"/>
              <a:buChar char="•"/>
            </a:pPr>
            <a:r>
              <a:rPr lang="fr-FR" sz="1800" b="0" dirty="0">
                <a:solidFill>
                  <a:schemeClr val="tx1"/>
                </a:solidFill>
                <a:latin typeface="+mn-lt"/>
                <a:cs typeface="Arial"/>
              </a:rPr>
              <a:t>Ateliers de travail par type</a:t>
            </a:r>
          </a:p>
          <a:p>
            <a:pPr lvl="1"/>
            <a:r>
              <a:rPr lang="fr-FR" sz="1600" b="0" dirty="0">
                <a:solidFill>
                  <a:schemeClr val="tx1"/>
                </a:solidFill>
                <a:latin typeface="+mn-lt"/>
                <a:cs typeface="Arial"/>
              </a:rPr>
              <a:t>Linéaires Tronçons</a:t>
            </a:r>
          </a:p>
          <a:p>
            <a:pPr lvl="1"/>
            <a:r>
              <a:rPr lang="fr-FR" sz="1600" b="0" dirty="0">
                <a:solidFill>
                  <a:schemeClr val="tx1"/>
                </a:solidFill>
                <a:latin typeface="+mn-lt"/>
                <a:cs typeface="Arial"/>
              </a:rPr>
              <a:t>Ponctuels</a:t>
            </a:r>
          </a:p>
          <a:p>
            <a:pPr marL="1460463" lvl="2" indent="-380990">
              <a:buFont typeface="Arial" panose="020B0604020202020204" pitchFamily="34" charset="0"/>
              <a:buChar char="•"/>
            </a:pPr>
            <a:r>
              <a:rPr lang="fr-FR" sz="1600" dirty="0">
                <a:latin typeface="+mn-lt"/>
                <a:cs typeface="Arial"/>
              </a:rPr>
              <a:t>Équipements</a:t>
            </a:r>
            <a:endParaRPr lang="fr-FR" sz="1600" dirty="0">
              <a:latin typeface="+mn-lt"/>
              <a:ea typeface="Calibri" panose="020F0502020204030204"/>
              <a:cs typeface="Arial"/>
            </a:endParaRPr>
          </a:p>
          <a:p>
            <a:pPr marL="1460463" lvl="2" indent="-380990">
              <a:buFont typeface="Arial" panose="020B0604020202020204" pitchFamily="34" charset="0"/>
              <a:buChar char="•"/>
            </a:pPr>
            <a:r>
              <a:rPr lang="fr-FR" sz="1600" dirty="0">
                <a:latin typeface="+mn-lt"/>
                <a:cs typeface="Arial"/>
              </a:rPr>
              <a:t>Contraintes</a:t>
            </a:r>
            <a:endParaRPr lang="fr-FR" sz="1600" dirty="0">
              <a:latin typeface="+mn-lt"/>
              <a:ea typeface="Calibri" panose="020F0502020204030204"/>
              <a:cs typeface="Arial"/>
            </a:endParaRPr>
          </a:p>
          <a:p>
            <a:pPr marL="1460463" lvl="2" indent="-380990">
              <a:buFont typeface="Arial" panose="020B0604020202020204" pitchFamily="34" charset="0"/>
              <a:buChar char="•"/>
            </a:pPr>
            <a:r>
              <a:rPr lang="fr-FR" sz="1600" dirty="0">
                <a:latin typeface="+mn-lt"/>
                <a:cs typeface="Arial"/>
              </a:rPr>
              <a:t>Points d’eau (sous-groupe DFCI)</a:t>
            </a:r>
            <a:endParaRPr lang="fr-FR" sz="1600" dirty="0">
              <a:latin typeface="+mn-lt"/>
              <a:ea typeface="Calibri" panose="020F0502020204030204"/>
              <a:cs typeface="Arial"/>
            </a:endParaRPr>
          </a:p>
          <a:p>
            <a:endParaRPr lang="fr-FR" sz="1867" b="0" dirty="0">
              <a:solidFill>
                <a:schemeClr val="tx1"/>
              </a:solidFill>
              <a:latin typeface="+mn-lt"/>
              <a:ea typeface="Calibri" panose="020F0502020204030204"/>
              <a:cs typeface="Arial"/>
            </a:endParaRPr>
          </a:p>
          <a:p>
            <a:pPr marL="1313994" lvl="2" indent="-234521"/>
            <a:endParaRPr lang="fr-FR" sz="1867" dirty="0">
              <a:latin typeface="+mn-lt"/>
              <a:ea typeface="Calibri" panose="020F0502020204030204"/>
              <a:cs typeface="Arial"/>
            </a:endParaRPr>
          </a:p>
          <a:p>
            <a:endParaRPr lang="fr-FR" sz="1867" b="0" dirty="0">
              <a:solidFill>
                <a:schemeClr val="tx1"/>
              </a:solidFill>
              <a:latin typeface="+mn-lt"/>
              <a:cs typeface="Arial"/>
            </a:endParaRPr>
          </a:p>
          <a:p>
            <a:pPr marL="0" indent="0">
              <a:buNone/>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Times New Roman" panose="02020603050405020304" pitchFamily="18" charset="0"/>
              <a:cs typeface="Arial"/>
            </a:endParaRPr>
          </a:p>
          <a:p>
            <a:pPr marL="990575" lvl="1" indent="-380990">
              <a:buFont typeface="Courier New" panose="02070309020205020404" pitchFamily="49" charset="0"/>
              <a:buChar char="o"/>
            </a:pPr>
            <a:endParaRPr lang="fr-FR" sz="1867" b="0" dirty="0">
              <a:solidFill>
                <a:srgbClr val="000000"/>
              </a:solidFill>
              <a:latin typeface="+mn-lt"/>
              <a:ea typeface="Calibri" panose="020F0502020204030204" pitchFamily="34" charset="0"/>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Calibri"/>
              <a:cs typeface="Arial"/>
            </a:endParaRPr>
          </a:p>
          <a:p>
            <a:endParaRPr lang="fr-FR" sz="1867" b="0" dirty="0">
              <a:solidFill>
                <a:srgbClr val="000000"/>
              </a:solidFill>
              <a:latin typeface="+mn-lt"/>
              <a:ea typeface="Calibri" panose="020F0502020204030204" pitchFamily="34" charset="0"/>
            </a:endParaRPr>
          </a:p>
          <a:p>
            <a:pPr algn="just"/>
            <a:endParaRPr lang="fr-FR" sz="1867" b="0" dirty="0">
              <a:solidFill>
                <a:srgbClr val="000000"/>
              </a:solidFill>
              <a:latin typeface="+mn-lt"/>
              <a:ea typeface="Calibri" panose="020F0502020204030204" pitchFamily="34" charset="0"/>
            </a:endParaRPr>
          </a:p>
          <a:p>
            <a:pPr marL="0" indent="0">
              <a:buNone/>
            </a:pPr>
            <a:endParaRPr lang="fr-FR" sz="1867" b="0" dirty="0">
              <a:solidFill>
                <a:srgbClr val="000000"/>
              </a:solidFill>
              <a:latin typeface="+mn-lt"/>
              <a:ea typeface="Calibri" panose="020F0502020204030204" pitchFamily="34" charset="0"/>
            </a:endParaRP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mage 7">
            <a:extLst>
              <a:ext uri="{FF2B5EF4-FFF2-40B4-BE49-F238E27FC236}">
                <a16:creationId xmlns:a16="http://schemas.microsoft.com/office/drawing/2014/main" id="{5D79A647-6EB7-4499-8224-18211A4F67F0}"/>
              </a:ext>
            </a:extLst>
          </p:cNvPr>
          <p:cNvPicPr>
            <a:picLocks noChangeAspect="1"/>
          </p:cNvPicPr>
          <p:nvPr/>
        </p:nvPicPr>
        <p:blipFill>
          <a:blip r:embed="rId4"/>
          <a:stretch>
            <a:fillRect/>
          </a:stretch>
        </p:blipFill>
        <p:spPr>
          <a:xfrm>
            <a:off x="5562993" y="3955085"/>
            <a:ext cx="6149007" cy="2146777"/>
          </a:xfrm>
          <a:prstGeom prst="rect">
            <a:avLst/>
          </a:prstGeom>
        </p:spPr>
      </p:pic>
      <p:sp>
        <p:nvSpPr>
          <p:cNvPr id="12" name="Ellipse 11">
            <a:extLst>
              <a:ext uri="{FF2B5EF4-FFF2-40B4-BE49-F238E27FC236}">
                <a16:creationId xmlns:a16="http://schemas.microsoft.com/office/drawing/2014/main" id="{176B83BD-B4A7-46E2-BA65-69DA73B2ED84}"/>
              </a:ext>
            </a:extLst>
          </p:cNvPr>
          <p:cNvSpPr/>
          <p:nvPr/>
        </p:nvSpPr>
        <p:spPr>
          <a:xfrm>
            <a:off x="174849" y="1719621"/>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3" name="Ellipse 12">
            <a:extLst>
              <a:ext uri="{FF2B5EF4-FFF2-40B4-BE49-F238E27FC236}">
                <a16:creationId xmlns:a16="http://schemas.microsoft.com/office/drawing/2014/main" id="{389C902C-B7AF-45C3-8938-A98B42336D2F}"/>
              </a:ext>
            </a:extLst>
          </p:cNvPr>
          <p:cNvSpPr/>
          <p:nvPr/>
        </p:nvSpPr>
        <p:spPr>
          <a:xfrm>
            <a:off x="6853837" y="3714117"/>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4" name="Ellipse 13">
            <a:extLst>
              <a:ext uri="{FF2B5EF4-FFF2-40B4-BE49-F238E27FC236}">
                <a16:creationId xmlns:a16="http://schemas.microsoft.com/office/drawing/2014/main" id="{E090DFCB-E332-42CF-93CF-4B422CF17AF9}"/>
              </a:ext>
            </a:extLst>
          </p:cNvPr>
          <p:cNvSpPr/>
          <p:nvPr/>
        </p:nvSpPr>
        <p:spPr>
          <a:xfrm>
            <a:off x="175555" y="2103838"/>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7" name="Ellipse 16">
            <a:extLst>
              <a:ext uri="{FF2B5EF4-FFF2-40B4-BE49-F238E27FC236}">
                <a16:creationId xmlns:a16="http://schemas.microsoft.com/office/drawing/2014/main" id="{70D06BF4-43A9-46C0-80ED-20245F75F7DB}"/>
              </a:ext>
            </a:extLst>
          </p:cNvPr>
          <p:cNvSpPr/>
          <p:nvPr/>
        </p:nvSpPr>
        <p:spPr>
          <a:xfrm>
            <a:off x="9391934" y="3726610"/>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8" name="Ellipse 17">
            <a:extLst>
              <a:ext uri="{FF2B5EF4-FFF2-40B4-BE49-F238E27FC236}">
                <a16:creationId xmlns:a16="http://schemas.microsoft.com/office/drawing/2014/main" id="{B8A44BCC-2C58-428D-AFBA-723D9F139340}"/>
              </a:ext>
            </a:extLst>
          </p:cNvPr>
          <p:cNvSpPr/>
          <p:nvPr/>
        </p:nvSpPr>
        <p:spPr>
          <a:xfrm>
            <a:off x="174849" y="2541452"/>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0" name="Ellipse 19">
            <a:extLst>
              <a:ext uri="{FF2B5EF4-FFF2-40B4-BE49-F238E27FC236}">
                <a16:creationId xmlns:a16="http://schemas.microsoft.com/office/drawing/2014/main" id="{88FAA2DD-74D1-4D9D-8958-B767C30A9019}"/>
              </a:ext>
            </a:extLst>
          </p:cNvPr>
          <p:cNvSpPr/>
          <p:nvPr/>
        </p:nvSpPr>
        <p:spPr>
          <a:xfrm>
            <a:off x="11319491" y="3714117"/>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1" name="Ellipse 20">
            <a:extLst>
              <a:ext uri="{FF2B5EF4-FFF2-40B4-BE49-F238E27FC236}">
                <a16:creationId xmlns:a16="http://schemas.microsoft.com/office/drawing/2014/main" id="{216807BD-A839-43F2-818D-A1B45D2AF318}"/>
              </a:ext>
            </a:extLst>
          </p:cNvPr>
          <p:cNvSpPr/>
          <p:nvPr/>
        </p:nvSpPr>
        <p:spPr>
          <a:xfrm>
            <a:off x="175555" y="2979066"/>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22" name="Ellipse 21">
            <a:extLst>
              <a:ext uri="{FF2B5EF4-FFF2-40B4-BE49-F238E27FC236}">
                <a16:creationId xmlns:a16="http://schemas.microsoft.com/office/drawing/2014/main" id="{2EAAA130-19E2-4154-876E-45483716FDA9}"/>
              </a:ext>
            </a:extLst>
          </p:cNvPr>
          <p:cNvSpPr/>
          <p:nvPr/>
        </p:nvSpPr>
        <p:spPr>
          <a:xfrm>
            <a:off x="10622981" y="3714117"/>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16" name="Espace réservé du pied de page 10">
            <a:extLst>
              <a:ext uri="{FF2B5EF4-FFF2-40B4-BE49-F238E27FC236}">
                <a16:creationId xmlns:a16="http://schemas.microsoft.com/office/drawing/2014/main" id="{4972FAA4-AED6-4054-BA59-F437A686F84E}"/>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9" name="Espace réservé de la date 1">
            <a:extLst>
              <a:ext uri="{FF2B5EF4-FFF2-40B4-BE49-F238E27FC236}">
                <a16:creationId xmlns:a16="http://schemas.microsoft.com/office/drawing/2014/main" id="{90A98CE7-3F03-4530-81C9-0B1848276301}"/>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23" name="Espace réservé du numéro de diapositive 16">
            <a:extLst>
              <a:ext uri="{FF2B5EF4-FFF2-40B4-BE49-F238E27FC236}">
                <a16:creationId xmlns:a16="http://schemas.microsoft.com/office/drawing/2014/main" id="{4E7E72DB-A706-4DD3-8AD3-0145B4D04F7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8</a:t>
            </a:fld>
            <a:endParaRPr lang="fr-FR" sz="1000" b="1" dirty="0"/>
          </a:p>
        </p:txBody>
      </p:sp>
      <p:sp>
        <p:nvSpPr>
          <p:cNvPr id="24" name="Titre 1">
            <a:extLst>
              <a:ext uri="{FF2B5EF4-FFF2-40B4-BE49-F238E27FC236}">
                <a16:creationId xmlns:a16="http://schemas.microsoft.com/office/drawing/2014/main" id="{078CFED7-100E-4D15-97CA-70CD88078B3A}"/>
              </a:ext>
            </a:extLst>
          </p:cNvPr>
          <p:cNvSpPr txBox="1">
            <a:spLocks/>
          </p:cNvSpPr>
          <p:nvPr/>
        </p:nvSpPr>
        <p:spPr bwMode="gray">
          <a:xfrm>
            <a:off x="2365888" y="241385"/>
            <a:ext cx="9575076" cy="425595"/>
          </a:xfrm>
          <a:prstGeom prst="rect">
            <a:avLst/>
          </a:prstGeom>
        </p:spPr>
        <p:txBody>
          <a:bodyPr vert="horz" lIns="91440" tIns="45720" rIns="91440" bIns="45720" rtlCol="0" anchor="ctr" anchorCtr="0">
            <a:noAutofit/>
          </a:bodyPr>
          <a:lstStyle>
            <a:lvl1pPr algn="l" defTabSz="1219170" rtl="0" eaLnBrk="1" latinLnBrk="0" hangingPunct="1">
              <a:lnSpc>
                <a:spcPct val="100000"/>
              </a:lnSpc>
              <a:spcBef>
                <a:spcPct val="0"/>
              </a:spcBef>
              <a:buNone/>
              <a:defRPr sz="2800" b="1" kern="1200">
                <a:solidFill>
                  <a:schemeClr val="tx1"/>
                </a:solidFill>
                <a:latin typeface="+mj-lt"/>
                <a:ea typeface="+mj-ea"/>
                <a:cs typeface="+mj-cs"/>
              </a:defRPr>
            </a:lvl1pPr>
          </a:lstStyle>
          <a:p>
            <a:pPr algn="ctr"/>
            <a:r>
              <a:rPr lang="fr-FR" dirty="0"/>
              <a:t>Fonctionnement des outils</a:t>
            </a:r>
            <a:endParaRPr lang="fr-FR" dirty="0">
              <a:latin typeface="+mn-lt"/>
              <a:cs typeface="Arial"/>
            </a:endParaRPr>
          </a:p>
        </p:txBody>
      </p:sp>
      <p:pic>
        <p:nvPicPr>
          <p:cNvPr id="25" name="Image 24">
            <a:extLst>
              <a:ext uri="{FF2B5EF4-FFF2-40B4-BE49-F238E27FC236}">
                <a16:creationId xmlns:a16="http://schemas.microsoft.com/office/drawing/2014/main" id="{C3964498-808C-4AFC-ABB2-B5ECA8F6AF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87723" y="11584"/>
            <a:ext cx="768085" cy="768085"/>
          </a:xfrm>
          <a:prstGeom prst="rect">
            <a:avLst/>
          </a:prstGeom>
          <a:ln>
            <a:noFill/>
          </a:ln>
        </p:spPr>
      </p:pic>
    </p:spTree>
    <p:extLst>
      <p:ext uri="{BB962C8B-B14F-4D97-AF65-F5344CB8AC3E}">
        <p14:creationId xmlns:p14="http://schemas.microsoft.com/office/powerpoint/2010/main" val="1147543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Grands questionnements ateliers #1 &amp; #2</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19571" y="794278"/>
            <a:ext cx="12291362"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485" lvl="1" indent="-342900" algn="just" fontAlgn="base"/>
            <a:r>
              <a:rPr lang="fr-FR" sz="1867" dirty="0">
                <a:solidFill>
                  <a:srgbClr val="000000"/>
                </a:solidFill>
                <a:latin typeface="+mn-lt"/>
              </a:rPr>
              <a:t>Code INSEE commune/code INSEE Département</a:t>
            </a:r>
          </a:p>
          <a:p>
            <a:pPr marL="1252523" lvl="2" indent="-342900" algn="just" fontAlgn="base"/>
            <a:r>
              <a:rPr lang="fr-FR" sz="1667" dirty="0">
                <a:solidFill>
                  <a:srgbClr val="000000"/>
                </a:solidFill>
                <a:latin typeface="+mn-lt"/>
              </a:rPr>
              <a:t>Doublon d’information, le code de département étant calculé à partir de la commune</a:t>
            </a:r>
          </a:p>
          <a:p>
            <a:pPr marL="1252523" lvl="2" indent="-342900" algn="just" fontAlgn="base"/>
            <a:r>
              <a:rPr lang="fr-FR" sz="1667" b="0" dirty="0">
                <a:solidFill>
                  <a:srgbClr val="000000"/>
                </a:solidFill>
                <a:latin typeface="+mn-lt"/>
              </a:rPr>
              <a:t>Origine de la donnée dans la BD TOPO </a:t>
            </a:r>
          </a:p>
          <a:p>
            <a:pPr marL="1866885" lvl="3" indent="-342900" algn="just" fontAlgn="base"/>
            <a:r>
              <a:rPr lang="fr-FR" sz="1667" b="0" dirty="0">
                <a:solidFill>
                  <a:srgbClr val="000000"/>
                </a:solidFill>
                <a:latin typeface="+mn-lt"/>
              </a:rPr>
              <a:t>Les </a:t>
            </a:r>
            <a:r>
              <a:rPr lang="fr-FR" sz="1667" b="0" dirty="0" err="1">
                <a:solidFill>
                  <a:srgbClr val="000000"/>
                </a:solidFill>
                <a:latin typeface="+mn-lt"/>
              </a:rPr>
              <a:t>insee_commune_gauche</a:t>
            </a:r>
            <a:r>
              <a:rPr lang="fr-FR" sz="1667" b="0" dirty="0">
                <a:solidFill>
                  <a:srgbClr val="000000"/>
                </a:solidFill>
                <a:latin typeface="+mn-lt"/>
              </a:rPr>
              <a:t> et droite sont remplis :</a:t>
            </a:r>
          </a:p>
          <a:p>
            <a:pPr marL="2324085" lvl="4" indent="-342900" algn="just" fontAlgn="base"/>
            <a:r>
              <a:rPr lang="fr-FR" sz="1667" b="0" dirty="0">
                <a:solidFill>
                  <a:srgbClr val="000000"/>
                </a:solidFill>
                <a:latin typeface="+mn-lt"/>
              </a:rPr>
              <a:t>à partir du processus d'appariement des adresses BAN (-&gt; correction en cours pour les codes </a:t>
            </a:r>
            <a:r>
              <a:rPr lang="fr-FR" sz="1667" b="0" dirty="0" err="1">
                <a:solidFill>
                  <a:srgbClr val="000000"/>
                </a:solidFill>
                <a:latin typeface="+mn-lt"/>
              </a:rPr>
              <a:t>insee</a:t>
            </a:r>
            <a:r>
              <a:rPr lang="fr-FR" sz="1667" b="0" dirty="0">
                <a:solidFill>
                  <a:srgbClr val="000000"/>
                </a:solidFill>
                <a:latin typeface="+mn-lt"/>
              </a:rPr>
              <a:t> les plus </a:t>
            </a:r>
            <a:r>
              <a:rPr lang="fr-FR" sz="1667" b="0" dirty="0" err="1">
                <a:solidFill>
                  <a:srgbClr val="000000"/>
                </a:solidFill>
                <a:latin typeface="+mn-lt"/>
              </a:rPr>
              <a:t>loins</a:t>
            </a:r>
            <a:r>
              <a:rPr lang="fr-FR" sz="1667" b="0" dirty="0">
                <a:solidFill>
                  <a:srgbClr val="000000"/>
                </a:solidFill>
                <a:latin typeface="+mn-lt"/>
              </a:rPr>
              <a:t> des communes correspondantes, &gt; 1km tous corrigés actuellement)</a:t>
            </a:r>
          </a:p>
          <a:p>
            <a:pPr marL="2324085" lvl="4" indent="-342900" algn="just" fontAlgn="base"/>
            <a:r>
              <a:rPr lang="fr-FR" sz="1667" b="0" dirty="0">
                <a:solidFill>
                  <a:srgbClr val="000000"/>
                </a:solidFill>
                <a:latin typeface="+mn-lt"/>
              </a:rPr>
              <a:t>à partir de la géométrie de la commune si le tronçon est entièrement inclus.</a:t>
            </a:r>
          </a:p>
          <a:p>
            <a:pPr marL="1866885" lvl="3" indent="-342900" algn="just" fontAlgn="base"/>
            <a:r>
              <a:rPr lang="fr-FR" sz="1667" b="0" dirty="0">
                <a:solidFill>
                  <a:srgbClr val="000000"/>
                </a:solidFill>
                <a:latin typeface="+mn-lt"/>
              </a:rPr>
              <a:t>tous les objets restants sont sur au moins 2 communes (remplis 1 par 1 mais la plupart du temps vides).</a:t>
            </a:r>
          </a:p>
          <a:p>
            <a:pPr marL="1866885" lvl="3" indent="-342900" algn="just" fontAlgn="base"/>
            <a:r>
              <a:rPr lang="fr-FR" sz="1667" b="0" dirty="0">
                <a:solidFill>
                  <a:srgbClr val="000000"/>
                </a:solidFill>
                <a:latin typeface="+mn-lt"/>
              </a:rPr>
              <a:t>taux d'attributs vides : 368000 sur 20,144 M (soit 1,8%)</a:t>
            </a:r>
          </a:p>
          <a:p>
            <a:pPr marL="1195373" lvl="2" indent="-285750" algn="just" fontAlgn="base">
              <a:buFont typeface="Wingdings" panose="05000000000000000000" pitchFamily="2" charset="2"/>
              <a:buChar char="à"/>
            </a:pPr>
            <a:r>
              <a:rPr lang="fr-FR" sz="1800" b="0" dirty="0">
                <a:solidFill>
                  <a:srgbClr val="000000"/>
                </a:solidFill>
                <a:latin typeface="+mn-lt"/>
                <a:sym typeface="Wingdings" panose="05000000000000000000" pitchFamily="2" charset="2"/>
              </a:rPr>
              <a:t>pb : besoin du département : pour les TB, il faut avoir une informations du numéro de département pour définir les décrets liés. Pour la DFCI, besoin de connaître le département gestionnaire de la DFCI. Pb se pose déjà avec </a:t>
            </a:r>
            <a:r>
              <a:rPr lang="fr-FR" sz="1800" b="0" dirty="0" err="1">
                <a:solidFill>
                  <a:srgbClr val="000000"/>
                </a:solidFill>
                <a:latin typeface="+mn-lt"/>
                <a:sym typeface="Wingdings" panose="05000000000000000000" pitchFamily="2" charset="2"/>
              </a:rPr>
              <a:t>NexSIS</a:t>
            </a:r>
            <a:endParaRPr lang="fr-FR" sz="1800" b="0" dirty="0">
              <a:solidFill>
                <a:srgbClr val="000000"/>
              </a:solidFill>
              <a:latin typeface="+mn-lt"/>
              <a:sym typeface="Wingdings" panose="05000000000000000000" pitchFamily="2" charset="2"/>
            </a:endParaRPr>
          </a:p>
          <a:p>
            <a:pPr marL="1195373" lvl="2" indent="-285750" algn="just" fontAlgn="base">
              <a:buFontTx/>
              <a:buChar char="-"/>
            </a:pPr>
            <a:r>
              <a:rPr lang="fr-FR" sz="1667" b="0" dirty="0">
                <a:solidFill>
                  <a:srgbClr val="C00000"/>
                </a:solidFill>
                <a:latin typeface="+mn-lt"/>
                <a:sym typeface="Wingdings" panose="05000000000000000000" pitchFamily="2" charset="2"/>
              </a:rPr>
              <a:t>Décision : conserve la gestion BD TOPO. Pour les 1,8% restant, remontée des acteurs du numéro à l’IGN</a:t>
            </a:r>
          </a:p>
          <a:p>
            <a:pPr marL="1195373" lvl="2" indent="-285750" algn="just" fontAlgn="base">
              <a:buFontTx/>
              <a:buChar char="-"/>
            </a:pPr>
            <a:endParaRPr lang="fr-FR" sz="1667" dirty="0">
              <a:solidFill>
                <a:srgbClr val="C00000"/>
              </a:solidFill>
              <a:latin typeface="+mn-lt"/>
              <a:sym typeface="Wingdings" panose="05000000000000000000" pitchFamily="2" charset="2"/>
            </a:endParaRPr>
          </a:p>
          <a:p>
            <a:pPr marL="952485" lvl="1" indent="-342900" algn="just" fontAlgn="base"/>
            <a:r>
              <a:rPr lang="fr-FR" sz="1867" dirty="0">
                <a:solidFill>
                  <a:srgbClr val="000000"/>
                </a:solidFill>
                <a:latin typeface="+mn-lt"/>
              </a:rPr>
              <a:t>Largeur de la chaussée</a:t>
            </a:r>
          </a:p>
          <a:p>
            <a:pPr marL="1252523" lvl="2" indent="-342900" algn="just" fontAlgn="base"/>
            <a:r>
              <a:rPr lang="fr-FR" sz="1667" dirty="0">
                <a:solidFill>
                  <a:srgbClr val="000000"/>
                </a:solidFill>
                <a:latin typeface="+mn-lt"/>
              </a:rPr>
              <a:t>Pas de définition commune DFCI pour chaussée, BDR, </a:t>
            </a:r>
            <a:r>
              <a:rPr lang="fr-FR" sz="1667" dirty="0" err="1">
                <a:solidFill>
                  <a:srgbClr val="000000"/>
                </a:solidFill>
                <a:latin typeface="+mn-lt"/>
              </a:rPr>
              <a:t>fossé,etc</a:t>
            </a:r>
            <a:endParaRPr lang="fr-FR" sz="1667" dirty="0">
              <a:solidFill>
                <a:srgbClr val="000000"/>
              </a:solidFill>
              <a:latin typeface="+mn-lt"/>
            </a:endParaRPr>
          </a:p>
          <a:p>
            <a:pPr marL="1252523" lvl="2" indent="-342900" algn="just" fontAlgn="base"/>
            <a:r>
              <a:rPr lang="fr-FR" sz="1667" b="0" dirty="0">
                <a:solidFill>
                  <a:srgbClr val="C00000"/>
                </a:solidFill>
                <a:latin typeface="+mn-lt"/>
              </a:rPr>
              <a:t>Décision : calcul de la BD TOPO en mesure sur ortho, récupération des remontées des acteurs métiers si + précis </a:t>
            </a:r>
          </a:p>
          <a:p>
            <a:pPr marL="909623" lvl="2" indent="0" algn="just" fontAlgn="base">
              <a:buNone/>
            </a:pPr>
            <a:endParaRPr lang="fr-FR" sz="1667" b="0" dirty="0">
              <a:solidFill>
                <a:srgbClr val="C00000"/>
              </a:solidFill>
              <a:latin typeface="+mn-lt"/>
            </a:endParaRPr>
          </a:p>
          <a:p>
            <a:pPr marL="1866885" lvl="3" indent="-342900" algn="just" fontAlgn="base"/>
            <a:endParaRPr lang="fr-FR" sz="1667" b="0" dirty="0">
              <a:solidFill>
                <a:srgbClr val="000000"/>
              </a:solidFill>
              <a:latin typeface="+mn-lt"/>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9</a:t>
            </a:fld>
            <a:endParaRPr lang="fr-FR" sz="1000" b="1" dirty="0"/>
          </a:p>
        </p:txBody>
      </p:sp>
      <p:pic>
        <p:nvPicPr>
          <p:cNvPr id="11" name="Picture 9">
            <a:extLst>
              <a:ext uri="{FF2B5EF4-FFF2-40B4-BE49-F238E27FC236}">
                <a16:creationId xmlns:a16="http://schemas.microsoft.com/office/drawing/2014/main" id="{BBFE1378-5418-4467-B094-C712E9E5C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272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Grands questionnements ateliers #1 &amp; #2</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68376" y="779664"/>
            <a:ext cx="12540284"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485" lvl="1" indent="-342900" algn="just" fontAlgn="base"/>
            <a:r>
              <a:rPr lang="fr-FR" sz="1867" dirty="0">
                <a:solidFill>
                  <a:srgbClr val="000000"/>
                </a:solidFill>
                <a:latin typeface="+mn-lt"/>
              </a:rPr>
              <a:t>Gestionnaire</a:t>
            </a:r>
          </a:p>
          <a:p>
            <a:pPr marL="1252523" lvl="2" indent="-342900" algn="just" fontAlgn="base"/>
            <a:r>
              <a:rPr lang="fr-FR" sz="1667" dirty="0">
                <a:solidFill>
                  <a:srgbClr val="000000"/>
                </a:solidFill>
                <a:latin typeface="+mn-lt"/>
              </a:rPr>
              <a:t>Besoin flou et difficile à définir pour l’ensemble des acteurs</a:t>
            </a:r>
          </a:p>
          <a:p>
            <a:pPr marL="1252523" lvl="2" indent="-342900" algn="just" fontAlgn="base"/>
            <a:r>
              <a:rPr lang="fr-FR" sz="1667" dirty="0">
                <a:solidFill>
                  <a:srgbClr val="000000"/>
                </a:solidFill>
                <a:latin typeface="+mn-lt"/>
              </a:rPr>
              <a:t>Difficile à remplir pour les petites structures ou s’il y a des différences entre gestionnaire administratif ou opérationnel</a:t>
            </a:r>
          </a:p>
          <a:p>
            <a:pPr marL="1252523" lvl="2" indent="-342900" algn="just" fontAlgn="base"/>
            <a:r>
              <a:rPr lang="fr-FR" sz="1667" b="0" dirty="0">
                <a:solidFill>
                  <a:srgbClr val="C00000"/>
                </a:solidFill>
                <a:latin typeface="+mn-lt"/>
              </a:rPr>
              <a:t>Décision : conserve la liste actuelle de la BD TOPO mais besoin de l’enrichir (acteurs font leurs remontées) + optionnel dans le standard </a:t>
            </a:r>
          </a:p>
          <a:p>
            <a:pPr marL="1252523" lvl="2" indent="-342900" algn="just" fontAlgn="base"/>
            <a:endParaRPr lang="fr-FR" sz="1667" dirty="0">
              <a:solidFill>
                <a:srgbClr val="C00000"/>
              </a:solidFill>
              <a:latin typeface="+mn-lt"/>
            </a:endParaRPr>
          </a:p>
          <a:p>
            <a:pPr marL="952485" lvl="1" indent="-342900" algn="just" fontAlgn="base"/>
            <a:r>
              <a:rPr lang="fr-FR" sz="1867" dirty="0">
                <a:solidFill>
                  <a:srgbClr val="000000"/>
                </a:solidFill>
                <a:latin typeface="+mn-lt"/>
              </a:rPr>
              <a:t>Numéro de la route où se situe le tronçon</a:t>
            </a:r>
          </a:p>
          <a:p>
            <a:pPr marL="1252523" lvl="2" indent="-342900" algn="just" fontAlgn="base"/>
            <a:r>
              <a:rPr lang="fr-FR" sz="1667" dirty="0">
                <a:solidFill>
                  <a:srgbClr val="000000"/>
                </a:solidFill>
                <a:latin typeface="+mn-lt"/>
              </a:rPr>
              <a:t>Ok pour l’attribut tel que présent dans la V1 du standard MAIS vérifier avec le GT Routes la cohérence </a:t>
            </a:r>
            <a:r>
              <a:rPr lang="fr-FR" sz="1667" dirty="0">
                <a:solidFill>
                  <a:srgbClr val="000000"/>
                </a:solidFill>
                <a:latin typeface="+mn-lt"/>
                <a:sym typeface="Wingdings" panose="05000000000000000000" pitchFamily="2" charset="2"/>
              </a:rPr>
              <a:t> Le rapport du GT Routes ne va pas donner lieu de suite à un standard. C'est un ensemble de recommandations abstraites. Les travaux sont pris en compte au sein de la BD TOPO donc pas besoin de bilatérale avec ce GT</a:t>
            </a:r>
            <a:endParaRPr lang="fr-FR" sz="1667" dirty="0">
              <a:solidFill>
                <a:srgbClr val="000000"/>
              </a:solidFill>
              <a:latin typeface="+mn-lt"/>
            </a:endParaRPr>
          </a:p>
          <a:p>
            <a:pPr marL="1252523" lvl="2" indent="-342900" algn="just" fontAlgn="base"/>
            <a:r>
              <a:rPr lang="fr-FR" sz="1667" b="0" dirty="0">
                <a:solidFill>
                  <a:srgbClr val="C00000"/>
                </a:solidFill>
                <a:latin typeface="+mn-lt"/>
              </a:rPr>
              <a:t>Décision : conserve le format V1 // celui de la BD TOPO (texte libre)</a:t>
            </a:r>
          </a:p>
          <a:p>
            <a:pPr marL="909623" lvl="2" indent="0" algn="just" fontAlgn="base">
              <a:buNone/>
            </a:pPr>
            <a:endParaRPr lang="fr-FR" sz="1667" b="0" dirty="0">
              <a:solidFill>
                <a:srgbClr val="C00000"/>
              </a:solidFill>
              <a:latin typeface="+mn-lt"/>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10</a:t>
            </a:fld>
            <a:endParaRPr lang="fr-FR" sz="1000" b="1" dirty="0"/>
          </a:p>
        </p:txBody>
      </p:sp>
      <p:pic>
        <p:nvPicPr>
          <p:cNvPr id="11" name="Image 10">
            <a:extLst>
              <a:ext uri="{FF2B5EF4-FFF2-40B4-BE49-F238E27FC236}">
                <a16:creationId xmlns:a16="http://schemas.microsoft.com/office/drawing/2014/main" id="{E379764C-71CC-48FE-8D34-A40D934E713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99226" y="4924447"/>
            <a:ext cx="1005079" cy="1005079"/>
          </a:xfrm>
          <a:prstGeom prst="rect">
            <a:avLst/>
          </a:prstGeom>
          <a:ln>
            <a:noFill/>
          </a:ln>
        </p:spPr>
      </p:pic>
    </p:spTree>
    <p:extLst>
      <p:ext uri="{BB962C8B-B14F-4D97-AF65-F5344CB8AC3E}">
        <p14:creationId xmlns:p14="http://schemas.microsoft.com/office/powerpoint/2010/main" val="35095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Grands questionnements ateliers #1 &amp; #2</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77168" y="869069"/>
            <a:ext cx="12010932"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485" lvl="1" indent="-342900" algn="just" fontAlgn="base"/>
            <a:r>
              <a:rPr lang="fr-FR" sz="1867" dirty="0">
                <a:solidFill>
                  <a:srgbClr val="000000"/>
                </a:solidFill>
                <a:latin typeface="+mn-lt"/>
              </a:rPr>
              <a:t>Gestion Transports Exceptionnels</a:t>
            </a:r>
          </a:p>
          <a:p>
            <a:pPr marL="1252523" lvl="2" indent="-342900" algn="just" fontAlgn="base"/>
            <a:r>
              <a:rPr lang="fr-FR" sz="1667" dirty="0">
                <a:solidFill>
                  <a:srgbClr val="000000"/>
                </a:solidFill>
                <a:latin typeface="+mn-lt"/>
              </a:rPr>
              <a:t>Dans la V1, champs sur les transports exceptionnels</a:t>
            </a:r>
          </a:p>
          <a:p>
            <a:pPr marL="1252523" lvl="2" indent="-342900" algn="just" fontAlgn="base"/>
            <a:r>
              <a:rPr lang="fr-FR" sz="1667" dirty="0">
                <a:solidFill>
                  <a:srgbClr val="C00000"/>
                </a:solidFill>
                <a:latin typeface="+mn-lt"/>
              </a:rPr>
              <a:t>Décision : Informations dans la BD TE, pas de TE dans ce standard</a:t>
            </a:r>
          </a:p>
          <a:p>
            <a:pPr marL="952485" lvl="1" indent="-342900" algn="just" fontAlgn="base"/>
            <a:endParaRPr lang="fr-FR" sz="1867" dirty="0">
              <a:solidFill>
                <a:srgbClr val="000000"/>
              </a:solidFill>
              <a:latin typeface="+mn-lt"/>
            </a:endParaRPr>
          </a:p>
          <a:p>
            <a:pPr marL="952485" lvl="1" indent="-342900" algn="just" fontAlgn="base"/>
            <a:r>
              <a:rPr lang="fr-FR" sz="1867" dirty="0">
                <a:solidFill>
                  <a:srgbClr val="000000"/>
                </a:solidFill>
                <a:latin typeface="+mn-lt"/>
              </a:rPr>
              <a:t>Définition piste DFCI</a:t>
            </a:r>
          </a:p>
          <a:p>
            <a:pPr marL="1252523" lvl="2" indent="-342900" algn="just" fontAlgn="base"/>
            <a:r>
              <a:rPr lang="fr-FR" sz="1667" dirty="0">
                <a:solidFill>
                  <a:srgbClr val="000000"/>
                </a:solidFill>
                <a:latin typeface="+mn-lt"/>
              </a:rPr>
              <a:t>Bcp d’attributs qui renseignaient la même information </a:t>
            </a:r>
          </a:p>
          <a:p>
            <a:pPr marL="1252523" lvl="2" indent="-342900" algn="just" fontAlgn="base"/>
            <a:r>
              <a:rPr lang="fr-FR" sz="1667" b="0" dirty="0">
                <a:solidFill>
                  <a:srgbClr val="000000"/>
                </a:solidFill>
                <a:latin typeface="+mn-lt"/>
              </a:rPr>
              <a:t>Informations manquantes sur les servitudes</a:t>
            </a:r>
          </a:p>
          <a:p>
            <a:pPr marL="1252523" lvl="2" indent="-342900" algn="just" fontAlgn="base"/>
            <a:r>
              <a:rPr lang="fr-FR" sz="1667" dirty="0">
                <a:solidFill>
                  <a:srgbClr val="000000"/>
                </a:solidFill>
                <a:latin typeface="+mn-lt"/>
              </a:rPr>
              <a:t>Pas de définition commune sur ce qu’est une piste DFCI</a:t>
            </a:r>
          </a:p>
          <a:p>
            <a:pPr marL="1252523" lvl="2" indent="-342900" algn="just" fontAlgn="base"/>
            <a:r>
              <a:rPr lang="fr-FR" sz="1667" b="0" dirty="0">
                <a:solidFill>
                  <a:srgbClr val="C00000"/>
                </a:solidFill>
                <a:latin typeface="+mn-lt"/>
              </a:rPr>
              <a:t>Décision : Suivi des travaux de définition du GT </a:t>
            </a:r>
            <a:r>
              <a:rPr lang="fr-FR" sz="1667" dirty="0">
                <a:solidFill>
                  <a:srgbClr val="C00000"/>
                </a:solidFill>
                <a:latin typeface="+mn-lt"/>
              </a:rPr>
              <a:t>Servitude DFCI (diapo suivante)</a:t>
            </a:r>
          </a:p>
          <a:p>
            <a:pPr marL="1252523" lvl="2" indent="-342900" algn="just" fontAlgn="base"/>
            <a:endParaRPr lang="fr-FR" sz="1667" b="0" dirty="0">
              <a:solidFill>
                <a:srgbClr val="C00000"/>
              </a:solidFill>
              <a:latin typeface="+mn-lt"/>
            </a:endParaRPr>
          </a:p>
          <a:p>
            <a:pPr marL="952485" lvl="1" indent="-342900" algn="just" fontAlgn="base"/>
            <a:r>
              <a:rPr lang="fr-FR" sz="1867" dirty="0">
                <a:solidFill>
                  <a:srgbClr val="000000"/>
                </a:solidFill>
                <a:latin typeface="+mn-lt"/>
              </a:rPr>
              <a:t>Caractérisation des routes piste DFCI/Desserte forestière</a:t>
            </a:r>
          </a:p>
          <a:p>
            <a:pPr marL="1252523" lvl="2" indent="-342900" algn="just" fontAlgn="base"/>
            <a:r>
              <a:rPr lang="fr-FR" sz="1667" dirty="0">
                <a:solidFill>
                  <a:srgbClr val="000000"/>
                </a:solidFill>
                <a:latin typeface="+mn-lt"/>
              </a:rPr>
              <a:t>Une piste DFCI peut être une desserte forestière, l’inverse pas forcément</a:t>
            </a:r>
          </a:p>
          <a:p>
            <a:pPr marL="1252523" lvl="2" indent="-342900" algn="just" fontAlgn="base"/>
            <a:r>
              <a:rPr lang="fr-FR" sz="1667" dirty="0">
                <a:solidFill>
                  <a:srgbClr val="C00000"/>
                </a:solidFill>
                <a:latin typeface="+mn-lt"/>
              </a:rPr>
              <a:t>Décision : </a:t>
            </a:r>
            <a:r>
              <a:rPr lang="fr-FR" sz="1600" b="0" i="0" u="none" strike="noStrike" dirty="0">
                <a:solidFill>
                  <a:srgbClr val="C00000"/>
                </a:solidFill>
                <a:effectLst/>
                <a:latin typeface="+mn-lt"/>
              </a:rPr>
              <a:t>2 sujets distincts = 2 attributs distincts -&gt; 1 attribut Piste DFCI + 1 attribut Desserte forestière (diapo suivante) </a:t>
            </a:r>
            <a:r>
              <a:rPr lang="en-US" sz="1600" b="0" i="0" dirty="0">
                <a:solidFill>
                  <a:srgbClr val="C00000"/>
                </a:solidFill>
                <a:effectLst/>
                <a:latin typeface="+mn-lt"/>
              </a:rPr>
              <a:t>​</a:t>
            </a:r>
            <a:endParaRPr lang="en-US" sz="1400" b="0" i="0" dirty="0">
              <a:solidFill>
                <a:srgbClr val="C00000"/>
              </a:solidFill>
              <a:effectLst/>
              <a:latin typeface="+mn-lt"/>
            </a:endParaRPr>
          </a:p>
          <a:p>
            <a:pPr marL="1252523" lvl="2" indent="-342900" algn="just" fontAlgn="base"/>
            <a:endParaRPr lang="fr-FR" sz="1667" dirty="0">
              <a:solidFill>
                <a:srgbClr val="C00000"/>
              </a:solidFill>
              <a:latin typeface="+mn-lt"/>
            </a:endParaRPr>
          </a:p>
          <a:p>
            <a:pPr marL="1252523" lvl="2" indent="-342900" algn="just" fontAlgn="base"/>
            <a:endParaRPr lang="fr-FR" sz="1667" b="0" dirty="0">
              <a:solidFill>
                <a:srgbClr val="000000"/>
              </a:solidFill>
              <a:latin typeface="+mn-lt"/>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11</a:t>
            </a:fld>
            <a:endParaRPr lang="fr-FR" sz="1000" b="1" dirty="0"/>
          </a:p>
        </p:txBody>
      </p:sp>
      <p:pic>
        <p:nvPicPr>
          <p:cNvPr id="5" name="Image 4">
            <a:extLst>
              <a:ext uri="{FF2B5EF4-FFF2-40B4-BE49-F238E27FC236}">
                <a16:creationId xmlns:a16="http://schemas.microsoft.com/office/drawing/2014/main" id="{DDD22D44-A0CC-4C39-B98C-DEC30DF94C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42059" y="1778976"/>
            <a:ext cx="1089941" cy="1089941"/>
          </a:xfrm>
          <a:prstGeom prst="rect">
            <a:avLst/>
          </a:prstGeom>
        </p:spPr>
      </p:pic>
    </p:spTree>
    <p:extLst>
      <p:ext uri="{BB962C8B-B14F-4D97-AF65-F5344CB8AC3E}">
        <p14:creationId xmlns:p14="http://schemas.microsoft.com/office/powerpoint/2010/main" val="2605768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Création de nouveaux attributs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20092" y="1019656"/>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fontAlgn="base">
              <a:buNone/>
            </a:pPr>
            <a:r>
              <a:rPr lang="fr-FR" sz="1800" b="0" i="0" u="none" strike="noStrike" dirty="0">
                <a:solidFill>
                  <a:srgbClr val="000000"/>
                </a:solidFill>
                <a:effectLst/>
                <a:latin typeface="+mn-lt"/>
              </a:rPr>
              <a:t>« 2 sujets distincts = 2 attributs distincts -&gt; 1 attribut Piste DFCI + 1 attribut Desserte forestière » </a:t>
            </a:r>
            <a:r>
              <a:rPr lang="en-US" sz="1800" b="0" i="0" dirty="0">
                <a:solidFill>
                  <a:srgbClr val="000000"/>
                </a:solidFill>
                <a:effectLst/>
                <a:latin typeface="+mn-lt"/>
              </a:rPr>
              <a:t>​</a:t>
            </a:r>
            <a:endParaRPr lang="en-US" sz="1600" b="0" i="0" dirty="0">
              <a:solidFill>
                <a:srgbClr val="000000"/>
              </a:solidFill>
              <a:effectLst/>
              <a:latin typeface="+mn-lt"/>
            </a:endParaRPr>
          </a:p>
          <a:p>
            <a:pPr algn="ctr" rtl="0" fontAlgn="base"/>
            <a:endParaRPr lang="fr-FR" sz="1600" b="0" i="0" dirty="0">
              <a:solidFill>
                <a:srgbClr val="000000"/>
              </a:solidFill>
              <a:effectLst/>
              <a:latin typeface="+mn-lt"/>
            </a:endParaRPr>
          </a:p>
          <a:p>
            <a:pPr algn="l" rtl="0" fontAlgn="base">
              <a:buFont typeface="Arial" panose="020B0604020202020204" pitchFamily="34" charset="0"/>
              <a:buChar char="•"/>
            </a:pPr>
            <a:r>
              <a:rPr lang="fr-FR" sz="1800" b="1" i="0" u="none" strike="noStrike" dirty="0">
                <a:solidFill>
                  <a:srgbClr val="000000"/>
                </a:solidFill>
                <a:effectLst/>
                <a:latin typeface="+mn-lt"/>
              </a:rPr>
              <a:t>Réseau DFCI </a:t>
            </a:r>
            <a:r>
              <a:rPr lang="fr-FR" sz="1800" b="0" i="0" u="none" strike="noStrike" dirty="0">
                <a:solidFill>
                  <a:srgbClr val="000000"/>
                </a:solidFill>
                <a:effectLst/>
                <a:latin typeface="+mn-lt"/>
              </a:rPr>
              <a:t>(Liste) : </a:t>
            </a:r>
            <a:r>
              <a:rPr lang="fr-FR" sz="1800" b="0" i="1" u="none" strike="noStrike" dirty="0">
                <a:solidFill>
                  <a:srgbClr val="000000"/>
                </a:solidFill>
                <a:effectLst/>
                <a:latin typeface="+mn-lt"/>
              </a:rPr>
              <a:t>Voie utilisée pour la DFCI</a:t>
            </a:r>
            <a:r>
              <a:rPr lang="en-US" sz="1800" b="0" i="0" dirty="0">
                <a:solidFill>
                  <a:srgbClr val="000000"/>
                </a:solidFill>
                <a:effectLst/>
                <a:latin typeface="+mn-lt"/>
              </a:rPr>
              <a:t>​</a:t>
            </a:r>
            <a:endParaRPr lang="en-US" sz="1600" b="0" i="0" dirty="0">
              <a:solidFill>
                <a:srgbClr val="000000"/>
              </a:solidFill>
              <a:effectLst/>
              <a:latin typeface="+mn-lt"/>
            </a:endParaRPr>
          </a:p>
          <a:p>
            <a:pPr lvl="1" fontAlgn="base"/>
            <a:r>
              <a:rPr lang="fr-FR" sz="1600" b="0" i="1" u="none" strike="noStrike" dirty="0" err="1">
                <a:solidFill>
                  <a:srgbClr val="000000"/>
                </a:solidFill>
                <a:effectLst/>
                <a:latin typeface="+mn-lt"/>
              </a:rPr>
              <a:t>null</a:t>
            </a:r>
            <a:r>
              <a:rPr lang="fr-FR" sz="1600" b="0" i="0" u="none" strike="noStrike" dirty="0">
                <a:solidFill>
                  <a:srgbClr val="000000"/>
                </a:solidFill>
                <a:effectLst/>
                <a:latin typeface="+mn-lt"/>
              </a:rPr>
              <a:t> | Piste DFCI | Intérêt DFCI | autres voies DFCI</a:t>
            </a:r>
            <a:r>
              <a:rPr lang="en-US" sz="1600" b="0" i="0" dirty="0">
                <a:solidFill>
                  <a:srgbClr val="000000"/>
                </a:solidFill>
                <a:effectLst/>
                <a:latin typeface="+mn-lt"/>
              </a:rPr>
              <a:t>​</a:t>
            </a:r>
            <a:endParaRPr lang="en-US" sz="1400" b="0" i="0" dirty="0">
              <a:solidFill>
                <a:srgbClr val="000000"/>
              </a:solidFill>
              <a:effectLst/>
              <a:latin typeface="+mn-lt"/>
            </a:endParaRPr>
          </a:p>
          <a:p>
            <a:pPr lvl="1" fontAlgn="base"/>
            <a:r>
              <a:rPr lang="fr-FR" sz="1600" b="0" i="1" u="none" strike="noStrike" dirty="0">
                <a:solidFill>
                  <a:srgbClr val="000000"/>
                </a:solidFill>
                <a:effectLst/>
                <a:latin typeface="+mn-lt"/>
              </a:rPr>
              <a:t>(Voir définitions du GT servitude DFCI et articles de loi</a:t>
            </a:r>
            <a:r>
              <a:rPr lang="en-US" sz="1600" b="0" i="0" dirty="0">
                <a:solidFill>
                  <a:srgbClr val="000000"/>
                </a:solidFill>
                <a:effectLst/>
                <a:latin typeface="+mn-lt"/>
              </a:rPr>
              <a:t>)</a:t>
            </a:r>
            <a:endParaRPr lang="en-US" sz="1400" b="0" i="0" dirty="0">
              <a:solidFill>
                <a:srgbClr val="000000"/>
              </a:solidFill>
              <a:effectLst/>
              <a:latin typeface="+mn-lt"/>
            </a:endParaRPr>
          </a:p>
          <a:p>
            <a:pPr algn="l" rtl="0" fontAlgn="base">
              <a:buFont typeface="Arial" panose="020B0604020202020204" pitchFamily="34" charset="0"/>
              <a:buChar char="•"/>
            </a:pPr>
            <a:endParaRPr lang="fr-FR" sz="1600" b="0" i="0" dirty="0">
              <a:solidFill>
                <a:srgbClr val="000000"/>
              </a:solidFill>
              <a:effectLst/>
              <a:latin typeface="+mn-lt"/>
            </a:endParaRPr>
          </a:p>
          <a:p>
            <a:pPr algn="l" rtl="0" fontAlgn="base">
              <a:buFont typeface="Arial" panose="020B0604020202020204" pitchFamily="34" charset="0"/>
              <a:buChar char="•"/>
            </a:pPr>
            <a:endParaRPr lang="fr-FR" sz="1600" b="0" i="0" dirty="0">
              <a:solidFill>
                <a:srgbClr val="000000"/>
              </a:solidFill>
              <a:effectLst/>
              <a:latin typeface="+mn-lt"/>
            </a:endParaRPr>
          </a:p>
          <a:p>
            <a:pPr algn="l" rtl="0" fontAlgn="base">
              <a:buFont typeface="Arial" panose="020B0604020202020204" pitchFamily="34" charset="0"/>
              <a:buChar char="•"/>
            </a:pPr>
            <a:r>
              <a:rPr lang="fr-FR" sz="1800" b="1" i="0" u="none" strike="noStrike" dirty="0">
                <a:solidFill>
                  <a:srgbClr val="000000"/>
                </a:solidFill>
                <a:effectLst/>
                <a:latin typeface="+mn-lt"/>
              </a:rPr>
              <a:t>Réseau transport de bois </a:t>
            </a:r>
            <a:r>
              <a:rPr lang="fr-FR" sz="1800" b="0" i="0" u="none" strike="noStrike" dirty="0">
                <a:solidFill>
                  <a:srgbClr val="000000"/>
                </a:solidFill>
                <a:effectLst/>
                <a:latin typeface="+mn-lt"/>
              </a:rPr>
              <a:t>(liste) : </a:t>
            </a:r>
            <a:r>
              <a:rPr lang="fr-FR" sz="1800" b="0" i="1" u="none" strike="noStrike" dirty="0">
                <a:solidFill>
                  <a:srgbClr val="000000"/>
                </a:solidFill>
                <a:effectLst/>
                <a:latin typeface="+mn-lt"/>
              </a:rPr>
              <a:t>Voie utilisée par les professionnels pour la gestion des forêts ou l’accès aux ressources forestières</a:t>
            </a:r>
            <a:r>
              <a:rPr lang="fr-FR" sz="1800" b="0" i="0" dirty="0">
                <a:solidFill>
                  <a:srgbClr val="000000"/>
                </a:solidFill>
                <a:effectLst/>
                <a:latin typeface="+mn-lt"/>
              </a:rPr>
              <a:t>​</a:t>
            </a:r>
            <a:endParaRPr lang="fr-FR" sz="1600" b="0" i="0" dirty="0">
              <a:solidFill>
                <a:srgbClr val="000000"/>
              </a:solidFill>
              <a:effectLst/>
              <a:latin typeface="+mn-lt"/>
            </a:endParaRPr>
          </a:p>
          <a:p>
            <a:pPr lvl="1" fontAlgn="base"/>
            <a:r>
              <a:rPr lang="fr-FR" sz="1600" b="0" i="1" u="none" strike="noStrike" dirty="0" err="1">
                <a:solidFill>
                  <a:srgbClr val="000000"/>
                </a:solidFill>
                <a:effectLst/>
                <a:latin typeface="+mn-lt"/>
              </a:rPr>
              <a:t>null</a:t>
            </a:r>
            <a:r>
              <a:rPr lang="fr-FR" sz="1600" b="0" i="0" u="none" strike="noStrike" dirty="0">
                <a:solidFill>
                  <a:srgbClr val="000000"/>
                </a:solidFill>
                <a:effectLst/>
                <a:latin typeface="+mn-lt"/>
              </a:rPr>
              <a:t> | Desserte forestière | Itinéraire Bois Rond</a:t>
            </a:r>
            <a:r>
              <a:rPr lang="en-US" sz="1600" b="0" i="0" dirty="0">
                <a:solidFill>
                  <a:srgbClr val="000000"/>
                </a:solidFill>
                <a:effectLst/>
                <a:latin typeface="+mn-lt"/>
              </a:rPr>
              <a:t>​</a:t>
            </a:r>
          </a:p>
          <a:p>
            <a:pPr lvl="2" fontAlgn="base"/>
            <a:r>
              <a:rPr lang="en-US" sz="1400" b="0" dirty="0" err="1">
                <a:solidFill>
                  <a:srgbClr val="000000"/>
                </a:solidFill>
                <a:latin typeface="+mn-lt"/>
              </a:rPr>
              <a:t>Desserte</a:t>
            </a:r>
            <a:r>
              <a:rPr lang="en-US" sz="1400" b="0" dirty="0">
                <a:solidFill>
                  <a:srgbClr val="000000"/>
                </a:solidFill>
                <a:latin typeface="+mn-lt"/>
              </a:rPr>
              <a:t> </a:t>
            </a:r>
            <a:r>
              <a:rPr lang="en-US" sz="1400" b="0" dirty="0" err="1">
                <a:solidFill>
                  <a:srgbClr val="000000"/>
                </a:solidFill>
                <a:latin typeface="+mn-lt"/>
              </a:rPr>
              <a:t>forestière</a:t>
            </a:r>
            <a:r>
              <a:rPr lang="en-US" sz="1400" b="0" dirty="0">
                <a:solidFill>
                  <a:srgbClr val="000000"/>
                </a:solidFill>
                <a:latin typeface="+mn-lt"/>
              </a:rPr>
              <a:t> : </a:t>
            </a:r>
            <a:r>
              <a:rPr lang="en-US" sz="1400" b="0" i="1" dirty="0">
                <a:solidFill>
                  <a:srgbClr val="000000"/>
                </a:solidFill>
                <a:latin typeface="+mn-lt"/>
              </a:rPr>
              <a:t>Route </a:t>
            </a:r>
            <a:r>
              <a:rPr lang="en-US" sz="1400" b="0" i="1" dirty="0" err="1">
                <a:solidFill>
                  <a:srgbClr val="000000"/>
                </a:solidFill>
                <a:latin typeface="+mn-lt"/>
              </a:rPr>
              <a:t>forestière</a:t>
            </a:r>
            <a:r>
              <a:rPr lang="en-US" sz="1400" b="0" i="1" dirty="0">
                <a:solidFill>
                  <a:srgbClr val="000000"/>
                </a:solidFill>
                <a:latin typeface="+mn-lt"/>
              </a:rPr>
              <a:t> </a:t>
            </a:r>
            <a:r>
              <a:rPr lang="en-US" sz="1400" b="0" i="1" dirty="0" err="1">
                <a:solidFill>
                  <a:srgbClr val="000000"/>
                </a:solidFill>
                <a:latin typeface="+mn-lt"/>
              </a:rPr>
              <a:t>identifiée</a:t>
            </a:r>
            <a:r>
              <a:rPr lang="en-US" sz="1400" b="0" i="1" dirty="0">
                <a:solidFill>
                  <a:srgbClr val="000000"/>
                </a:solidFill>
                <a:latin typeface="+mn-lt"/>
              </a:rPr>
              <a:t> par les </a:t>
            </a:r>
            <a:r>
              <a:rPr lang="en-US" sz="1400" b="0" i="1" dirty="0" err="1">
                <a:solidFill>
                  <a:srgbClr val="000000"/>
                </a:solidFill>
                <a:latin typeface="+mn-lt"/>
              </a:rPr>
              <a:t>acteurs</a:t>
            </a:r>
            <a:r>
              <a:rPr lang="en-US" sz="1400" b="0" i="1" dirty="0">
                <a:solidFill>
                  <a:srgbClr val="000000"/>
                </a:solidFill>
                <a:latin typeface="+mn-lt"/>
              </a:rPr>
              <a:t> de la </a:t>
            </a:r>
            <a:r>
              <a:rPr lang="en-US" sz="1400" b="0" i="1" dirty="0" err="1">
                <a:solidFill>
                  <a:srgbClr val="000000"/>
                </a:solidFill>
                <a:latin typeface="+mn-lt"/>
              </a:rPr>
              <a:t>filière</a:t>
            </a:r>
            <a:r>
              <a:rPr lang="en-US" sz="1400" b="0" i="1" dirty="0">
                <a:solidFill>
                  <a:srgbClr val="000000"/>
                </a:solidFill>
                <a:latin typeface="+mn-lt"/>
              </a:rPr>
              <a:t> </a:t>
            </a:r>
            <a:r>
              <a:rPr lang="en-US" sz="1400" b="0" i="1" dirty="0" err="1">
                <a:solidFill>
                  <a:srgbClr val="000000"/>
                </a:solidFill>
                <a:latin typeface="+mn-lt"/>
              </a:rPr>
              <a:t>forêt-bois</a:t>
            </a:r>
            <a:r>
              <a:rPr lang="en-US" sz="1400" b="0" i="1" dirty="0">
                <a:solidFill>
                  <a:srgbClr val="000000"/>
                </a:solidFill>
                <a:latin typeface="+mn-lt"/>
              </a:rPr>
              <a:t> </a:t>
            </a:r>
            <a:r>
              <a:rPr lang="en-US" sz="1400" b="0" i="1" dirty="0" err="1">
                <a:solidFill>
                  <a:srgbClr val="000000"/>
                </a:solidFill>
                <a:latin typeface="+mn-lt"/>
              </a:rPr>
              <a:t>comme</a:t>
            </a:r>
            <a:r>
              <a:rPr lang="en-US" sz="1400" b="0" i="1" dirty="0">
                <a:solidFill>
                  <a:srgbClr val="000000"/>
                </a:solidFill>
                <a:latin typeface="+mn-lt"/>
              </a:rPr>
              <a:t> </a:t>
            </a:r>
            <a:r>
              <a:rPr lang="en-US" sz="1400" b="0" i="1" dirty="0" err="1">
                <a:solidFill>
                  <a:srgbClr val="000000"/>
                </a:solidFill>
                <a:latin typeface="+mn-lt"/>
              </a:rPr>
              <a:t>ayant</a:t>
            </a:r>
            <a:r>
              <a:rPr lang="en-US" sz="1400" b="0" i="1" dirty="0">
                <a:solidFill>
                  <a:srgbClr val="000000"/>
                </a:solidFill>
                <a:latin typeface="+mn-lt"/>
              </a:rPr>
              <a:t> un usage métier</a:t>
            </a:r>
          </a:p>
          <a:p>
            <a:pPr lvl="2" fontAlgn="base"/>
            <a:r>
              <a:rPr lang="fr-FR" sz="1400" b="0" dirty="0">
                <a:solidFill>
                  <a:srgbClr val="000000"/>
                </a:solidFill>
                <a:latin typeface="+mn-lt"/>
              </a:rPr>
              <a:t>I</a:t>
            </a:r>
            <a:r>
              <a:rPr lang="fr-FR" sz="1400" b="0" i="0" u="none" strike="noStrike" dirty="0">
                <a:solidFill>
                  <a:srgbClr val="000000"/>
                </a:solidFill>
                <a:effectLst/>
                <a:latin typeface="+mn-lt"/>
              </a:rPr>
              <a:t>tinéraire Bois Rond</a:t>
            </a:r>
            <a:r>
              <a:rPr lang="en-US" sz="1400" b="0" i="0" dirty="0">
                <a:solidFill>
                  <a:srgbClr val="000000"/>
                </a:solidFill>
                <a:effectLst/>
                <a:latin typeface="+mn-lt"/>
              </a:rPr>
              <a:t>​ : </a:t>
            </a:r>
            <a:r>
              <a:rPr lang="en-US" sz="1400" b="0" i="1" dirty="0" err="1">
                <a:solidFill>
                  <a:srgbClr val="000000"/>
                </a:solidFill>
                <a:effectLst/>
                <a:latin typeface="+mn-lt"/>
              </a:rPr>
              <a:t>Itinéraire</a:t>
            </a:r>
            <a:r>
              <a:rPr lang="en-US" sz="1400" b="0" i="1" dirty="0">
                <a:solidFill>
                  <a:srgbClr val="000000"/>
                </a:solidFill>
                <a:effectLst/>
                <a:latin typeface="+mn-lt"/>
              </a:rPr>
              <a:t> </a:t>
            </a:r>
            <a:r>
              <a:rPr lang="en-US" sz="1400" b="0" i="1" dirty="0" err="1">
                <a:solidFill>
                  <a:srgbClr val="000000"/>
                </a:solidFill>
                <a:effectLst/>
                <a:latin typeface="+mn-lt"/>
              </a:rPr>
              <a:t>autorisé</a:t>
            </a:r>
            <a:r>
              <a:rPr lang="en-US" sz="1400" b="0" i="1" dirty="0">
                <a:solidFill>
                  <a:srgbClr val="000000"/>
                </a:solidFill>
                <a:effectLst/>
                <a:latin typeface="+mn-lt"/>
              </a:rPr>
              <a:t> par </a:t>
            </a:r>
            <a:r>
              <a:rPr lang="en-US" sz="1400" b="0" i="1" dirty="0" err="1">
                <a:solidFill>
                  <a:srgbClr val="000000"/>
                </a:solidFill>
                <a:effectLst/>
                <a:latin typeface="+mn-lt"/>
              </a:rPr>
              <a:t>arrêté</a:t>
            </a:r>
            <a:r>
              <a:rPr lang="en-US" sz="1400" b="0" i="1" dirty="0">
                <a:solidFill>
                  <a:srgbClr val="000000"/>
                </a:solidFill>
                <a:effectLst/>
                <a:latin typeface="+mn-lt"/>
              </a:rPr>
              <a:t> </a:t>
            </a:r>
            <a:r>
              <a:rPr lang="en-US" sz="1400" b="0" i="1" dirty="0" err="1">
                <a:solidFill>
                  <a:srgbClr val="000000"/>
                </a:solidFill>
                <a:effectLst/>
                <a:latin typeface="+mn-lt"/>
              </a:rPr>
              <a:t>prefectoral</a:t>
            </a:r>
            <a:r>
              <a:rPr lang="en-US" sz="1400" b="0" i="1" dirty="0">
                <a:solidFill>
                  <a:srgbClr val="000000"/>
                </a:solidFill>
                <a:effectLst/>
                <a:latin typeface="+mn-lt"/>
              </a:rPr>
              <a:t> pour le transport de </a:t>
            </a:r>
            <a:r>
              <a:rPr lang="en-US" sz="1400" b="0" i="1" dirty="0" err="1">
                <a:solidFill>
                  <a:srgbClr val="000000"/>
                </a:solidFill>
                <a:effectLst/>
                <a:latin typeface="+mn-lt"/>
              </a:rPr>
              <a:t>bois</a:t>
            </a:r>
            <a:r>
              <a:rPr lang="en-US" sz="1400" b="0" i="1" dirty="0">
                <a:solidFill>
                  <a:srgbClr val="000000"/>
                </a:solidFill>
                <a:effectLst/>
                <a:latin typeface="+mn-lt"/>
              </a:rPr>
              <a:t> </a:t>
            </a:r>
            <a:r>
              <a:rPr lang="en-US" sz="1400" b="0" i="1" dirty="0" err="1">
                <a:solidFill>
                  <a:srgbClr val="000000"/>
                </a:solidFill>
                <a:effectLst/>
                <a:latin typeface="+mn-lt"/>
              </a:rPr>
              <a:t>ronds</a:t>
            </a:r>
            <a:endParaRPr lang="en-US" sz="1400" b="0" i="1" dirty="0">
              <a:solidFill>
                <a:srgbClr val="000000"/>
              </a:solidFill>
              <a:effectLst/>
              <a:latin typeface="+mn-lt"/>
            </a:endParaRPr>
          </a:p>
          <a:p>
            <a:pPr marL="809625" lvl="2" indent="0" fontAlgn="base">
              <a:buNone/>
            </a:pPr>
            <a:endParaRPr lang="en-US" sz="1400" b="0" i="1" dirty="0">
              <a:solidFill>
                <a:srgbClr val="000000"/>
              </a:solidFill>
              <a:effectLst/>
              <a:latin typeface="+mn-lt"/>
            </a:endParaRPr>
          </a:p>
          <a:p>
            <a:pPr lvl="1" fontAlgn="base"/>
            <a:r>
              <a:rPr lang="fr-FR" sz="1600" b="0" i="0" u="none" strike="noStrike" dirty="0">
                <a:solidFill>
                  <a:srgbClr val="000000"/>
                </a:solidFill>
                <a:effectLst/>
                <a:latin typeface="+mn-lt"/>
              </a:rPr>
              <a:t>(supprimerait le booléen ITBR dans le standard)</a:t>
            </a:r>
            <a:r>
              <a:rPr lang="en-US" sz="1600" b="0" i="0" dirty="0">
                <a:solidFill>
                  <a:srgbClr val="000000"/>
                </a:solidFill>
                <a:effectLst/>
                <a:latin typeface="+mn-lt"/>
              </a:rPr>
              <a:t>​</a:t>
            </a:r>
            <a:endParaRPr lang="en-US" sz="1400" b="0" i="0" dirty="0">
              <a:solidFill>
                <a:srgbClr val="000000"/>
              </a:solidFill>
              <a:effectLst/>
              <a:latin typeface="+mn-lt"/>
            </a:endParaRPr>
          </a:p>
          <a:p>
            <a:pPr lvl="1" fontAlgn="base"/>
            <a:r>
              <a:rPr lang="fr-FR" sz="1600" b="0" i="0" u="none" strike="noStrike" dirty="0">
                <a:solidFill>
                  <a:srgbClr val="000000"/>
                </a:solidFill>
                <a:effectLst/>
                <a:latin typeface="+mn-lt"/>
              </a:rPr>
              <a:t>Si le champ ITBR est définit, voir les autres attributs ITBR pour retrouver les informations d’autorisations</a:t>
            </a:r>
            <a:r>
              <a:rPr lang="en-US" sz="1600" b="0" i="0" dirty="0">
                <a:solidFill>
                  <a:srgbClr val="000000"/>
                </a:solidFill>
                <a:effectLst/>
                <a:latin typeface="+mn-lt"/>
              </a:rPr>
              <a:t>​</a:t>
            </a:r>
            <a:endParaRPr lang="en-US" sz="1400" b="0" i="0" dirty="0">
              <a:solidFill>
                <a:srgbClr val="000000"/>
              </a:solidFill>
              <a:effectLst/>
              <a:latin typeface="+mn-lt"/>
            </a:endParaRPr>
          </a:p>
          <a:p>
            <a:pPr marL="609585" lvl="1" indent="0" algn="just" fontAlgn="base">
              <a:buNone/>
            </a:pPr>
            <a:endParaRPr lang="fr-FR" sz="1867" b="0" dirty="0">
              <a:solidFill>
                <a:srgbClr val="000000"/>
              </a:solidFill>
              <a:latin typeface="+mn-lt"/>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12</a:t>
            </a:fld>
            <a:endParaRPr lang="fr-FR" sz="1000" b="1" dirty="0"/>
          </a:p>
        </p:txBody>
      </p:sp>
      <p:pic>
        <p:nvPicPr>
          <p:cNvPr id="6" name="Image 5">
            <a:extLst>
              <a:ext uri="{FF2B5EF4-FFF2-40B4-BE49-F238E27FC236}">
                <a16:creationId xmlns:a16="http://schemas.microsoft.com/office/drawing/2014/main" id="{08236EE4-83C1-4B67-BC76-7536FEA3A8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2034" y="301514"/>
            <a:ext cx="559932" cy="559932"/>
          </a:xfrm>
          <a:prstGeom prst="rect">
            <a:avLst/>
          </a:prstGeom>
        </p:spPr>
      </p:pic>
      <p:pic>
        <p:nvPicPr>
          <p:cNvPr id="11" name="Picture 9">
            <a:extLst>
              <a:ext uri="{FF2B5EF4-FFF2-40B4-BE49-F238E27FC236}">
                <a16:creationId xmlns:a16="http://schemas.microsoft.com/office/drawing/2014/main" id="{A3EB95F5-73EB-4F0D-B21D-34D37F9593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4072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Création de nouveaux attributs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20091" y="1076254"/>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buFont typeface="Arial" panose="020B0604020202020204" pitchFamily="34" charset="0"/>
              <a:buChar char="•"/>
            </a:pPr>
            <a:r>
              <a:rPr lang="fr-FR" sz="1800" b="1" i="0" u="none" strike="noStrike" dirty="0">
                <a:solidFill>
                  <a:srgbClr val="000000"/>
                </a:solidFill>
                <a:effectLst/>
                <a:latin typeface="+mn-lt"/>
              </a:rPr>
              <a:t>Accessibilité aux ensembles routiers </a:t>
            </a:r>
            <a:r>
              <a:rPr lang="fr-FR" sz="1800" b="0" i="0" u="none" strike="noStrike" dirty="0">
                <a:solidFill>
                  <a:srgbClr val="000000"/>
                </a:solidFill>
                <a:effectLst/>
                <a:latin typeface="+mn-lt"/>
              </a:rPr>
              <a:t>(Liste) : </a:t>
            </a:r>
            <a:r>
              <a:rPr lang="fr-FR" sz="1800" b="0" i="1" u="none" strike="noStrike" dirty="0">
                <a:solidFill>
                  <a:srgbClr val="000000"/>
                </a:solidFill>
                <a:effectLst/>
                <a:latin typeface="+mn-lt"/>
              </a:rPr>
              <a:t>Accessibilité maximum de la voie selon le type de véhicule</a:t>
            </a:r>
            <a:r>
              <a:rPr lang="fr-FR" sz="1800" b="0" i="0" dirty="0">
                <a:solidFill>
                  <a:srgbClr val="000000"/>
                </a:solidFill>
                <a:effectLst/>
                <a:latin typeface="Calibri" panose="020F0502020204030204" pitchFamily="34" charset="0"/>
              </a:rPr>
              <a:t>​</a:t>
            </a:r>
            <a:r>
              <a:rPr lang="en-US" sz="1800" b="0" i="0" dirty="0">
                <a:solidFill>
                  <a:srgbClr val="000000"/>
                </a:solidFill>
                <a:effectLst/>
                <a:latin typeface="+mn-lt"/>
              </a:rPr>
              <a:t>​</a:t>
            </a:r>
            <a:endParaRPr lang="en-US" sz="1600" b="0" i="0" dirty="0">
              <a:solidFill>
                <a:srgbClr val="000000"/>
              </a:solidFill>
              <a:effectLst/>
              <a:latin typeface="+mn-lt"/>
            </a:endParaRPr>
          </a:p>
          <a:p>
            <a:pPr lvl="1" fontAlgn="base"/>
            <a:r>
              <a:rPr lang="fr-FR" sz="1600" b="0" i="1" u="none" strike="noStrike" dirty="0" err="1">
                <a:solidFill>
                  <a:srgbClr val="000000"/>
                </a:solidFill>
                <a:effectLst/>
                <a:latin typeface="+mn-lt"/>
              </a:rPr>
              <a:t>null</a:t>
            </a:r>
            <a:r>
              <a:rPr lang="fr-FR" sz="1600" b="0" i="0" u="none" strike="noStrike" dirty="0">
                <a:solidFill>
                  <a:srgbClr val="000000"/>
                </a:solidFill>
                <a:effectLst/>
                <a:latin typeface="+mn-lt"/>
              </a:rPr>
              <a:t> | | Semi-remorque | Camion remorque​ | Grumier sans timon | Grumier avec timon | semi-remorque surbaissée | semi-remorque à fond mouvant</a:t>
            </a:r>
          </a:p>
          <a:p>
            <a:pPr lvl="2" fontAlgn="base"/>
            <a:r>
              <a:rPr lang="fr-FR" sz="1400" b="0" dirty="0">
                <a:solidFill>
                  <a:srgbClr val="000000"/>
                </a:solidFill>
                <a:effectLst/>
                <a:latin typeface="+mn-lt"/>
              </a:rPr>
              <a:t>Semi-remorque</a:t>
            </a:r>
            <a:r>
              <a:rPr lang="fr-FR" sz="1400" b="0" i="1" dirty="0">
                <a:solidFill>
                  <a:srgbClr val="000000"/>
                </a:solidFill>
                <a:effectLst/>
                <a:latin typeface="+mn-lt"/>
              </a:rPr>
              <a:t> : Véhicule articulé composé d’un tracteur routier et d’une semi-remorque (de type plateau ou forestier à berces) pour effectuer le transport de bois</a:t>
            </a:r>
          </a:p>
          <a:p>
            <a:pPr lvl="2" fontAlgn="base"/>
            <a:r>
              <a:rPr lang="fr-FR" sz="1400" b="0" dirty="0">
                <a:solidFill>
                  <a:srgbClr val="000000"/>
                </a:solidFill>
                <a:effectLst/>
                <a:latin typeface="+mn-lt"/>
              </a:rPr>
              <a:t>Camion remorque </a:t>
            </a:r>
            <a:r>
              <a:rPr lang="fr-FR" sz="1400" b="0" i="1" dirty="0">
                <a:solidFill>
                  <a:srgbClr val="000000"/>
                </a:solidFill>
                <a:effectLst/>
                <a:latin typeface="+mn-lt"/>
              </a:rPr>
              <a:t>: Train routier composé d’un camion et d’une remorque pour effectuer le transport de bois</a:t>
            </a:r>
          </a:p>
          <a:p>
            <a:pPr lvl="2" fontAlgn="base"/>
            <a:r>
              <a:rPr lang="fr-FR" sz="1400" b="0" dirty="0">
                <a:solidFill>
                  <a:srgbClr val="000000"/>
                </a:solidFill>
                <a:effectLst/>
                <a:latin typeface="+mn-lt"/>
              </a:rPr>
              <a:t>Grumier sans timon </a:t>
            </a:r>
            <a:r>
              <a:rPr lang="fr-FR" sz="1400" b="0" i="1" dirty="0">
                <a:solidFill>
                  <a:srgbClr val="000000"/>
                </a:solidFill>
                <a:effectLst/>
                <a:latin typeface="+mn-lt"/>
              </a:rPr>
              <a:t>: (également appelé fardier) : Ensemble constitué d'un avant-train (ou d’un tracteur forestier) et d’un arrière-train (remorque courte surmontée d’une berce, non équipée d’un timon) pour effectuer le transport de grumes (bois longs) ; la liaison entre la plate-forme avant et l'arrière-train est réalisée par la charge transportée </a:t>
            </a:r>
          </a:p>
          <a:p>
            <a:pPr lvl="2" fontAlgn="base"/>
            <a:r>
              <a:rPr lang="fr-FR" sz="1400" b="0" dirty="0">
                <a:solidFill>
                  <a:srgbClr val="000000"/>
                </a:solidFill>
                <a:effectLst/>
                <a:latin typeface="+mn-lt"/>
              </a:rPr>
              <a:t>Grumier avec timon </a:t>
            </a:r>
            <a:r>
              <a:rPr lang="fr-FR" sz="1400" b="0" i="1" dirty="0">
                <a:solidFill>
                  <a:srgbClr val="000000"/>
                </a:solidFill>
                <a:effectLst/>
                <a:latin typeface="+mn-lt"/>
              </a:rPr>
              <a:t>: Tracteur forestier équipé de berce(s) relié à la triqueballe (remorque courte surmontée d’une berce) par un timon d’attelage (pièce de métal solidaire du soubassement de carrosserie d'une remorque et reliée au crochet d'attelage par un anneau) pour effectuer le transport de grumes (bois longs)</a:t>
            </a:r>
          </a:p>
          <a:p>
            <a:pPr lvl="2" fontAlgn="base"/>
            <a:r>
              <a:rPr lang="fr-FR" sz="1400" b="0" dirty="0">
                <a:solidFill>
                  <a:srgbClr val="000000"/>
                </a:solidFill>
                <a:effectLst/>
                <a:latin typeface="+mn-lt"/>
              </a:rPr>
              <a:t>Semi-remorque surbaissée </a:t>
            </a:r>
            <a:r>
              <a:rPr lang="fr-FR" sz="1400" b="0" i="1" dirty="0">
                <a:solidFill>
                  <a:srgbClr val="000000"/>
                </a:solidFill>
                <a:effectLst/>
                <a:latin typeface="+mn-lt"/>
              </a:rPr>
              <a:t>: Véhicule articulé composé d’un tracteur routier et d’une semi-remorque surbaissée (de type porte-engin) pour effectuer le transport des engins forestiers</a:t>
            </a:r>
          </a:p>
          <a:p>
            <a:pPr lvl="2" fontAlgn="base"/>
            <a:r>
              <a:rPr lang="fr-FR" sz="1400" b="0" dirty="0">
                <a:solidFill>
                  <a:srgbClr val="000000"/>
                </a:solidFill>
                <a:effectLst/>
                <a:latin typeface="+mn-lt"/>
              </a:rPr>
              <a:t>Semi-remorque à fond mouvant </a:t>
            </a:r>
            <a:r>
              <a:rPr lang="fr-FR" sz="1400" b="0" i="1" dirty="0">
                <a:solidFill>
                  <a:srgbClr val="000000"/>
                </a:solidFill>
                <a:effectLst/>
                <a:latin typeface="+mn-lt"/>
              </a:rPr>
              <a:t>: Véhicule articulé composé d’un tracteur routier et d’une semi-remorque fermée avec parois latérales rigides (de type fourgon) pour effectuer le transport de plaquettes forestières</a:t>
            </a:r>
            <a:endParaRPr lang="fr-FR" sz="1400" b="0" i="0" u="none" strike="noStrike" dirty="0">
              <a:solidFill>
                <a:srgbClr val="000000"/>
              </a:solidFill>
              <a:effectLst/>
              <a:latin typeface="+mn-lt"/>
            </a:endParaRPr>
          </a:p>
          <a:p>
            <a:pPr lvl="1" fontAlgn="base"/>
            <a:r>
              <a:rPr lang="fr-FR" sz="1600" b="0" dirty="0">
                <a:solidFill>
                  <a:srgbClr val="000000"/>
                </a:solidFill>
                <a:latin typeface="+mn-lt"/>
              </a:rPr>
              <a:t>A faire évoluer/valider par les transporteurs</a:t>
            </a:r>
            <a:endParaRPr lang="fr-FR" sz="1600" b="0" i="0" u="none" strike="noStrike" dirty="0">
              <a:solidFill>
                <a:srgbClr val="000000"/>
              </a:solidFill>
              <a:effectLst/>
              <a:latin typeface="+mn-lt"/>
            </a:endParaRPr>
          </a:p>
          <a:p>
            <a:pPr algn="l" rtl="0" fontAlgn="base">
              <a:buFont typeface="Arial" panose="020B0604020202020204" pitchFamily="34" charset="0"/>
              <a:buChar char="•"/>
            </a:pPr>
            <a:endParaRPr lang="fr-FR" sz="1600" b="0" i="0" dirty="0">
              <a:solidFill>
                <a:srgbClr val="000000"/>
              </a:solidFill>
              <a:effectLst/>
              <a:latin typeface="+mn-lt"/>
            </a:endParaRPr>
          </a:p>
          <a:p>
            <a:pPr marL="609585" lvl="1" indent="0" algn="just" fontAlgn="base">
              <a:buNone/>
            </a:pPr>
            <a:endParaRPr lang="fr-FR" sz="1867" b="0" dirty="0">
              <a:solidFill>
                <a:srgbClr val="000000"/>
              </a:solidFill>
              <a:latin typeface="+mn-lt"/>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13</a:t>
            </a:fld>
            <a:endParaRPr lang="fr-FR" sz="1000" b="1" dirty="0"/>
          </a:p>
        </p:txBody>
      </p:sp>
      <p:pic>
        <p:nvPicPr>
          <p:cNvPr id="6" name="Image 5">
            <a:extLst>
              <a:ext uri="{FF2B5EF4-FFF2-40B4-BE49-F238E27FC236}">
                <a16:creationId xmlns:a16="http://schemas.microsoft.com/office/drawing/2014/main" id="{08236EE4-83C1-4B67-BC76-7536FEA3A8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72034" y="301514"/>
            <a:ext cx="559932" cy="559932"/>
          </a:xfrm>
          <a:prstGeom prst="rect">
            <a:avLst/>
          </a:prstGeom>
        </p:spPr>
      </p:pic>
      <p:sp>
        <p:nvSpPr>
          <p:cNvPr id="8" name="Rectangle 3">
            <a:extLst>
              <a:ext uri="{FF2B5EF4-FFF2-40B4-BE49-F238E27FC236}">
                <a16:creationId xmlns:a16="http://schemas.microsoft.com/office/drawing/2014/main" id="{BD6BFED6-65C1-4272-BD94-33C068D416CC}"/>
              </a:ext>
            </a:extLst>
          </p:cNvPr>
          <p:cNvSpPr>
            <a:spLocks noChangeArrowheads="1"/>
          </p:cNvSpPr>
          <p:nvPr/>
        </p:nvSpPr>
        <p:spPr bwMode="auto">
          <a:xfrm>
            <a:off x="668215" y="4178497"/>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4306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17 Attributs à valider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77168" y="869069"/>
            <a:ext cx="12010932"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485" lvl="1" indent="-342900" algn="just" fontAlgn="base"/>
            <a:r>
              <a:rPr lang="fr-FR" sz="1867" dirty="0">
                <a:solidFill>
                  <a:srgbClr val="000000"/>
                </a:solidFill>
                <a:latin typeface="+mn-lt"/>
              </a:rPr>
              <a:t>Poids total roulant autorisé maximal, Largeur maximale autorisée, Hauteur maximale autorisée, Longueur maximale autorisée</a:t>
            </a:r>
          </a:p>
          <a:p>
            <a:pPr marL="1252523" lvl="2" indent="-342900" algn="just" fontAlgn="base"/>
            <a:r>
              <a:rPr lang="fr-FR" sz="1667" dirty="0">
                <a:solidFill>
                  <a:srgbClr val="000000"/>
                </a:solidFill>
                <a:latin typeface="+mn-lt"/>
              </a:rPr>
              <a:t>Ya t’il des valeurs par défaut?</a:t>
            </a:r>
          </a:p>
          <a:p>
            <a:pPr marL="1252523" lvl="2" indent="-342900" algn="just" fontAlgn="base"/>
            <a:r>
              <a:rPr lang="fr-FR" sz="1667" b="0" dirty="0">
                <a:solidFill>
                  <a:srgbClr val="7030A0"/>
                </a:solidFill>
                <a:latin typeface="+mn-lt"/>
              </a:rPr>
              <a:t>Décision : GT doit voir les textes de lois en vigueur pour ces valeurs</a:t>
            </a:r>
            <a:endParaRPr lang="fr-FR" sz="1667" dirty="0">
              <a:solidFill>
                <a:srgbClr val="000000"/>
              </a:solidFill>
              <a:latin typeface="+mn-lt"/>
            </a:endParaRPr>
          </a:p>
          <a:p>
            <a:pPr marL="952485" lvl="1" indent="-342900" algn="just" fontAlgn="base"/>
            <a:endParaRPr lang="fr-FR" sz="1867" dirty="0">
              <a:solidFill>
                <a:srgbClr val="000000"/>
              </a:solidFill>
              <a:latin typeface="+mn-lt"/>
            </a:endParaRPr>
          </a:p>
          <a:p>
            <a:pPr marL="952485" lvl="1" indent="-342900" algn="just" fontAlgn="base"/>
            <a:r>
              <a:rPr lang="fr-FR" sz="1867" dirty="0">
                <a:solidFill>
                  <a:srgbClr val="000000"/>
                </a:solidFill>
                <a:latin typeface="+mn-lt"/>
              </a:rPr>
              <a:t>Restriction saisonnière</a:t>
            </a:r>
          </a:p>
          <a:p>
            <a:pPr marL="1252523" lvl="2" indent="-342900" algn="just" fontAlgn="base"/>
            <a:r>
              <a:rPr lang="fr-FR" sz="1600" dirty="0">
                <a:solidFill>
                  <a:srgbClr val="000000"/>
                </a:solidFill>
                <a:latin typeface="+mn-lt"/>
              </a:rPr>
              <a:t>Besoin pour la FB</a:t>
            </a:r>
          </a:p>
          <a:p>
            <a:pPr marL="1252523" lvl="2" indent="-342900" algn="just" fontAlgn="base"/>
            <a:r>
              <a:rPr lang="fr-FR" sz="1600" b="0" dirty="0">
                <a:solidFill>
                  <a:srgbClr val="7030A0"/>
                </a:solidFill>
                <a:latin typeface="+mn-lt"/>
              </a:rPr>
              <a:t>Décision : notion de temporalité qui ne peut pas être portée par le standard. C'est la DDT qui maj cette information dans NaviForest. La modalité de remontée d'information sera décidée au niveau du GT2 (ce standard n'est pas concerné)  </a:t>
            </a:r>
          </a:p>
          <a:p>
            <a:pPr marL="1252523" lvl="2" indent="-342900" algn="just" fontAlgn="base"/>
            <a:r>
              <a:rPr lang="fr-FR" sz="1600" dirty="0">
                <a:solidFill>
                  <a:srgbClr val="7030A0"/>
                </a:solidFill>
                <a:latin typeface="+mn-lt"/>
              </a:rPr>
              <a:t>Décision #2 : </a:t>
            </a:r>
            <a:r>
              <a:rPr lang="fr-FR" sz="1600" b="0" dirty="0">
                <a:solidFill>
                  <a:srgbClr val="7030A0"/>
                </a:solidFill>
                <a:latin typeface="+mn-lt"/>
              </a:rPr>
              <a:t>supprimer ou mettre en optionnel? Inclure dans le standard pour que ca corresponde au </a:t>
            </a:r>
            <a:r>
              <a:rPr lang="fr-FR" sz="1600" b="0" dirty="0" err="1">
                <a:solidFill>
                  <a:srgbClr val="7030A0"/>
                </a:solidFill>
                <a:latin typeface="+mn-lt"/>
              </a:rPr>
              <a:t>json</a:t>
            </a:r>
            <a:r>
              <a:rPr lang="fr-FR" sz="1600" b="0" dirty="0">
                <a:solidFill>
                  <a:srgbClr val="7030A0"/>
                </a:solidFill>
                <a:latin typeface="+mn-lt"/>
              </a:rPr>
              <a:t> de la BD TOPO? </a:t>
            </a:r>
            <a:r>
              <a:rPr lang="fr-FR" sz="1600" dirty="0">
                <a:solidFill>
                  <a:srgbClr val="7030A0"/>
                </a:solidFill>
                <a:latin typeface="+mn-lt"/>
              </a:rPr>
              <a:t>S</a:t>
            </a:r>
            <a:r>
              <a:rPr lang="fr-FR" sz="1600" b="0" dirty="0">
                <a:solidFill>
                  <a:srgbClr val="7030A0"/>
                </a:solidFill>
                <a:latin typeface="+mn-lt"/>
              </a:rPr>
              <a:t>i conservé en optionnel, voir à inclure en ponctuel contrainte plutôt</a:t>
            </a:r>
          </a:p>
          <a:p>
            <a:pPr marL="1252523" lvl="2" indent="-342900" algn="just" fontAlgn="base"/>
            <a:endParaRPr lang="fr-FR" sz="1667" dirty="0">
              <a:solidFill>
                <a:srgbClr val="000000"/>
              </a:solidFill>
              <a:latin typeface="+mn-lt"/>
            </a:endParaRPr>
          </a:p>
          <a:p>
            <a:pPr marL="909623" lvl="2" indent="0" algn="just" fontAlgn="base">
              <a:buNone/>
            </a:pPr>
            <a:endParaRPr lang="fr-FR" sz="1667" b="0" dirty="0">
              <a:solidFill>
                <a:srgbClr val="C00000"/>
              </a:solidFill>
              <a:latin typeface="+mn-lt"/>
            </a:endParaRPr>
          </a:p>
          <a:p>
            <a:pPr marL="1252523" lvl="2" indent="-342900" algn="just" fontAlgn="base"/>
            <a:endParaRPr lang="fr-FR" sz="1667" b="0" dirty="0">
              <a:solidFill>
                <a:srgbClr val="C00000"/>
              </a:solidFill>
              <a:latin typeface="+mn-lt"/>
            </a:endParaRPr>
          </a:p>
          <a:p>
            <a:pPr marL="1252523" lvl="2" indent="-342900" algn="just" fontAlgn="base"/>
            <a:endParaRPr lang="fr-FR" sz="1667" dirty="0">
              <a:solidFill>
                <a:srgbClr val="C00000"/>
              </a:solidFill>
              <a:latin typeface="+mn-lt"/>
            </a:endParaRPr>
          </a:p>
          <a:p>
            <a:pPr marL="1252523" lvl="2" indent="-342900" algn="just" fontAlgn="base"/>
            <a:endParaRPr lang="fr-FR" sz="1667" b="0" dirty="0">
              <a:solidFill>
                <a:srgbClr val="000000"/>
              </a:solidFill>
              <a:latin typeface="+mn-lt"/>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14</a:t>
            </a:fld>
            <a:endParaRPr lang="fr-FR" sz="1000" b="1" dirty="0"/>
          </a:p>
        </p:txBody>
      </p:sp>
      <p:pic>
        <p:nvPicPr>
          <p:cNvPr id="11" name="Image 10">
            <a:extLst>
              <a:ext uri="{FF2B5EF4-FFF2-40B4-BE49-F238E27FC236}">
                <a16:creationId xmlns:a16="http://schemas.microsoft.com/office/drawing/2014/main" id="{015BF8B6-D26A-4B32-ADB6-EBF691F2B1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52000" y="160891"/>
            <a:ext cx="633387" cy="633387"/>
          </a:xfrm>
          <a:prstGeom prst="rect">
            <a:avLst/>
          </a:prstGeom>
        </p:spPr>
      </p:pic>
    </p:spTree>
    <p:extLst>
      <p:ext uri="{BB962C8B-B14F-4D97-AF65-F5344CB8AC3E}">
        <p14:creationId xmlns:p14="http://schemas.microsoft.com/office/powerpoint/2010/main" val="316234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17 Attributs à valider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577168" y="674058"/>
            <a:ext cx="12010932"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485" lvl="1" indent="-342900" algn="just" fontAlgn="base"/>
            <a:r>
              <a:rPr lang="fr-FR" sz="1867" dirty="0">
                <a:solidFill>
                  <a:srgbClr val="000000"/>
                </a:solidFill>
                <a:latin typeface="+mn-lt"/>
              </a:rPr>
              <a:t>Type de revêtement</a:t>
            </a:r>
          </a:p>
          <a:p>
            <a:pPr marL="1252523" lvl="2" indent="-342900" algn="just" fontAlgn="base"/>
            <a:r>
              <a:rPr lang="fr-FR" sz="1667" dirty="0">
                <a:solidFill>
                  <a:srgbClr val="000000"/>
                </a:solidFill>
                <a:latin typeface="+mn-lt"/>
              </a:rPr>
              <a:t>Pas de définitions communes nationales </a:t>
            </a:r>
          </a:p>
          <a:p>
            <a:pPr marL="1252523" lvl="2" indent="-342900" algn="just" fontAlgn="base"/>
            <a:r>
              <a:rPr lang="fr-FR" sz="1667" dirty="0">
                <a:solidFill>
                  <a:srgbClr val="7030A0"/>
                </a:solidFill>
                <a:latin typeface="+mn-lt"/>
              </a:rPr>
              <a:t>Décision : ok pour récupérer l'attribut BDTOPO « NATURE »</a:t>
            </a:r>
          </a:p>
          <a:p>
            <a:pPr marL="1252523" lvl="2" indent="-342900" algn="just" fontAlgn="base"/>
            <a:r>
              <a:rPr lang="fr-FR" sz="1667" dirty="0">
                <a:solidFill>
                  <a:srgbClr val="7030A0"/>
                </a:solidFill>
                <a:latin typeface="+mn-lt"/>
              </a:rPr>
              <a:t>Décision #2 : mais il faut ajouter/préciser dans les </a:t>
            </a:r>
            <a:r>
              <a:rPr lang="fr-FR" sz="1667" dirty="0" err="1">
                <a:solidFill>
                  <a:srgbClr val="7030A0"/>
                </a:solidFill>
                <a:latin typeface="+mn-lt"/>
              </a:rPr>
              <a:t>specs</a:t>
            </a:r>
            <a:r>
              <a:rPr lang="fr-FR" sz="1667" dirty="0">
                <a:solidFill>
                  <a:srgbClr val="7030A0"/>
                </a:solidFill>
                <a:latin typeface="+mn-lt"/>
              </a:rPr>
              <a:t> BDTOPO une description + détaillée de l'attribut </a:t>
            </a:r>
          </a:p>
          <a:p>
            <a:pPr marL="1252523" lvl="2" indent="-342900" algn="just" fontAlgn="base"/>
            <a:r>
              <a:rPr lang="fr-FR" sz="1667" dirty="0">
                <a:solidFill>
                  <a:srgbClr val="7030A0"/>
                </a:solidFill>
                <a:latin typeface="+mn-lt"/>
              </a:rPr>
              <a:t>Dans le standard préciser : </a:t>
            </a:r>
          </a:p>
          <a:p>
            <a:pPr marL="1866885" lvl="3" indent="-342900" algn="just" fontAlgn="base"/>
            <a:r>
              <a:rPr lang="fr-FR" sz="1667" dirty="0">
                <a:solidFill>
                  <a:srgbClr val="7030A0"/>
                </a:solidFill>
                <a:latin typeface="+mn-lt"/>
              </a:rPr>
              <a:t>Revêtu -&gt; Route à 1 chaussée</a:t>
            </a:r>
          </a:p>
          <a:p>
            <a:pPr marL="1866885" lvl="3" indent="-342900" algn="just" fontAlgn="base"/>
            <a:r>
              <a:rPr lang="fr-FR" sz="1667" dirty="0">
                <a:solidFill>
                  <a:srgbClr val="7030A0"/>
                </a:solidFill>
                <a:latin typeface="+mn-lt"/>
              </a:rPr>
              <a:t>Empierré -&gt; Route empierrée</a:t>
            </a:r>
          </a:p>
          <a:p>
            <a:pPr marL="1866885" lvl="3" indent="-342900" algn="just" fontAlgn="base"/>
            <a:r>
              <a:rPr lang="fr-FR" sz="1667" dirty="0">
                <a:solidFill>
                  <a:srgbClr val="7030A0"/>
                </a:solidFill>
                <a:latin typeface="+mn-lt"/>
              </a:rPr>
              <a:t>Terrain naturel -&gt; Chemin</a:t>
            </a:r>
          </a:p>
          <a:p>
            <a:pPr marL="1866885" lvl="3" indent="-342900" algn="just" fontAlgn="base"/>
            <a:endParaRPr lang="fr-FR" sz="1667" dirty="0">
              <a:solidFill>
                <a:srgbClr val="7030A0"/>
              </a:solidFill>
            </a:endParaRPr>
          </a:p>
          <a:p>
            <a:pPr marL="952485" lvl="1" indent="-342900" algn="just" fontAlgn="base"/>
            <a:r>
              <a:rPr lang="fr-FR" sz="1867" dirty="0">
                <a:solidFill>
                  <a:srgbClr val="000000"/>
                </a:solidFill>
                <a:latin typeface="+mn-lt"/>
              </a:rPr>
              <a:t>Retex des éléments DFCI dans la BD TOPO (11 attributs)</a:t>
            </a:r>
          </a:p>
          <a:p>
            <a:pPr marL="1252523" lvl="2" indent="-342900" algn="just" fontAlgn="base"/>
            <a:r>
              <a:rPr lang="fr-FR" sz="1667" dirty="0">
                <a:solidFill>
                  <a:srgbClr val="000000"/>
                </a:solidFill>
                <a:latin typeface="+mn-lt"/>
              </a:rPr>
              <a:t>Evolution de certains linéaires DFCI en ponctuels</a:t>
            </a:r>
          </a:p>
          <a:p>
            <a:pPr marL="1866885" lvl="3" indent="-342900" algn="just" fontAlgn="base"/>
            <a:r>
              <a:rPr lang="fr-FR" sz="1667" dirty="0">
                <a:solidFill>
                  <a:srgbClr val="000000"/>
                </a:solidFill>
                <a:latin typeface="+mn-lt"/>
              </a:rPr>
              <a:t>Pour </a:t>
            </a:r>
            <a:r>
              <a:rPr lang="fr-FR" sz="1667" dirty="0" err="1">
                <a:solidFill>
                  <a:srgbClr val="000000"/>
                </a:solidFill>
                <a:latin typeface="+mn-lt"/>
              </a:rPr>
              <a:t>NexSIS</a:t>
            </a:r>
            <a:r>
              <a:rPr lang="fr-FR" sz="1667" dirty="0">
                <a:solidFill>
                  <a:srgbClr val="000000"/>
                </a:solidFill>
                <a:latin typeface="+mn-lt"/>
              </a:rPr>
              <a:t>, l’ANSC avait fournit une liste des attributs DFCI à mettre dans la BD TOPO et modifications possibles dans le linéaire seulement</a:t>
            </a:r>
          </a:p>
          <a:p>
            <a:pPr marL="1866885" lvl="3" indent="-342900" algn="just" fontAlgn="base"/>
            <a:r>
              <a:rPr lang="fr-FR" sz="1667" dirty="0">
                <a:solidFill>
                  <a:srgbClr val="000000"/>
                </a:solidFill>
                <a:latin typeface="+mn-lt"/>
              </a:rPr>
              <a:t>Pb : bcp de SDIS gère certains éléments en ponctuel et pas en linéaires</a:t>
            </a:r>
          </a:p>
          <a:p>
            <a:pPr marL="1866885" lvl="3" indent="-342900" algn="just" fontAlgn="base"/>
            <a:r>
              <a:rPr lang="fr-FR" sz="1667" dirty="0">
                <a:solidFill>
                  <a:srgbClr val="7030A0"/>
                </a:solidFill>
                <a:latin typeface="+mn-lt"/>
              </a:rPr>
              <a:t>Décision : passer certains attributs en linéaires (ANSC ok, on doit lui fournir la liste avant validation du standard)</a:t>
            </a:r>
          </a:p>
          <a:p>
            <a:pPr marL="1252523" lvl="2" indent="-342900" algn="just" fontAlgn="base"/>
            <a:r>
              <a:rPr lang="fr-FR" sz="1667" dirty="0">
                <a:solidFill>
                  <a:srgbClr val="000000"/>
                </a:solidFill>
                <a:latin typeface="+mn-lt"/>
              </a:rPr>
              <a:t>Suppression de certains éléments DFCI non-utiles </a:t>
            </a:r>
          </a:p>
          <a:p>
            <a:pPr marL="1866885" lvl="3" indent="-342900" algn="just" fontAlgn="base"/>
            <a:r>
              <a:rPr lang="fr-FR" sz="1667" dirty="0">
                <a:solidFill>
                  <a:srgbClr val="7030A0"/>
                </a:solidFill>
                <a:latin typeface="+mn-lt"/>
              </a:rPr>
              <a:t>Décision : suppression (ANSC ok, on doit lui fournir la liste avant validation du standard)</a:t>
            </a:r>
          </a:p>
          <a:p>
            <a:pPr marL="1866885" lvl="3" indent="-342900" algn="just" fontAlgn="base"/>
            <a:endParaRPr lang="fr-FR" sz="1667" dirty="0">
              <a:solidFill>
                <a:srgbClr val="7030A0"/>
              </a:solidFill>
              <a:latin typeface="+mn-lt"/>
            </a:endParaRPr>
          </a:p>
          <a:p>
            <a:pPr marL="1866885" lvl="3" indent="-342900" algn="just" fontAlgn="base"/>
            <a:endParaRPr lang="fr-FR" sz="1667" dirty="0">
              <a:solidFill>
                <a:srgbClr val="7030A0"/>
              </a:solidFill>
              <a:latin typeface="+mn-lt"/>
            </a:endParaRPr>
          </a:p>
          <a:p>
            <a:pPr marL="1252523" lvl="2" indent="-342900" algn="just" fontAlgn="base"/>
            <a:endParaRPr lang="fr-FR" sz="1667" dirty="0">
              <a:solidFill>
                <a:srgbClr val="000000"/>
              </a:solidFill>
              <a:latin typeface="+mn-lt"/>
            </a:endParaRPr>
          </a:p>
          <a:p>
            <a:pPr marL="909623" lvl="2" indent="0" algn="just" fontAlgn="base">
              <a:buNone/>
            </a:pPr>
            <a:endParaRPr lang="fr-FR" sz="1667" b="0" dirty="0">
              <a:solidFill>
                <a:srgbClr val="C00000"/>
              </a:solidFill>
              <a:latin typeface="+mn-lt"/>
            </a:endParaRPr>
          </a:p>
          <a:p>
            <a:pPr marL="1252523" lvl="2" indent="-342900" algn="just" fontAlgn="base"/>
            <a:endParaRPr lang="fr-FR" sz="1667" b="0" dirty="0">
              <a:solidFill>
                <a:srgbClr val="C00000"/>
              </a:solidFill>
              <a:latin typeface="+mn-lt"/>
            </a:endParaRPr>
          </a:p>
          <a:p>
            <a:pPr marL="1252523" lvl="2" indent="-342900" algn="just" fontAlgn="base"/>
            <a:endParaRPr lang="fr-FR" sz="1667" dirty="0">
              <a:solidFill>
                <a:srgbClr val="C00000"/>
              </a:solidFill>
              <a:latin typeface="+mn-lt"/>
            </a:endParaRPr>
          </a:p>
          <a:p>
            <a:pPr marL="1252523" lvl="2" indent="-342900" algn="just" fontAlgn="base"/>
            <a:endParaRPr lang="fr-FR" sz="1667" b="0" dirty="0">
              <a:solidFill>
                <a:srgbClr val="000000"/>
              </a:solidFill>
              <a:latin typeface="+mn-lt"/>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15</a:t>
            </a:fld>
            <a:endParaRPr lang="fr-FR" sz="1000" b="1" dirty="0"/>
          </a:p>
        </p:txBody>
      </p:sp>
      <p:pic>
        <p:nvPicPr>
          <p:cNvPr id="11" name="Image 10">
            <a:extLst>
              <a:ext uri="{FF2B5EF4-FFF2-40B4-BE49-F238E27FC236}">
                <a16:creationId xmlns:a16="http://schemas.microsoft.com/office/drawing/2014/main" id="{015BF8B6-D26A-4B32-ADB6-EBF691F2B1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52000" y="160891"/>
            <a:ext cx="633387" cy="633387"/>
          </a:xfrm>
          <a:prstGeom prst="rect">
            <a:avLst/>
          </a:prstGeom>
        </p:spPr>
      </p:pic>
    </p:spTree>
    <p:extLst>
      <p:ext uri="{BB962C8B-B14F-4D97-AF65-F5344CB8AC3E}">
        <p14:creationId xmlns:p14="http://schemas.microsoft.com/office/powerpoint/2010/main" val="743817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4659" y="368683"/>
            <a:ext cx="9575076" cy="425595"/>
          </a:xfrm>
        </p:spPr>
        <p:txBody>
          <a:bodyPr vert="horz" lIns="91440" tIns="45720" rIns="91440" bIns="45720" rtlCol="0" anchor="ctr" anchorCtr="0">
            <a:noAutofit/>
          </a:bodyPr>
          <a:lstStyle/>
          <a:p>
            <a:pPr algn="ctr"/>
            <a:r>
              <a:rPr lang="fr-FR" dirty="0"/>
              <a:t>A venir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199709" y="908289"/>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rtl="0" fontAlgn="base">
              <a:buFont typeface="Arial" panose="020B0604020202020204" pitchFamily="34" charset="0"/>
              <a:buChar char="•"/>
            </a:pPr>
            <a:r>
              <a:rPr lang="fr-FR" sz="1800" b="0" i="0" dirty="0">
                <a:solidFill>
                  <a:srgbClr val="000000"/>
                </a:solidFill>
                <a:effectLst/>
                <a:latin typeface="Marianne" panose="02000000000000000000" pitchFamily="50" charset="0"/>
              </a:rPr>
              <a:t>Discussion et décisions avec autres acteurs que le GT Dessertes</a:t>
            </a:r>
          </a:p>
          <a:p>
            <a:pPr lvl="1" algn="just" fontAlgn="base"/>
            <a:r>
              <a:rPr lang="fr-FR" sz="1400" i="0" dirty="0">
                <a:solidFill>
                  <a:srgbClr val="000000"/>
                </a:solidFill>
                <a:effectLst/>
                <a:latin typeface="Marianne" panose="02000000000000000000" pitchFamily="50" charset="0"/>
              </a:rPr>
              <a:t>ANSC</a:t>
            </a:r>
            <a:r>
              <a:rPr lang="fr-FR" sz="1400" b="0" i="0" dirty="0">
                <a:solidFill>
                  <a:srgbClr val="000000"/>
                </a:solidFill>
                <a:effectLst/>
                <a:latin typeface="Marianne" panose="02000000000000000000" pitchFamily="50" charset="0"/>
              </a:rPr>
              <a:t> (Fournir une liste des modifications potentielles des </a:t>
            </a:r>
            <a:r>
              <a:rPr lang="fr-FR" sz="1400" b="0" i="0" dirty="0" err="1">
                <a:solidFill>
                  <a:srgbClr val="000000"/>
                </a:solidFill>
                <a:effectLst/>
                <a:latin typeface="Marianne" panose="02000000000000000000" pitchFamily="50" charset="0"/>
              </a:rPr>
              <a:t>specs</a:t>
            </a:r>
            <a:r>
              <a:rPr lang="fr-FR" sz="1400" b="0" i="0" dirty="0">
                <a:solidFill>
                  <a:srgbClr val="000000"/>
                </a:solidFill>
                <a:effectLst/>
                <a:latin typeface="Marianne" panose="02000000000000000000" pitchFamily="50" charset="0"/>
              </a:rPr>
              <a:t> DFCI précédemment présentes dans la BD TOPO)</a:t>
            </a:r>
          </a:p>
          <a:p>
            <a:pPr lvl="1" algn="just" fontAlgn="base"/>
            <a:r>
              <a:rPr lang="fr-FR" sz="1400" dirty="0">
                <a:solidFill>
                  <a:srgbClr val="000000"/>
                </a:solidFill>
                <a:latin typeface="Marianne" panose="02000000000000000000" pitchFamily="50" charset="0"/>
              </a:rPr>
              <a:t>T</a:t>
            </a:r>
            <a:r>
              <a:rPr lang="fr-FR" sz="1400" i="0" dirty="0">
                <a:solidFill>
                  <a:srgbClr val="000000"/>
                </a:solidFill>
                <a:effectLst/>
                <a:latin typeface="Marianne" panose="02000000000000000000" pitchFamily="50" charset="0"/>
              </a:rPr>
              <a:t>ransporteurs de bois </a:t>
            </a:r>
            <a:r>
              <a:rPr lang="fr-FR" sz="1400" b="0" i="0" dirty="0">
                <a:solidFill>
                  <a:srgbClr val="000000"/>
                </a:solidFill>
                <a:effectLst/>
                <a:latin typeface="Marianne" panose="02000000000000000000" pitchFamily="50" charset="0"/>
              </a:rPr>
              <a:t>(Liste à définir pour l’attribut “Accessibilité aux ensembles routiers” + Proposition de gestion de la temporalité )</a:t>
            </a:r>
            <a:endParaRPr lang="fr-FR" sz="1400" b="0" dirty="0">
              <a:solidFill>
                <a:srgbClr val="000000"/>
              </a:solidFill>
              <a:latin typeface="Marianne" panose="02000000000000000000" pitchFamily="50" charset="0"/>
            </a:endParaRPr>
          </a:p>
          <a:p>
            <a:pPr lvl="1" algn="just" fontAlgn="base"/>
            <a:r>
              <a:rPr lang="fr-FR" sz="1400" i="0" dirty="0">
                <a:solidFill>
                  <a:srgbClr val="000000"/>
                </a:solidFill>
                <a:effectLst/>
                <a:latin typeface="Marianne" panose="02000000000000000000" pitchFamily="50" charset="0"/>
              </a:rPr>
              <a:t>GT Servitude </a:t>
            </a:r>
            <a:r>
              <a:rPr lang="fr-FR" sz="1400" b="0" i="0" dirty="0">
                <a:solidFill>
                  <a:srgbClr val="000000"/>
                </a:solidFill>
                <a:effectLst/>
                <a:latin typeface="Marianne" panose="02000000000000000000" pitchFamily="50" charset="0"/>
              </a:rPr>
              <a:t>(Définir notre attribut “Réseau DFCI” en conformité avec leur définition afin d’assurer une cohérence)</a:t>
            </a:r>
          </a:p>
          <a:p>
            <a:pPr lvl="1" algn="just" fontAlgn="base"/>
            <a:r>
              <a:rPr lang="fr-FR" sz="1400" i="0" dirty="0">
                <a:solidFill>
                  <a:srgbClr val="000000"/>
                </a:solidFill>
                <a:effectLst/>
                <a:latin typeface="Marianne" panose="02000000000000000000" pitchFamily="50" charset="0"/>
              </a:rPr>
              <a:t>MASA</a:t>
            </a:r>
            <a:r>
              <a:rPr lang="fr-FR" sz="1400" b="0" i="0" dirty="0">
                <a:solidFill>
                  <a:srgbClr val="000000"/>
                </a:solidFill>
                <a:effectLst/>
                <a:latin typeface="Marianne" panose="02000000000000000000" pitchFamily="50" charset="0"/>
              </a:rPr>
              <a:t> (validation et suivi des avancées)</a:t>
            </a:r>
          </a:p>
          <a:p>
            <a:pPr algn="just" rtl="0" fontAlgn="base">
              <a:buFont typeface="Arial" panose="020B0604020202020204" pitchFamily="34" charset="0"/>
              <a:buChar char="•"/>
            </a:pPr>
            <a:endParaRPr lang="fr-FR" sz="1800" b="0" i="0" dirty="0">
              <a:solidFill>
                <a:srgbClr val="000000"/>
              </a:solidFill>
              <a:effectLst/>
              <a:latin typeface="Marianne" panose="02000000000000000000" pitchFamily="50" charset="0"/>
            </a:endParaRPr>
          </a:p>
          <a:p>
            <a:pPr algn="just" rtl="0" fontAlgn="base">
              <a:buFont typeface="Arial" panose="020B0604020202020204" pitchFamily="34" charset="0"/>
              <a:buChar char="•"/>
            </a:pPr>
            <a:r>
              <a:rPr lang="fr-FR" sz="1800" b="0" i="0" dirty="0">
                <a:solidFill>
                  <a:srgbClr val="000000"/>
                </a:solidFill>
                <a:effectLst/>
                <a:latin typeface="Marianne" panose="02000000000000000000" pitchFamily="50" charset="0"/>
              </a:rPr>
              <a:t>Ecriture de la </a:t>
            </a:r>
            <a:r>
              <a:rPr lang="fr-FR" sz="1800" i="0" dirty="0">
                <a:solidFill>
                  <a:srgbClr val="000000"/>
                </a:solidFill>
                <a:effectLst/>
                <a:latin typeface="Marianne" panose="02000000000000000000" pitchFamily="50" charset="0"/>
              </a:rPr>
              <a:t>table Tronçons V2 </a:t>
            </a:r>
            <a:r>
              <a:rPr lang="fr-FR" sz="1800" b="0" i="0" dirty="0">
                <a:solidFill>
                  <a:srgbClr val="000000"/>
                </a:solidFill>
                <a:effectLst/>
                <a:latin typeface="Marianne" panose="02000000000000000000" pitchFamily="50" charset="0"/>
              </a:rPr>
              <a:t>telle que modélisée durant nos travaux et discussion autour de sa conformité au sein du GT (mails ou réunions en visio) </a:t>
            </a:r>
          </a:p>
          <a:p>
            <a:pPr algn="just" rtl="0" fontAlgn="base">
              <a:buFont typeface="Arial" panose="020B0604020202020204" pitchFamily="34" charset="0"/>
              <a:buChar char="•"/>
            </a:pPr>
            <a:endParaRPr lang="fr-FR" sz="1800" b="0" dirty="0">
              <a:solidFill>
                <a:srgbClr val="000000"/>
              </a:solidFill>
              <a:latin typeface="Marianne" panose="02000000000000000000" pitchFamily="50" charset="0"/>
            </a:endParaRPr>
          </a:p>
          <a:p>
            <a:pPr algn="just" fontAlgn="base">
              <a:buFont typeface="Arial" panose="020B0604020202020204" pitchFamily="34" charset="0"/>
              <a:buChar char="•"/>
            </a:pPr>
            <a:r>
              <a:rPr lang="fr-FR" sz="1800" b="0" i="0" dirty="0">
                <a:solidFill>
                  <a:srgbClr val="000000"/>
                </a:solidFill>
                <a:effectLst/>
                <a:latin typeface="Marianne" panose="02000000000000000000" pitchFamily="50" charset="0"/>
              </a:rPr>
              <a:t>Ecriture des </a:t>
            </a:r>
            <a:r>
              <a:rPr lang="fr-FR" sz="1800" i="0" dirty="0">
                <a:solidFill>
                  <a:srgbClr val="000000"/>
                </a:solidFill>
                <a:effectLst/>
                <a:latin typeface="Marianne" panose="02000000000000000000" pitchFamily="50" charset="0"/>
              </a:rPr>
              <a:t>tables Ponctuels Equipement V2 et Contraintes V2 </a:t>
            </a:r>
            <a:r>
              <a:rPr lang="fr-FR" sz="1800" b="0" i="0" dirty="0">
                <a:solidFill>
                  <a:srgbClr val="000000"/>
                </a:solidFill>
                <a:effectLst/>
                <a:latin typeface="Marianne" panose="02000000000000000000" pitchFamily="50" charset="0"/>
              </a:rPr>
              <a:t>telles que modélisées durant nos travaux et discussion autour de sa conformité au sein du GT (mails ou réunions en visio)  </a:t>
            </a:r>
          </a:p>
          <a:p>
            <a:pPr algn="just" rtl="0" fontAlgn="base">
              <a:buFont typeface="Arial" panose="020B0604020202020204" pitchFamily="34" charset="0"/>
              <a:buChar char="•"/>
            </a:pPr>
            <a:endParaRPr lang="fr-FR" sz="1800" b="0" i="0" dirty="0">
              <a:solidFill>
                <a:srgbClr val="000000"/>
              </a:solidFill>
              <a:effectLst/>
              <a:latin typeface="Marianne" panose="02000000000000000000" pitchFamily="50" charset="0"/>
            </a:endParaRPr>
          </a:p>
          <a:p>
            <a:pPr algn="just" rtl="0" fontAlgn="base">
              <a:buFont typeface="Arial" panose="020B0604020202020204" pitchFamily="34" charset="0"/>
              <a:buChar char="•"/>
            </a:pPr>
            <a:r>
              <a:rPr lang="fr-FR" sz="1800" b="0" i="0" dirty="0">
                <a:solidFill>
                  <a:srgbClr val="000000"/>
                </a:solidFill>
                <a:effectLst/>
                <a:latin typeface="Marianne" panose="02000000000000000000" pitchFamily="50" charset="0"/>
              </a:rPr>
              <a:t>Démarrage du </a:t>
            </a:r>
            <a:r>
              <a:rPr lang="fr-FR" sz="1800" i="0" dirty="0">
                <a:solidFill>
                  <a:srgbClr val="000000"/>
                </a:solidFill>
                <a:effectLst/>
                <a:latin typeface="Marianne" panose="02000000000000000000" pitchFamily="50" charset="0"/>
              </a:rPr>
              <a:t>sous-groupe Points d’eau en forêt </a:t>
            </a:r>
            <a:r>
              <a:rPr lang="fr-FR" sz="1800" b="0" i="0" dirty="0">
                <a:solidFill>
                  <a:srgbClr val="000000"/>
                </a:solidFill>
                <a:effectLst/>
                <a:latin typeface="Marianne" panose="02000000000000000000" pitchFamily="50" charset="0"/>
              </a:rPr>
              <a:t>et discussions sur une modélisation potentielle (réunion en visio) </a:t>
            </a:r>
          </a:p>
          <a:p>
            <a:pPr marL="0" indent="0" algn="just" rtl="0" fontAlgn="base">
              <a:buNone/>
            </a:pPr>
            <a:endParaRPr lang="fr-FR" sz="1800" b="0" i="0" dirty="0">
              <a:solidFill>
                <a:srgbClr val="000000"/>
              </a:solidFill>
              <a:effectLst/>
              <a:latin typeface="Marianne" panose="02000000000000000000" pitchFamily="50" charset="0"/>
            </a:endParaRPr>
          </a:p>
          <a:p>
            <a:pPr algn="just" rtl="0" fontAlgn="base">
              <a:buFont typeface="Arial" panose="020B0604020202020204" pitchFamily="34" charset="0"/>
              <a:buChar char="•"/>
            </a:pPr>
            <a:r>
              <a:rPr lang="fr-FR" sz="1800" b="0" i="0" dirty="0">
                <a:solidFill>
                  <a:srgbClr val="000000"/>
                </a:solidFill>
                <a:effectLst/>
                <a:latin typeface="Marianne" panose="02000000000000000000" pitchFamily="50" charset="0"/>
              </a:rPr>
              <a:t>Commencement de l'</a:t>
            </a:r>
            <a:r>
              <a:rPr lang="fr-FR" sz="1800" i="0" dirty="0">
                <a:solidFill>
                  <a:srgbClr val="000000"/>
                </a:solidFill>
                <a:effectLst/>
                <a:latin typeface="Marianne" panose="02000000000000000000" pitchFamily="50" charset="0"/>
              </a:rPr>
              <a:t>écriture</a:t>
            </a:r>
            <a:r>
              <a:rPr lang="fr-FR" sz="1800" b="0" i="0" dirty="0">
                <a:solidFill>
                  <a:srgbClr val="000000"/>
                </a:solidFill>
                <a:effectLst/>
                <a:latin typeface="Marianne" panose="02000000000000000000" pitchFamily="50" charset="0"/>
              </a:rPr>
              <a:t> du standard (sur la base du modèle du CNIG) </a:t>
            </a:r>
          </a:p>
          <a:p>
            <a:pPr marL="609585" lvl="1" indent="0" algn="just" fontAlgn="base">
              <a:buNone/>
            </a:pPr>
            <a:endParaRPr lang="fr-FR" sz="1867" b="0" dirty="0">
              <a:solidFill>
                <a:srgbClr val="000000"/>
              </a:solidFill>
              <a:latin typeface="+mn-lt"/>
            </a:endParaRPr>
          </a:p>
        </p:txBody>
      </p:sp>
      <p:sp>
        <p:nvSpPr>
          <p:cNvPr id="10" name="Espace réservé du pied de page 10">
            <a:extLst>
              <a:ext uri="{FF2B5EF4-FFF2-40B4-BE49-F238E27FC236}">
                <a16:creationId xmlns:a16="http://schemas.microsoft.com/office/drawing/2014/main" id="{ACA5AA55-4944-494B-AE2F-E60D5AE09758}"/>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86F9FF89-4547-44A3-9827-EF30F4337D6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5" name="Espace réservé du numéro de diapositive 16">
            <a:extLst>
              <a:ext uri="{FF2B5EF4-FFF2-40B4-BE49-F238E27FC236}">
                <a16:creationId xmlns:a16="http://schemas.microsoft.com/office/drawing/2014/main" id="{14A00CCA-0266-482F-9902-F820C1DFE544}"/>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16</a:t>
            </a:fld>
            <a:endParaRPr lang="fr-FR" sz="1000" b="1" dirty="0"/>
          </a:p>
        </p:txBody>
      </p:sp>
      <p:pic>
        <p:nvPicPr>
          <p:cNvPr id="6" name="Image 5">
            <a:extLst>
              <a:ext uri="{FF2B5EF4-FFF2-40B4-BE49-F238E27FC236}">
                <a16:creationId xmlns:a16="http://schemas.microsoft.com/office/drawing/2014/main" id="{26879FA1-7D6C-49BF-B6C2-360EDADC5C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7160" y="237264"/>
            <a:ext cx="592586" cy="592586"/>
          </a:xfrm>
          <a:prstGeom prst="rect">
            <a:avLst/>
          </a:prstGeom>
        </p:spPr>
      </p:pic>
      <p:pic>
        <p:nvPicPr>
          <p:cNvPr id="11" name="Picture 9">
            <a:extLst>
              <a:ext uri="{FF2B5EF4-FFF2-40B4-BE49-F238E27FC236}">
                <a16:creationId xmlns:a16="http://schemas.microsoft.com/office/drawing/2014/main" id="{1DE2A702-5BDB-426E-8836-D91EBE7B62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2059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1356467" y="1018758"/>
            <a:ext cx="9479065" cy="812501"/>
          </a:xfrm>
        </p:spPr>
        <p:txBody>
          <a:bodyPr/>
          <a:lstStyle/>
          <a:p>
            <a:pPr algn="ctr"/>
            <a:r>
              <a:rPr lang="fr-FR" dirty="0">
                <a:latin typeface="Calibri" panose="020F0502020204030204" pitchFamily="34" charset="0"/>
                <a:cs typeface="Calibri" panose="020F0502020204030204" pitchFamily="34" charset="0"/>
              </a:rPr>
              <a:t>Merci</a:t>
            </a:r>
            <a:endParaRPr lang="fr-FR" dirty="0"/>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8" name="Groupe 17">
            <a:extLst>
              <a:ext uri="{FF2B5EF4-FFF2-40B4-BE49-F238E27FC236}">
                <a16:creationId xmlns:a16="http://schemas.microsoft.com/office/drawing/2014/main" id="{805E3675-3310-48C8-A4BE-B4F4B7154945}"/>
              </a:ext>
            </a:extLst>
          </p:cNvPr>
          <p:cNvGrpSpPr/>
          <p:nvPr/>
        </p:nvGrpSpPr>
        <p:grpSpPr>
          <a:xfrm>
            <a:off x="4413438" y="1926478"/>
            <a:ext cx="3365125" cy="3005044"/>
            <a:chOff x="7896924" y="2442440"/>
            <a:chExt cx="3365125" cy="3005044"/>
          </a:xfrm>
        </p:grpSpPr>
        <p:pic>
          <p:nvPicPr>
            <p:cNvPr id="20" name="Image 19">
              <a:extLst>
                <a:ext uri="{FF2B5EF4-FFF2-40B4-BE49-F238E27FC236}">
                  <a16:creationId xmlns:a16="http://schemas.microsoft.com/office/drawing/2014/main" id="{D4AED9CB-15FF-40C0-8744-D98FE3832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4977" y="2442440"/>
              <a:ext cx="2708097" cy="2708097"/>
            </a:xfrm>
            <a:prstGeom prst="rect">
              <a:avLst/>
            </a:prstGeom>
            <a:ln>
              <a:noFill/>
            </a:ln>
          </p:spPr>
        </p:pic>
        <p:pic>
          <p:nvPicPr>
            <p:cNvPr id="21" name="Image 20">
              <a:extLst>
                <a:ext uri="{FF2B5EF4-FFF2-40B4-BE49-F238E27FC236}">
                  <a16:creationId xmlns:a16="http://schemas.microsoft.com/office/drawing/2014/main" id="{5CEF4E11-B1E9-405B-90B5-7BDC8F98CC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51006" y="4159742"/>
              <a:ext cx="1287742" cy="1287742"/>
            </a:xfrm>
            <a:prstGeom prst="rect">
              <a:avLst/>
            </a:prstGeom>
            <a:ln>
              <a:noFill/>
            </a:ln>
          </p:spPr>
        </p:pic>
        <p:pic>
          <p:nvPicPr>
            <p:cNvPr id="23" name="Image 22">
              <a:extLst>
                <a:ext uri="{FF2B5EF4-FFF2-40B4-BE49-F238E27FC236}">
                  <a16:creationId xmlns:a16="http://schemas.microsoft.com/office/drawing/2014/main" id="{38229820-B450-4BE9-9568-AFBDFC4309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9974308" y="3862797"/>
              <a:ext cx="1287741" cy="1287741"/>
            </a:xfrm>
            <a:prstGeom prst="rect">
              <a:avLst/>
            </a:prstGeom>
            <a:ln>
              <a:noFill/>
            </a:ln>
          </p:spPr>
        </p:pic>
        <p:pic>
          <p:nvPicPr>
            <p:cNvPr id="24" name="Image 23">
              <a:extLst>
                <a:ext uri="{FF2B5EF4-FFF2-40B4-BE49-F238E27FC236}">
                  <a16:creationId xmlns:a16="http://schemas.microsoft.com/office/drawing/2014/main" id="{F5118240-9822-419A-8C4D-58AD15D382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73317" y="3485029"/>
              <a:ext cx="313997" cy="313997"/>
            </a:xfrm>
            <a:prstGeom prst="rect">
              <a:avLst/>
            </a:prstGeom>
            <a:ln>
              <a:noFill/>
            </a:ln>
          </p:spPr>
        </p:pic>
        <p:pic>
          <p:nvPicPr>
            <p:cNvPr id="25" name="Image 24">
              <a:extLst>
                <a:ext uri="{FF2B5EF4-FFF2-40B4-BE49-F238E27FC236}">
                  <a16:creationId xmlns:a16="http://schemas.microsoft.com/office/drawing/2014/main" id="{A39EC4E3-BA64-41E1-AE79-AE4EA8C35C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96924" y="3642027"/>
              <a:ext cx="780550" cy="780550"/>
            </a:xfrm>
            <a:prstGeom prst="rect">
              <a:avLst/>
            </a:prstGeom>
            <a:ln>
              <a:noFill/>
            </a:ln>
          </p:spPr>
        </p:pic>
      </p:grpSp>
      <p:sp>
        <p:nvSpPr>
          <p:cNvPr id="26" name="Espace réservé du pied de page 10">
            <a:extLst>
              <a:ext uri="{FF2B5EF4-FFF2-40B4-BE49-F238E27FC236}">
                <a16:creationId xmlns:a16="http://schemas.microsoft.com/office/drawing/2014/main" id="{FD97CC4D-2600-4B3E-A71F-C9982568893E}"/>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27" name="Espace réservé de la date 1">
            <a:extLst>
              <a:ext uri="{FF2B5EF4-FFF2-40B4-BE49-F238E27FC236}">
                <a16:creationId xmlns:a16="http://schemas.microsoft.com/office/drawing/2014/main" id="{DD43C42E-1DE8-4F80-B004-F3820F538CE8}"/>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28" name="Espace réservé du numéro de diapositive 16">
            <a:extLst>
              <a:ext uri="{FF2B5EF4-FFF2-40B4-BE49-F238E27FC236}">
                <a16:creationId xmlns:a16="http://schemas.microsoft.com/office/drawing/2014/main" id="{76923110-CAC3-4DAF-AD52-CDA1E90FC388}"/>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17</a:t>
            </a:fld>
            <a:endParaRPr lang="fr-FR" sz="1000" b="1" dirty="0"/>
          </a:p>
        </p:txBody>
      </p:sp>
    </p:spTree>
    <p:extLst>
      <p:ext uri="{BB962C8B-B14F-4D97-AF65-F5344CB8AC3E}">
        <p14:creationId xmlns:p14="http://schemas.microsoft.com/office/powerpoint/2010/main" val="1852055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Calibri" panose="020F0502020204030204" pitchFamily="34" charset="0"/>
                <a:cs typeface="Calibri" panose="020F0502020204030204" pitchFamily="34" charset="0"/>
              </a:rPr>
              <a:t>Bases de travail</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43183" y="1019656"/>
            <a:ext cx="11491268"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fr-FR" sz="1600" b="0" dirty="0">
                <a:solidFill>
                  <a:schemeClr val="tx1"/>
                </a:solidFill>
                <a:latin typeface="+mn-lt"/>
                <a:cs typeface="Arial"/>
              </a:rPr>
              <a:t>Les voies d’accès aux ressources forestières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CNIG « Dessertes pour le transport de bois »</a:t>
            </a:r>
          </a:p>
          <a:p>
            <a:pPr lvl="1"/>
            <a:r>
              <a:rPr lang="fr-FR" sz="1600" b="0" dirty="0">
                <a:solidFill>
                  <a:srgbClr val="000000"/>
                </a:solidFill>
                <a:latin typeface="+mn-lt"/>
                <a:ea typeface="Calibri"/>
                <a:cs typeface="Arial"/>
              </a:rPr>
              <a:t>Réalisé dans projet </a:t>
            </a:r>
            <a:r>
              <a:rPr lang="fr-FR" sz="1600" b="0" dirty="0">
                <a:solidFill>
                  <a:schemeClr val="tx2">
                    <a:lumMod val="60000"/>
                    <a:lumOff val="40000"/>
                  </a:schemeClr>
                </a:solidFill>
                <a:latin typeface="+mn-lt"/>
                <a:ea typeface="Calibri"/>
                <a:cs typeface="Arial"/>
                <a:hlinkClick r:id="rId5">
                  <a:extLst>
                    <a:ext uri="{A12FA001-AC4F-418D-AE19-62706E023703}">
                      <ahyp:hlinkClr xmlns:ahyp="http://schemas.microsoft.com/office/drawing/2018/hyperlinkcolor" val="tx"/>
                    </a:ext>
                  </a:extLst>
                </a:hlinkClick>
              </a:rPr>
              <a:t>NaviForest</a:t>
            </a:r>
            <a:r>
              <a:rPr lang="fr-FR" sz="1600" b="0" dirty="0">
                <a:solidFill>
                  <a:schemeClr val="tx2">
                    <a:lumMod val="60000"/>
                    <a:lumOff val="40000"/>
                  </a:schemeClr>
                </a:solidFill>
                <a:latin typeface="+mn-lt"/>
                <a:ea typeface="Calibri"/>
                <a:cs typeface="Arial"/>
              </a:rPr>
              <a:t> </a:t>
            </a:r>
            <a:r>
              <a:rPr lang="fr-FR" sz="1600" b="0" dirty="0">
                <a:solidFill>
                  <a:srgbClr val="000000"/>
                </a:solidFill>
                <a:latin typeface="+mn-lt"/>
                <a:ea typeface="Calibri"/>
                <a:cs typeface="Arial"/>
              </a:rPr>
              <a:t> </a:t>
            </a:r>
          </a:p>
          <a:p>
            <a:pPr lvl="1"/>
            <a:r>
              <a:rPr lang="fr-FR" sz="1600" b="0" dirty="0">
                <a:solidFill>
                  <a:srgbClr val="000000"/>
                </a:solidFill>
                <a:latin typeface="+mn-lt"/>
                <a:ea typeface="Calibri"/>
                <a:cs typeface="Arial"/>
              </a:rPr>
              <a:t>Récupérer les données dessertes </a:t>
            </a:r>
            <a:r>
              <a:rPr lang="fr-FR" sz="1600" b="0" dirty="0">
                <a:solidFill>
                  <a:srgbClr val="000000"/>
                </a:solidFill>
                <a:latin typeface="+mn-lt"/>
                <a:cs typeface="Arial"/>
              </a:rPr>
              <a:t>dans une base nationale unique via un outil collaboratif en ligne </a:t>
            </a:r>
          </a:p>
          <a:p>
            <a:pPr lvl="1"/>
            <a:r>
              <a:rPr lang="fr-FR" sz="1600" b="0" dirty="0">
                <a:solidFill>
                  <a:schemeClr val="tx2">
                    <a:lumMod val="60000"/>
                    <a:lumOff val="40000"/>
                  </a:schemeClr>
                </a:solidFill>
                <a:latin typeface="+mn-lt"/>
                <a:cs typeface="Arial"/>
                <a:hlinkClick r:id="rId6">
                  <a:extLst>
                    <a:ext uri="{A12FA001-AC4F-418D-AE19-62706E023703}">
                      <ahyp:hlinkClr xmlns:ahyp="http://schemas.microsoft.com/office/drawing/2018/hyperlinkcolor" val="tx"/>
                    </a:ext>
                  </a:extLst>
                </a:hlinkClick>
              </a:rPr>
              <a:t>V1.0 du Standard </a:t>
            </a:r>
            <a:r>
              <a:rPr lang="fr-FR" sz="1600" b="0" dirty="0">
                <a:solidFill>
                  <a:srgbClr val="000000"/>
                </a:solidFill>
                <a:latin typeface="+mn-lt"/>
                <a:cs typeface="Arial"/>
              </a:rPr>
              <a:t>validé et diffusé par le CNIG depuis 2019</a:t>
            </a:r>
          </a:p>
          <a:p>
            <a:pPr lvl="1"/>
            <a:endParaRPr lang="fr-FR" sz="1600" b="0" dirty="0">
              <a:solidFill>
                <a:srgbClr val="000000"/>
              </a:solidFill>
              <a:latin typeface="+mn-lt"/>
              <a:cs typeface="Arial"/>
            </a:endParaRPr>
          </a:p>
          <a:p>
            <a:pPr marL="609585" lvl="1"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voies de défense des bois et forêts contre l’incendie </a:t>
            </a:r>
            <a:r>
              <a:rPr lang="fr-FR" sz="1600" dirty="0">
                <a:solidFill>
                  <a:schemeClr val="tx1"/>
                </a:solidFill>
                <a:latin typeface="+mn-lt"/>
                <a:cs typeface="Arial"/>
                <a:sym typeface="Wingdings" panose="05000000000000000000" pitchFamily="2" charset="2"/>
              </a:rPr>
              <a:t></a:t>
            </a:r>
            <a:r>
              <a:rPr lang="fr-FR" sz="1600" dirty="0">
                <a:solidFill>
                  <a:schemeClr val="tx1"/>
                </a:solidFill>
                <a:latin typeface="+mn-lt"/>
                <a:cs typeface="Arial"/>
              </a:rPr>
              <a:t> Standard communautaire « Pistes DFCI »</a:t>
            </a:r>
          </a:p>
          <a:p>
            <a:pPr lvl="1" algn="just"/>
            <a:r>
              <a:rPr lang="fr-FR" sz="1600" b="0" dirty="0">
                <a:solidFill>
                  <a:srgbClr val="000000"/>
                </a:solidFill>
                <a:latin typeface="+mn-lt"/>
                <a:cs typeface="Arial"/>
              </a:rPr>
              <a:t>Intégration par l’ANSC des voies DFCI dans la BD TOPO </a:t>
            </a:r>
            <a:r>
              <a:rPr lang="fr-FR" sz="1600" b="0" dirty="0">
                <a:solidFill>
                  <a:schemeClr val="tx1"/>
                </a:solidFill>
                <a:latin typeface="+mn-lt"/>
                <a:cs typeface="+mn-cs"/>
              </a:rPr>
              <a:t>(voir </a:t>
            </a:r>
            <a:r>
              <a:rPr lang="fr-FR" sz="1600" b="0" dirty="0">
                <a:solidFill>
                  <a:schemeClr val="tx2">
                    <a:lumMod val="60000"/>
                    <a:lumOff val="40000"/>
                  </a:schemeClr>
                </a:solidFill>
                <a:latin typeface="+mn-lt"/>
                <a:cs typeface="+mn-cs"/>
                <a:hlinkClick r:id="rId7">
                  <a:extLst>
                    <a:ext uri="{A12FA001-AC4F-418D-AE19-62706E023703}">
                      <ahyp:hlinkClr xmlns:ahyp="http://schemas.microsoft.com/office/drawing/2018/hyperlinkcolor" val="tx"/>
                    </a:ext>
                  </a:extLst>
                </a:hlinkClick>
              </a:rPr>
              <a:t>spécifications de la BD TOPO </a:t>
            </a:r>
            <a:r>
              <a:rPr lang="fr-FR" sz="1600" b="0" dirty="0">
                <a:solidFill>
                  <a:schemeClr val="tx1"/>
                </a:solidFill>
                <a:latin typeface="+mn-lt"/>
                <a:cs typeface="+mn-cs"/>
              </a:rPr>
              <a:t>)</a:t>
            </a:r>
            <a:endParaRPr lang="fr-FR" sz="1600" b="0" dirty="0">
              <a:solidFill>
                <a:srgbClr val="000000"/>
              </a:solidFill>
              <a:latin typeface="+mn-lt"/>
              <a:cs typeface="Arial"/>
            </a:endParaRPr>
          </a:p>
          <a:p>
            <a:pPr lvl="1" algn="just"/>
            <a:r>
              <a:rPr lang="fr-FR" sz="1600" b="0" dirty="0">
                <a:solidFill>
                  <a:srgbClr val="000000"/>
                </a:solidFill>
                <a:latin typeface="+mn-lt"/>
                <a:cs typeface="Arial"/>
              </a:rPr>
              <a:t>Utilisé dans </a:t>
            </a:r>
            <a:r>
              <a:rPr lang="fr-FR" sz="1600" b="0" dirty="0" err="1">
                <a:solidFill>
                  <a:srgbClr val="000000"/>
                </a:solidFill>
                <a:latin typeface="+mn-lt"/>
                <a:cs typeface="Arial"/>
              </a:rPr>
              <a:t>NexSIS</a:t>
            </a:r>
            <a:r>
              <a:rPr lang="fr-FR" sz="1600" b="0" dirty="0">
                <a:solidFill>
                  <a:srgbClr val="000000"/>
                </a:solidFill>
                <a:latin typeface="+mn-lt"/>
                <a:cs typeface="Arial"/>
              </a:rPr>
              <a:t> (outil national SGA/SGO SDIS)</a:t>
            </a:r>
          </a:p>
          <a:p>
            <a:pPr lvl="1" algn="just"/>
            <a:endParaRPr lang="fr-FR" sz="1600" b="0" dirty="0">
              <a:solidFill>
                <a:srgbClr val="000000"/>
              </a:solidFill>
              <a:latin typeface="+mn-lt"/>
              <a:cs typeface="Arial"/>
            </a:endParaRPr>
          </a:p>
          <a:p>
            <a:pPr marL="0"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points d’eau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AFIGEO « Points d’eau »</a:t>
            </a:r>
          </a:p>
          <a:p>
            <a:pPr lvl="1"/>
            <a:r>
              <a:rPr lang="fr-FR" sz="1600" b="0" dirty="0">
                <a:solidFill>
                  <a:schemeClr val="tx1"/>
                </a:solidFill>
                <a:latin typeface="+mn-lt"/>
                <a:cs typeface="Arial"/>
              </a:rPr>
              <a:t>Problème : ne couvre pas les points d’eau en forêt</a:t>
            </a:r>
          </a:p>
          <a:p>
            <a:pPr lvl="1" algn="just">
              <a:spcBef>
                <a:spcPts val="267"/>
              </a:spcBef>
              <a:spcAft>
                <a:spcPts val="267"/>
              </a:spcAft>
            </a:pPr>
            <a:r>
              <a:rPr lang="fr-FR" sz="1600" b="0" dirty="0">
                <a:solidFill>
                  <a:srgbClr val="333333"/>
                </a:solidFill>
                <a:latin typeface="+mn-lt"/>
                <a:cs typeface="Arial"/>
              </a:rPr>
              <a:t>Modèle de données conçu pour les PEI (</a:t>
            </a:r>
            <a:r>
              <a:rPr lang="fr-FR" sz="1600" b="0" dirty="0">
                <a:solidFill>
                  <a:schemeClr val="tx2">
                    <a:lumMod val="60000"/>
                    <a:lumOff val="40000"/>
                  </a:schemeClr>
                </a:solidFill>
                <a:latin typeface="+mn-lt"/>
                <a:cs typeface="Arial"/>
                <a:hlinkClick r:id="rId8">
                  <a:extLst>
                    <a:ext uri="{A12FA001-AC4F-418D-AE19-62706E023703}">
                      <ahyp:hlinkClr xmlns:ahyp="http://schemas.microsoft.com/office/drawing/2018/hyperlinkcolor" val="tx"/>
                    </a:ext>
                  </a:extLst>
                </a:hlinkClick>
              </a:rPr>
              <a:t>AFIGEO</a:t>
            </a:r>
            <a:r>
              <a:rPr lang="fr-FR" sz="1600" b="0" dirty="0">
                <a:solidFill>
                  <a:srgbClr val="333333"/>
                </a:solidFill>
                <a:latin typeface="+mn-lt"/>
                <a:cs typeface="Arial"/>
              </a:rPr>
              <a:t>)</a:t>
            </a:r>
            <a:endParaRPr lang="fr-FR" sz="1600" b="0" dirty="0">
              <a:solidFill>
                <a:srgbClr val="000000"/>
              </a:solidFill>
              <a:latin typeface="+mn-lt"/>
              <a:cs typeface="Arial"/>
            </a:endParaRPr>
          </a:p>
          <a:p>
            <a:pPr lvl="1" algn="just">
              <a:spcBef>
                <a:spcPts val="267"/>
              </a:spcBef>
              <a:spcAft>
                <a:spcPts val="267"/>
              </a:spcAft>
            </a:pPr>
            <a:r>
              <a:rPr lang="fr-FR" sz="1600" b="0" dirty="0">
                <a:solidFill>
                  <a:srgbClr val="333333"/>
                </a:solidFill>
                <a:latin typeface="+mn-lt"/>
                <a:cs typeface="Arial"/>
              </a:rPr>
              <a:t>Utilisé dans </a:t>
            </a:r>
            <a:r>
              <a:rPr lang="fr-FR" sz="1600" b="0" dirty="0" err="1">
                <a:solidFill>
                  <a:srgbClr val="333333"/>
                </a:solidFill>
                <a:latin typeface="+mn-lt"/>
                <a:cs typeface="Arial"/>
              </a:rPr>
              <a:t>NexSIS</a:t>
            </a:r>
            <a:r>
              <a:rPr lang="fr-FR" sz="1600" b="0" dirty="0">
                <a:solidFill>
                  <a:srgbClr val="333333"/>
                </a:solidFill>
                <a:latin typeface="+mn-lt"/>
                <a:cs typeface="Arial"/>
              </a:rPr>
              <a:t> </a:t>
            </a:r>
            <a:endParaRPr lang="fr-FR" sz="1600" b="0" dirty="0">
              <a:solidFill>
                <a:schemeClr val="tx1"/>
              </a:solidFill>
              <a:latin typeface="+mn-lt"/>
              <a:cs typeface="Arial"/>
            </a:endParaRPr>
          </a:p>
          <a:p>
            <a:pPr>
              <a:buFont typeface="Arial" panose="020B0604020202020204" pitchFamily="34" charset="0"/>
              <a:buChar char="•"/>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lvl="1">
              <a:spcBef>
                <a:spcPts val="400"/>
              </a:spcBef>
            </a:pPr>
            <a:endParaRPr lang="fr-FR" sz="1867" b="0" dirty="0">
              <a:solidFill>
                <a:srgbClr val="000000"/>
              </a:solidFill>
              <a:latin typeface="+mn-lt"/>
              <a:ea typeface="Times New Roman" panose="02020603050405020304" pitchFamily="18" charset="0"/>
              <a:cs typeface="Arial"/>
            </a:endParaRPr>
          </a:p>
          <a:p>
            <a:pPr lvl="1"/>
            <a:endParaRPr lang="fr-FR" sz="1867" b="0" dirty="0">
              <a:solidFill>
                <a:srgbClr val="000000"/>
              </a:solidFill>
              <a:latin typeface="+mn-lt"/>
              <a:ea typeface="Calibri" panose="020F0502020204030204" pitchFamily="34" charset="0"/>
            </a:endParaRPr>
          </a:p>
          <a:p>
            <a:pPr lvl="1">
              <a:spcBef>
                <a:spcPts val="400"/>
              </a:spcBef>
            </a:pPr>
            <a:endParaRPr lang="fr-FR" sz="1867" b="0" dirty="0">
              <a:solidFill>
                <a:srgbClr val="000000"/>
              </a:solidFill>
              <a:latin typeface="+mn-lt"/>
              <a:ea typeface="Calibri"/>
              <a:cs typeface="Arial"/>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lgn="just">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p:txBody>
      </p:sp>
      <p:pic>
        <p:nvPicPr>
          <p:cNvPr id="17" name="Image 16">
            <a:extLst>
              <a:ext uri="{FF2B5EF4-FFF2-40B4-BE49-F238E27FC236}">
                <a16:creationId xmlns:a16="http://schemas.microsoft.com/office/drawing/2014/main" id="{548CE250-C4C6-4C2E-AE2F-38B4A06818E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0229813" y="1824456"/>
            <a:ext cx="1130560" cy="1130560"/>
          </a:xfrm>
          <a:prstGeom prst="rect">
            <a:avLst/>
          </a:prstGeom>
          <a:ln>
            <a:noFill/>
          </a:ln>
        </p:spPr>
      </p:pic>
      <p:pic>
        <p:nvPicPr>
          <p:cNvPr id="18" name="Image 17" descr="Une image contenant cercle, symbole, conception&#10;&#10;Description générée automatiquement">
            <a:extLst>
              <a:ext uri="{FF2B5EF4-FFF2-40B4-BE49-F238E27FC236}">
                <a16:creationId xmlns:a16="http://schemas.microsoft.com/office/drawing/2014/main" id="{D165E19E-83A2-4D82-9A0D-BBFDADFAFAAE}"/>
              </a:ext>
            </a:extLst>
          </p:cNvPr>
          <p:cNvPicPr>
            <a:picLocks noChangeAspect="1"/>
          </p:cNvPicPr>
          <p:nvPr/>
        </p:nvPicPr>
        <p:blipFill>
          <a:blip r:embed="rId10"/>
          <a:stretch>
            <a:fillRect/>
          </a:stretch>
        </p:blipFill>
        <p:spPr>
          <a:xfrm>
            <a:off x="11395571" y="2154298"/>
            <a:ext cx="494719" cy="470877"/>
          </a:xfrm>
          <a:prstGeom prst="rect">
            <a:avLst/>
          </a:prstGeom>
          <a:ln>
            <a:noFill/>
          </a:ln>
        </p:spPr>
      </p:pic>
      <p:pic>
        <p:nvPicPr>
          <p:cNvPr id="19" name="Image 18">
            <a:extLst>
              <a:ext uri="{FF2B5EF4-FFF2-40B4-BE49-F238E27FC236}">
                <a16:creationId xmlns:a16="http://schemas.microsoft.com/office/drawing/2014/main" id="{01334C90-1F62-4FC5-8B50-D7692D35BC6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086892" y="3665605"/>
            <a:ext cx="838283" cy="838283"/>
          </a:xfrm>
          <a:prstGeom prst="rect">
            <a:avLst/>
          </a:prstGeom>
          <a:ln>
            <a:noFill/>
          </a:ln>
        </p:spPr>
      </p:pic>
      <p:pic>
        <p:nvPicPr>
          <p:cNvPr id="20" name="Image 19">
            <a:extLst>
              <a:ext uri="{FF2B5EF4-FFF2-40B4-BE49-F238E27FC236}">
                <a16:creationId xmlns:a16="http://schemas.microsoft.com/office/drawing/2014/main" id="{FA578215-319C-47D9-8FE0-CEBEB1CB3A28}"/>
              </a:ext>
            </a:extLst>
          </p:cNvPr>
          <p:cNvPicPr>
            <a:picLocks noChangeAspect="1"/>
          </p:cNvPicPr>
          <p:nvPr/>
        </p:nvPicPr>
        <p:blipFill>
          <a:blip r:embed="rId12"/>
          <a:stretch>
            <a:fillRect/>
          </a:stretch>
        </p:blipFill>
        <p:spPr>
          <a:xfrm>
            <a:off x="8999535" y="3987267"/>
            <a:ext cx="1545224" cy="392015"/>
          </a:xfrm>
          <a:prstGeom prst="rect">
            <a:avLst/>
          </a:prstGeom>
          <a:ln>
            <a:noFill/>
          </a:ln>
        </p:spPr>
      </p:pic>
      <p:pic>
        <p:nvPicPr>
          <p:cNvPr id="22" name="Image 21">
            <a:extLst>
              <a:ext uri="{FF2B5EF4-FFF2-40B4-BE49-F238E27FC236}">
                <a16:creationId xmlns:a16="http://schemas.microsoft.com/office/drawing/2014/main" id="{D45D7053-98AF-4A07-9E73-AB2DF62757F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05531" y="5456193"/>
            <a:ext cx="626348" cy="626348"/>
          </a:xfrm>
          <a:prstGeom prst="rect">
            <a:avLst/>
          </a:prstGeom>
          <a:ln>
            <a:noFill/>
          </a:ln>
        </p:spPr>
      </p:pic>
      <p:pic>
        <p:nvPicPr>
          <p:cNvPr id="23" name="Image 22">
            <a:extLst>
              <a:ext uri="{FF2B5EF4-FFF2-40B4-BE49-F238E27FC236}">
                <a16:creationId xmlns:a16="http://schemas.microsoft.com/office/drawing/2014/main" id="{A1D6A823-D8B3-4569-B06E-DEDD59EFAE16}"/>
              </a:ext>
            </a:extLst>
          </p:cNvPr>
          <p:cNvPicPr>
            <a:picLocks noChangeAspect="1"/>
          </p:cNvPicPr>
          <p:nvPr/>
        </p:nvPicPr>
        <p:blipFill>
          <a:blip r:embed="rId12"/>
          <a:stretch>
            <a:fillRect/>
          </a:stretch>
        </p:blipFill>
        <p:spPr>
          <a:xfrm>
            <a:off x="7258172" y="5559245"/>
            <a:ext cx="1381016" cy="350356"/>
          </a:xfrm>
          <a:prstGeom prst="rect">
            <a:avLst/>
          </a:prstGeom>
          <a:ln>
            <a:noFill/>
          </a:ln>
        </p:spPr>
      </p:pic>
      <p:pic>
        <p:nvPicPr>
          <p:cNvPr id="21" name="Image 20">
            <a:extLst>
              <a:ext uri="{FF2B5EF4-FFF2-40B4-BE49-F238E27FC236}">
                <a16:creationId xmlns:a16="http://schemas.microsoft.com/office/drawing/2014/main" id="{C8963FB3-8EF4-433A-87D8-A395D96A505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228509" y="5282222"/>
            <a:ext cx="554047" cy="554047"/>
          </a:xfrm>
          <a:prstGeom prst="rect">
            <a:avLst/>
          </a:prstGeom>
          <a:ln>
            <a:noFill/>
          </a:ln>
        </p:spPr>
      </p:pic>
      <p:sp>
        <p:nvSpPr>
          <p:cNvPr id="15" name="Espace réservé du pied de page 10">
            <a:extLst>
              <a:ext uri="{FF2B5EF4-FFF2-40B4-BE49-F238E27FC236}">
                <a16:creationId xmlns:a16="http://schemas.microsoft.com/office/drawing/2014/main" id="{6D4040AD-2685-4A47-B6EC-3D8C9141D9ED}"/>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24" name="Espace réservé de la date 1">
            <a:extLst>
              <a:ext uri="{FF2B5EF4-FFF2-40B4-BE49-F238E27FC236}">
                <a16:creationId xmlns:a16="http://schemas.microsoft.com/office/drawing/2014/main" id="{37A8D7EB-3FA8-4D1E-84E2-64CF7DAD6659}"/>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25" name="Espace réservé du numéro de diapositive 16">
            <a:extLst>
              <a:ext uri="{FF2B5EF4-FFF2-40B4-BE49-F238E27FC236}">
                <a16:creationId xmlns:a16="http://schemas.microsoft.com/office/drawing/2014/main" id="{C01EF03E-82CD-4601-8D32-ECA15D836566}"/>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18</a:t>
            </a:fld>
            <a:endParaRPr lang="fr-FR" sz="1000" b="1" dirty="0"/>
          </a:p>
        </p:txBody>
      </p:sp>
      <p:pic>
        <p:nvPicPr>
          <p:cNvPr id="26" name="Picture 9">
            <a:extLst>
              <a:ext uri="{FF2B5EF4-FFF2-40B4-BE49-F238E27FC236}">
                <a16:creationId xmlns:a16="http://schemas.microsoft.com/office/drawing/2014/main" id="{671AC385-F36B-4574-9214-DFCC08D1DF4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572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Points d’attention</a:t>
            </a: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Image 25">
            <a:extLst>
              <a:ext uri="{FF2B5EF4-FFF2-40B4-BE49-F238E27FC236}">
                <a16:creationId xmlns:a16="http://schemas.microsoft.com/office/drawing/2014/main" id="{BA94DC30-A1A6-461F-8B50-096B6AC8ABCC}"/>
              </a:ext>
            </a:extLst>
          </p:cNvPr>
          <p:cNvPicPr>
            <a:picLocks noChangeAspect="1"/>
          </p:cNvPicPr>
          <p:nvPr/>
        </p:nvPicPr>
        <p:blipFill>
          <a:blip r:embed="rId3"/>
          <a:stretch>
            <a:fillRect/>
          </a:stretch>
        </p:blipFill>
        <p:spPr>
          <a:xfrm>
            <a:off x="233289" y="1319313"/>
            <a:ext cx="623740" cy="623740"/>
          </a:xfrm>
          <a:prstGeom prst="rect">
            <a:avLst/>
          </a:prstGeom>
        </p:spPr>
      </p:pic>
      <p:pic>
        <p:nvPicPr>
          <p:cNvPr id="24" name="Image 23">
            <a:extLst>
              <a:ext uri="{FF2B5EF4-FFF2-40B4-BE49-F238E27FC236}">
                <a16:creationId xmlns:a16="http://schemas.microsoft.com/office/drawing/2014/main" id="{E679F054-6018-4CF0-94F1-33ED5BC5319E}"/>
              </a:ext>
            </a:extLst>
          </p:cNvPr>
          <p:cNvPicPr>
            <a:picLocks noChangeAspect="1"/>
          </p:cNvPicPr>
          <p:nvPr/>
        </p:nvPicPr>
        <p:blipFill>
          <a:blip r:embed="rId3"/>
          <a:stretch>
            <a:fillRect/>
          </a:stretch>
        </p:blipFill>
        <p:spPr>
          <a:xfrm>
            <a:off x="233289" y="2983987"/>
            <a:ext cx="623740" cy="623740"/>
          </a:xfrm>
          <a:prstGeom prst="rect">
            <a:avLst/>
          </a:prstGeom>
        </p:spPr>
      </p:pic>
      <p:sp>
        <p:nvSpPr>
          <p:cNvPr id="27" name="ZoneTexte 26">
            <a:extLst>
              <a:ext uri="{FF2B5EF4-FFF2-40B4-BE49-F238E27FC236}">
                <a16:creationId xmlns:a16="http://schemas.microsoft.com/office/drawing/2014/main" id="{0FC948AE-773B-40A9-9ED8-2A1AB050C902}"/>
              </a:ext>
            </a:extLst>
          </p:cNvPr>
          <p:cNvSpPr txBox="1"/>
          <p:nvPr/>
        </p:nvSpPr>
        <p:spPr>
          <a:xfrm>
            <a:off x="920444" y="1265944"/>
            <a:ext cx="7858691" cy="1323632"/>
          </a:xfrm>
          <a:prstGeom prst="rect">
            <a:avLst/>
          </a:prstGeom>
          <a:noFill/>
        </p:spPr>
        <p:txBody>
          <a:bodyPr wrap="square">
            <a:spAutoFit/>
          </a:bodyPr>
          <a:lstStyle/>
          <a:p>
            <a:r>
              <a:rPr lang="fr-FR" sz="1867" b="1" dirty="0"/>
              <a:t>Modélisation</a:t>
            </a:r>
            <a:r>
              <a:rPr lang="fr-FR" sz="1867" dirty="0"/>
              <a:t> =</a:t>
            </a:r>
          </a:p>
          <a:p>
            <a:r>
              <a:rPr lang="fr-FR" sz="1867" dirty="0"/>
              <a:t>Définir un socle de données minimal commun :</a:t>
            </a:r>
          </a:p>
          <a:p>
            <a:r>
              <a:rPr lang="fr-FR" sz="1867" dirty="0"/>
              <a:t>On ne redéfinit ni les </a:t>
            </a:r>
            <a:r>
              <a:rPr lang="fr-FR" sz="1867" dirty="0" err="1"/>
              <a:t>BDs</a:t>
            </a:r>
            <a:r>
              <a:rPr lang="fr-FR" sz="1867" dirty="0"/>
              <a:t>, ni outils, ni les cartographies métiers !</a:t>
            </a:r>
          </a:p>
          <a:p>
            <a:endParaRPr lang="fr-FR" sz="2400" dirty="0"/>
          </a:p>
        </p:txBody>
      </p:sp>
      <p:sp>
        <p:nvSpPr>
          <p:cNvPr id="28" name="ZoneTexte 27">
            <a:extLst>
              <a:ext uri="{FF2B5EF4-FFF2-40B4-BE49-F238E27FC236}">
                <a16:creationId xmlns:a16="http://schemas.microsoft.com/office/drawing/2014/main" id="{68CA874C-FF39-47F3-B6CB-1D51492A8661}"/>
              </a:ext>
            </a:extLst>
          </p:cNvPr>
          <p:cNvSpPr txBox="1"/>
          <p:nvPr/>
        </p:nvSpPr>
        <p:spPr>
          <a:xfrm>
            <a:off x="920444" y="4955984"/>
            <a:ext cx="10830963" cy="1528945"/>
          </a:xfrm>
          <a:prstGeom prst="rect">
            <a:avLst/>
          </a:prstGeom>
          <a:noFill/>
        </p:spPr>
        <p:txBody>
          <a:bodyPr wrap="square">
            <a:spAutoFit/>
          </a:bodyPr>
          <a:lstStyle/>
          <a:p>
            <a:r>
              <a:rPr lang="fr-FR" sz="1867" b="1" dirty="0"/>
              <a:t>Concertation</a:t>
            </a:r>
            <a:r>
              <a:rPr lang="fr-FR" sz="1867" dirty="0"/>
              <a:t> =</a:t>
            </a:r>
          </a:p>
          <a:p>
            <a:r>
              <a:rPr lang="fr-FR" sz="1867" dirty="0"/>
              <a:t>Tous les travaux sont ouverts et chaque acteur participant (à distance ou en présentiel) a une voix durant les phases de standardisation (modélisation, écriture, relecture, appel à commentaires)</a:t>
            </a:r>
          </a:p>
          <a:p>
            <a:endParaRPr lang="fr-FR" sz="1867" dirty="0"/>
          </a:p>
        </p:txBody>
      </p:sp>
      <p:sp>
        <p:nvSpPr>
          <p:cNvPr id="29" name="ZoneTexte 28">
            <a:extLst>
              <a:ext uri="{FF2B5EF4-FFF2-40B4-BE49-F238E27FC236}">
                <a16:creationId xmlns:a16="http://schemas.microsoft.com/office/drawing/2014/main" id="{3C75DE51-7AF8-424F-A9A0-2F6560CEC849}"/>
              </a:ext>
            </a:extLst>
          </p:cNvPr>
          <p:cNvSpPr txBox="1"/>
          <p:nvPr/>
        </p:nvSpPr>
        <p:spPr>
          <a:xfrm>
            <a:off x="920443" y="2864744"/>
            <a:ext cx="10830964" cy="1816266"/>
          </a:xfrm>
          <a:prstGeom prst="rect">
            <a:avLst/>
          </a:prstGeom>
          <a:noFill/>
        </p:spPr>
        <p:txBody>
          <a:bodyPr wrap="square">
            <a:spAutoFit/>
          </a:bodyPr>
          <a:lstStyle/>
          <a:p>
            <a:r>
              <a:rPr lang="fr-FR" sz="1867" b="1" dirty="0"/>
              <a:t>Evolutions BD TOPO</a:t>
            </a:r>
            <a:r>
              <a:rPr lang="fr-FR" sz="1867" dirty="0"/>
              <a:t> =</a:t>
            </a:r>
          </a:p>
          <a:p>
            <a:r>
              <a:rPr lang="fr-FR" sz="1867" dirty="0"/>
              <a:t>Les données seront reçues dans la BD TOPO. On essaie de faire converger le modèle au maximum afin de ne pas impacter les données socles BD TOPO. </a:t>
            </a:r>
          </a:p>
          <a:p>
            <a:r>
              <a:rPr lang="fr-FR" sz="1867" dirty="0"/>
              <a:t>Néanmoins des évolutions BD TOPO sont à prévoir car une route en forêt = une route, donc une évolution sur un attribut route en forêt = une évolution sur tous les linéaires routes </a:t>
            </a:r>
          </a:p>
          <a:p>
            <a:endParaRPr lang="fr-FR" sz="1867" dirty="0"/>
          </a:p>
        </p:txBody>
      </p:sp>
      <p:pic>
        <p:nvPicPr>
          <p:cNvPr id="30" name="Image 29">
            <a:extLst>
              <a:ext uri="{FF2B5EF4-FFF2-40B4-BE49-F238E27FC236}">
                <a16:creationId xmlns:a16="http://schemas.microsoft.com/office/drawing/2014/main" id="{281FB2F7-B50F-4180-8557-FDA8B89F6B13}"/>
              </a:ext>
            </a:extLst>
          </p:cNvPr>
          <p:cNvPicPr>
            <a:picLocks noChangeAspect="1"/>
          </p:cNvPicPr>
          <p:nvPr/>
        </p:nvPicPr>
        <p:blipFill>
          <a:blip r:embed="rId3"/>
          <a:stretch>
            <a:fillRect/>
          </a:stretch>
        </p:blipFill>
        <p:spPr>
          <a:xfrm>
            <a:off x="233289" y="5073034"/>
            <a:ext cx="623740" cy="623740"/>
          </a:xfrm>
          <a:prstGeom prst="rect">
            <a:avLst/>
          </a:prstGeom>
        </p:spPr>
      </p:pic>
      <p:sp>
        <p:nvSpPr>
          <p:cNvPr id="11" name="Espace réservé du pied de page 10">
            <a:extLst>
              <a:ext uri="{FF2B5EF4-FFF2-40B4-BE49-F238E27FC236}">
                <a16:creationId xmlns:a16="http://schemas.microsoft.com/office/drawing/2014/main" id="{C14BE73E-3719-419B-A08A-CA7E9693749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3" name="Espace réservé de la date 1">
            <a:extLst>
              <a:ext uri="{FF2B5EF4-FFF2-40B4-BE49-F238E27FC236}">
                <a16:creationId xmlns:a16="http://schemas.microsoft.com/office/drawing/2014/main" id="{146FD404-BF76-4E78-875E-7E06D0BAFB5C}"/>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ct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19/11/2025</a:t>
            </a:r>
          </a:p>
        </p:txBody>
      </p:sp>
      <p:sp>
        <p:nvSpPr>
          <p:cNvPr id="14" name="Espace réservé du numéro de diapositive 16">
            <a:extLst>
              <a:ext uri="{FF2B5EF4-FFF2-40B4-BE49-F238E27FC236}">
                <a16:creationId xmlns:a16="http://schemas.microsoft.com/office/drawing/2014/main" id="{F0F73F4B-49BE-420F-922E-E1462DB63385}"/>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19</a:t>
            </a:fld>
            <a:endParaRPr lang="fr-FR" sz="1000" b="1" dirty="0"/>
          </a:p>
        </p:txBody>
      </p:sp>
    </p:spTree>
    <p:extLst>
      <p:ext uri="{BB962C8B-B14F-4D97-AF65-F5344CB8AC3E}">
        <p14:creationId xmlns:p14="http://schemas.microsoft.com/office/powerpoint/2010/main" val="3948314181"/>
      </p:ext>
    </p:extLst>
  </p:cSld>
  <p:clrMapOvr>
    <a:masterClrMapping/>
  </p:clrMapOvr>
</p:sld>
</file>

<file path=ppt/theme/theme1.xml><?xml version="1.0" encoding="utf-8"?>
<a:theme xmlns:a="http://schemas.openxmlformats.org/drawingml/2006/main" name="1-Titre-Tex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294C8431-1043-40E1-8AF0-DAA4A8978261}"/>
    </a:ext>
  </a:extLst>
</a:theme>
</file>

<file path=ppt/theme/theme2.xml><?xml version="1.0" encoding="utf-8"?>
<a:theme xmlns:a="http://schemas.openxmlformats.org/drawingml/2006/main" name="Conclus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03A8BE49-E3F3-4E09-99EC-CC0FCDB6EE21}"/>
    </a:ext>
  </a:extLst>
</a:theme>
</file>

<file path=ppt/theme/theme3.xml><?xml version="1.0" encoding="utf-8"?>
<a:theme xmlns:a="http://schemas.openxmlformats.org/drawingml/2006/main" name="1_Conclus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03A8BE49-E3F3-4E09-99EC-CC0FCDB6EE21}"/>
    </a:ext>
  </a:extLst>
</a:theme>
</file>

<file path=ppt/theme/theme4.xml><?xml version="1.0" encoding="utf-8"?>
<a:theme xmlns:a="http://schemas.openxmlformats.org/drawingml/2006/main" name="SPP-19.078-1.0 - pres VERT">
  <a:themeElements>
    <a:clrScheme name="Personnalisé 2">
      <a:dk1>
        <a:srgbClr val="231F20"/>
      </a:dk1>
      <a:lt1>
        <a:sysClr val="window" lastClr="FFFFFF"/>
      </a:lt1>
      <a:dk2>
        <a:srgbClr val="0AB99B"/>
      </a:dk2>
      <a:lt2>
        <a:srgbClr val="00BEF0"/>
      </a:lt2>
      <a:accent1>
        <a:srgbClr val="96C31E"/>
      </a:accent1>
      <a:accent2>
        <a:srgbClr val="009146"/>
      </a:accent2>
      <a:accent3>
        <a:srgbClr val="FA9B1E"/>
      </a:accent3>
      <a:accent4>
        <a:srgbClr val="C83728"/>
      </a:accent4>
      <a:accent5>
        <a:srgbClr val="D71478"/>
      </a:accent5>
      <a:accent6>
        <a:srgbClr val="5A287D"/>
      </a:accent6>
      <a:hlink>
        <a:srgbClr val="0000FF"/>
      </a:hlink>
      <a:folHlink>
        <a:srgbClr val="7030A0"/>
      </a:folHlink>
    </a:clrScheme>
    <a:fontScheme name="AUSTRALIE - 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T_AUSTRALIE_MASQUE_IGN_V06.pptx" id="{D5DE042C-D723-44E0-AFEA-3E6B437F267A}" vid="{9A020044-FC93-4823-A3EC-FC852C8DBF5B}"/>
    </a:ext>
  </a:extLst>
</a:theme>
</file>

<file path=ppt/theme/theme5.xml><?xml version="1.0" encoding="utf-8"?>
<a:theme xmlns:a="http://schemas.openxmlformats.org/drawingml/2006/main" name="2_Conclus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03A8BE49-E3F3-4E09-99EC-CC0FCDB6EE21}"/>
    </a:ext>
  </a:extLst>
</a:theme>
</file>

<file path=ppt/theme/theme6.xml><?xml version="1.0" encoding="utf-8"?>
<a:theme xmlns:a="http://schemas.openxmlformats.org/drawingml/2006/main" name="5_2-Texte-Imag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9C20BCE1-7628-425E-9B34-E384463175B8}"/>
    </a:ext>
  </a:extLst>
</a:theme>
</file>

<file path=ppt/theme/theme7.xml><?xml version="1.0" encoding="utf-8"?>
<a:theme xmlns:a="http://schemas.openxmlformats.org/drawingml/2006/main" name="3_Conclus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03A8BE49-E3F3-4E09-99EC-CC0FCDB6EE21}"/>
    </a:ext>
  </a:extLst>
</a:theme>
</file>

<file path=ppt/theme/theme8.xml><?xml version="1.0" encoding="utf-8"?>
<a:theme xmlns:a="http://schemas.openxmlformats.org/drawingml/2006/main" name="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2_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486f84b-88b9-4459-bbe1-3ce207c7425f" xsi:nil="true"/>
    <lcf76f155ced4ddcb4097134ff3c332f xmlns="4d568f87-b25f-475a-a26b-5a1bcde8677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4AA600EF525E845A794782CB692D6B7" ma:contentTypeVersion="10" ma:contentTypeDescription="Crée un document." ma:contentTypeScope="" ma:versionID="a6cacba7539b31282072365483ecd0ef">
  <xsd:schema xmlns:xsd="http://www.w3.org/2001/XMLSchema" xmlns:xs="http://www.w3.org/2001/XMLSchema" xmlns:p="http://schemas.microsoft.com/office/2006/metadata/properties" xmlns:ns2="4d568f87-b25f-475a-a26b-5a1bcde8677b" xmlns:ns3="a486f84b-88b9-4459-bbe1-3ce207c7425f" targetNamespace="http://schemas.microsoft.com/office/2006/metadata/properties" ma:root="true" ma:fieldsID="6a7891a40410045817253e4d7c5934b7" ns2:_="" ns3:_="">
    <xsd:import namespace="4d568f87-b25f-475a-a26b-5a1bcde8677b"/>
    <xsd:import namespace="a486f84b-88b9-4459-bbe1-3ce207c7425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68f87-b25f-475a-a26b-5a1bcde867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63f9de7-cc90-4eb3-be2e-7de001983ea7"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86f84b-88b9-4459-bbe1-3ce207c7425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ee0ccfe-4488-482a-93ce-8802051c9c2f}" ma:internalName="TaxCatchAll" ma:showField="CatchAllData" ma:web="a486f84b-88b9-4459-bbe1-3ce207c7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DD4696-884E-4199-AB2F-0FA1DFAA521D}">
  <ds:schemaRefs>
    <ds:schemaRef ds:uri="http://www.w3.org/XML/1998/namespace"/>
    <ds:schemaRef ds:uri="a486f84b-88b9-4459-bbe1-3ce207c7425f"/>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4d568f87-b25f-475a-a26b-5a1bcde8677b"/>
    <ds:schemaRef ds:uri="http://purl.org/dc/terms/"/>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C9ADF05A-8AEA-48DF-87BB-9DFB8396FDAD}">
  <ds:schemaRefs>
    <ds:schemaRef ds:uri="http://schemas.microsoft.com/sharepoint/v3/contenttype/forms"/>
  </ds:schemaRefs>
</ds:datastoreItem>
</file>

<file path=customXml/itemProps3.xml><?xml version="1.0" encoding="utf-8"?>
<ds:datastoreItem xmlns:ds="http://schemas.openxmlformats.org/officeDocument/2006/customXml" ds:itemID="{578AE7B0-E644-4B6C-9315-01664490B23C}">
  <ds:schemaRefs>
    <ds:schemaRef ds:uri="4d568f87-b25f-475a-a26b-5a1bcde8677b"/>
    <ds:schemaRef ds:uri="a486f84b-88b9-4459-bbe1-3ce207c74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Masque FCBA-2017</Template>
  <TotalTime>924</TotalTime>
  <Words>2905</Words>
  <Application>Microsoft Office PowerPoint</Application>
  <PresentationFormat>Grand écran</PresentationFormat>
  <Paragraphs>425</Paragraphs>
  <Slides>19</Slides>
  <Notes>14</Notes>
  <HiddenSlides>0</HiddenSlides>
  <MMClips>0</MMClips>
  <ScaleCrop>false</ScaleCrop>
  <HeadingPairs>
    <vt:vector size="4" baseType="variant">
      <vt:variant>
        <vt:lpstr>Thème</vt:lpstr>
      </vt:variant>
      <vt:variant>
        <vt:i4>10</vt:i4>
      </vt:variant>
      <vt:variant>
        <vt:lpstr>Titres des diapositives</vt:lpstr>
      </vt:variant>
      <vt:variant>
        <vt:i4>19</vt:i4>
      </vt:variant>
    </vt:vector>
  </HeadingPairs>
  <TitlesOfParts>
    <vt:vector size="29" baseType="lpstr">
      <vt:lpstr>1-Titre-Texte</vt:lpstr>
      <vt:lpstr>Conclusion</vt:lpstr>
      <vt:lpstr>1_Conclusion</vt:lpstr>
      <vt:lpstr>SPP-19.078-1.0 - pres VERT</vt:lpstr>
      <vt:lpstr>2_Conclusion</vt:lpstr>
      <vt:lpstr>5_2-Texte-Image</vt:lpstr>
      <vt:lpstr>3_Conclusion</vt:lpstr>
      <vt:lpstr>ppt_operateurs_marianne</vt:lpstr>
      <vt:lpstr>1_ppt_operateurs_marianne</vt:lpstr>
      <vt:lpstr>2_ppt_operateurs_marianne</vt:lpstr>
      <vt:lpstr>Présentation PowerPoint</vt:lpstr>
      <vt:lpstr>Contexte</vt:lpstr>
      <vt:lpstr>Projet</vt:lpstr>
      <vt:lpstr>Participants GT</vt:lpstr>
      <vt:lpstr>Calendrier </vt:lpstr>
      <vt:lpstr>Calendrier </vt:lpstr>
      <vt:lpstr>Fonctionnement des outils</vt:lpstr>
      <vt:lpstr>Présentation PowerPoint</vt:lpstr>
      <vt:lpstr>Grands questionnements ateliers #1 &amp; #2</vt:lpstr>
      <vt:lpstr>Grands questionnements ateliers #1 &amp; #2</vt:lpstr>
      <vt:lpstr>Grands questionnements ateliers #1 &amp; #2</vt:lpstr>
      <vt:lpstr>Création de nouveaux attributs</vt:lpstr>
      <vt:lpstr>Création de nouveaux attributs</vt:lpstr>
      <vt:lpstr>17 Attributs à valider</vt:lpstr>
      <vt:lpstr>17 Attributs à valider</vt:lpstr>
      <vt:lpstr>A venir</vt:lpstr>
      <vt:lpstr>Merci</vt:lpstr>
      <vt:lpstr>Bases de travail</vt:lpstr>
      <vt:lpstr>Points d’attention</vt:lpstr>
    </vt:vector>
  </TitlesOfParts>
  <Company>FCBA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PLANNING FOR SKID TRAIL IMPLEMENTATION  AND LONG TERM TRAFFICABILITY</dc:title>
  <dc:creator>GINET Christophe</dc:creator>
  <cp:lastModifiedBy>Marion Lacroix</cp:lastModifiedBy>
  <cp:revision>163</cp:revision>
  <cp:lastPrinted>2023-06-26T09:08:24Z</cp:lastPrinted>
  <dcterms:created xsi:type="dcterms:W3CDTF">2017-08-17T05:12:22Z</dcterms:created>
  <dcterms:modified xsi:type="dcterms:W3CDTF">2025-11-19T08:32:40Z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0x01010054AA600EF525E845A794782CB692D6B7</vt:lpwstr>
  </property>
  <property fmtid="{D5CDD505-2E9C-101B-9397-08002B2CF9AE}" pid="3" name="MediaServiceImageTags">
    <vt:lpwstr/>
  </property>
</Properties>
</file>