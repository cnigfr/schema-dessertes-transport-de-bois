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2.xml" ContentType="application/inkml+xml"/>
  <Override PartName="/ppt/notesSlides/notesSlide5.xml" ContentType="application/vnd.openxmlformats-officedocument.presentationml.notesSlide+xml"/>
  <Override PartName="/ppt/ink/ink3.xml" ContentType="application/inkml+xml"/>
  <Override PartName="/ppt/notesSlides/notesSlide6.xml" ContentType="application/vnd.openxmlformats-officedocument.presentationml.notesSlide+xml"/>
  <Override PartName="/ppt/ink/ink4.xml" ContentType="application/inkml+xml"/>
  <Override PartName="/ppt/notesSlides/notesSlide7.xml" ContentType="application/vnd.openxmlformats-officedocument.presentationml.notesSlide+xml"/>
  <Override PartName="/ppt/ink/ink5.xml" ContentType="application/inkml+xml"/>
  <Override PartName="/ppt/notesSlides/notesSlide8.xml" ContentType="application/vnd.openxmlformats-officedocument.presentationml.notesSlide+xml"/>
  <Override PartName="/ppt/ink/ink6.xml" ContentType="application/inkml+xml"/>
  <Override PartName="/ppt/notesSlides/notesSlide9.xml" ContentType="application/vnd.openxmlformats-officedocument.presentationml.notesSlide+xml"/>
  <Override PartName="/ppt/ink/ink7.xml" ContentType="application/inkml+xml"/>
  <Override PartName="/ppt/notesSlides/notesSlide10.xml" ContentType="application/vnd.openxmlformats-officedocument.presentationml.notesSlide+xml"/>
  <Override PartName="/ppt/ink/ink8.xml" ContentType="application/inkml+xml"/>
  <Override PartName="/ppt/notesSlides/notesSlide11.xml" ContentType="application/vnd.openxmlformats-officedocument.presentationml.notesSlide+xml"/>
  <Override PartName="/ppt/ink/ink9.xml" ContentType="application/inkml+xml"/>
  <Override PartName="/ppt/notesSlides/notesSlide12.xml" ContentType="application/vnd.openxmlformats-officedocument.presentationml.notesSlide+xml"/>
  <Override PartName="/ppt/ink/ink10.xml" ContentType="application/inkml+xml"/>
  <Override PartName="/ppt/notesSlides/notesSlide13.xml" ContentType="application/vnd.openxmlformats-officedocument.presentationml.notesSlide+xml"/>
  <Override PartName="/ppt/ink/ink11.xml" ContentType="application/inkml+xml"/>
  <Override PartName="/ppt/notesSlides/notesSlide14.xml" ContentType="application/vnd.openxmlformats-officedocument.presentationml.notesSlide+xml"/>
  <Override PartName="/ppt/ink/ink12.xml" ContentType="application/inkml+xml"/>
  <Override PartName="/ppt/notesSlides/notesSlide15.xml" ContentType="application/vnd.openxmlformats-officedocument.presentationml.notesSlide+xml"/>
  <Override PartName="/ppt/ink/ink13.xml" ContentType="application/inkml+xml"/>
  <Override PartName="/ppt/notesSlides/notesSlide16.xml" ContentType="application/vnd.openxmlformats-officedocument.presentationml.notesSlide+xml"/>
  <Override PartName="/ppt/ink/ink14.xml" ContentType="application/inkml+xml"/>
  <Override PartName="/ppt/notesSlides/notesSlide17.xml" ContentType="application/vnd.openxmlformats-officedocument.presentationml.notesSlide+xml"/>
  <Override PartName="/ppt/ink/ink15.xml" ContentType="application/inkml+xml"/>
  <Override PartName="/ppt/notesSlides/notesSlide18.xml" ContentType="application/vnd.openxmlformats-officedocument.presentationml.notesSlide+xml"/>
  <Override PartName="/ppt/ink/ink16.xml" ContentType="application/inkml+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4"/>
    <p:sldMasterId id="2147483742" r:id="rId5"/>
  </p:sldMasterIdLst>
  <p:notesMasterIdLst>
    <p:notesMasterId r:id="rId36"/>
  </p:notesMasterIdLst>
  <p:handoutMasterIdLst>
    <p:handoutMasterId r:id="rId37"/>
  </p:handoutMasterIdLst>
  <p:sldIdLst>
    <p:sldId id="778" r:id="rId6"/>
    <p:sldId id="811" r:id="rId7"/>
    <p:sldId id="765" r:id="rId8"/>
    <p:sldId id="831" r:id="rId9"/>
    <p:sldId id="837" r:id="rId10"/>
    <p:sldId id="835" r:id="rId11"/>
    <p:sldId id="832" r:id="rId12"/>
    <p:sldId id="839" r:id="rId13"/>
    <p:sldId id="858" r:id="rId14"/>
    <p:sldId id="785" r:id="rId15"/>
    <p:sldId id="840" r:id="rId16"/>
    <p:sldId id="770" r:id="rId17"/>
    <p:sldId id="841" r:id="rId18"/>
    <p:sldId id="833" r:id="rId19"/>
    <p:sldId id="845" r:id="rId20"/>
    <p:sldId id="847" r:id="rId21"/>
    <p:sldId id="852" r:id="rId22"/>
    <p:sldId id="846" r:id="rId23"/>
    <p:sldId id="851" r:id="rId24"/>
    <p:sldId id="855" r:id="rId25"/>
    <p:sldId id="843" r:id="rId26"/>
    <p:sldId id="859" r:id="rId27"/>
    <p:sldId id="824" r:id="rId28"/>
    <p:sldId id="776" r:id="rId29"/>
    <p:sldId id="860" r:id="rId30"/>
    <p:sldId id="848" r:id="rId31"/>
    <p:sldId id="849" r:id="rId32"/>
    <p:sldId id="861" r:id="rId33"/>
    <p:sldId id="784" r:id="rId34"/>
    <p:sldId id="857" r:id="rId35"/>
  </p:sldIdLst>
  <p:sldSz cx="12192000" cy="6858000"/>
  <p:notesSz cx="7099300" cy="102346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66CD415-AB66-7B51-192D-7E3EDD71FF5A}" name="Marion Lacroix" initials="ML" userId="S::mlacroix@ignf.onmicrosoft.com::9df64882-6113-4c49-9d2b-3e68714ee988" providerId="AD"/>
  <p188:author id="{A74D592B-1C76-9E2E-E9AB-90F9693CC65E}" name="Loic Brignone" initials="LB" userId="S::lbrignone@ignf.onmicrosoft.com::a1efbad3-713d-49d2-9711-50d65828dad4" providerId="AD"/>
  <p188:author id="{BAFB0943-2FA6-0F68-58C5-FE81A57F26EC}" name="Marion Lacroix" initials="ML" userId="S::marion.lacroix@ign.fr::9df64882-6113-4c49-9d2b-3e68714ee988" providerId="AD"/>
  <p188:author id="{B4E282A7-7901-E486-CF4A-32846AE4F99F}" name="Marianne JANOWSKI" initials="MJ" userId="S::mjanowski@ignf.onmicrosoft.com::4baf287f-b9fc-4012-b573-cc645235dd3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Thierry Saffroy" initials="TS [2]" lastIdx="1" clrIdx="6">
    <p:extLst>
      <p:ext uri="{19B8F6BF-5375-455C-9EA6-DF929625EA0E}">
        <p15:presenceInfo xmlns:p15="http://schemas.microsoft.com/office/powerpoint/2012/main" userId="S::tsaffroy@ignf.onmicrosoft.com::ce28d226-01c7-4cd3-a339-989f2bb19eb3" providerId="AD"/>
      </p:ext>
    </p:extLst>
  </p:cmAuthor>
  <p:cmAuthor id="1" name="MONCHAUX Philippe" initials="MP" lastIdx="16" clrIdx="0"/>
  <p:cmAuthor id="8" name="Marion Lacroix" initials="ML [2]" lastIdx="1" clrIdx="7">
    <p:extLst>
      <p:ext uri="{19B8F6BF-5375-455C-9EA6-DF929625EA0E}">
        <p15:presenceInfo xmlns:p15="http://schemas.microsoft.com/office/powerpoint/2012/main" userId="S::marion.lacroix@ign.fr::9df64882-6113-4c49-9d2b-3e68714ee988" providerId="AD"/>
      </p:ext>
    </p:extLst>
  </p:cmAuthor>
  <p:cmAuthor id="2" name="PIN-JOUENNE Beatrice" initials="PB" lastIdx="12" clrIdx="1"/>
  <p:cmAuthor id="3" name="GINET Christophe" initials="GC" lastIdx="1" clrIdx="2"/>
  <p:cmAuthor id="4" name="MORILLON Vincent" initials="MV" lastIdx="7" clrIdx="3"/>
  <p:cmAuthor id="5" name="Marion Lacroix" initials="ML" lastIdx="3" clrIdx="4">
    <p:extLst>
      <p:ext uri="{19B8F6BF-5375-455C-9EA6-DF929625EA0E}">
        <p15:presenceInfo xmlns:p15="http://schemas.microsoft.com/office/powerpoint/2012/main" userId="S::MLacroix@IGNF.onmicrosoft.com::9df64882-6113-4c49-9d2b-3e68714ee988" providerId="AD"/>
      </p:ext>
    </p:extLst>
  </p:cmAuthor>
  <p:cmAuthor id="6" name="Thierry Saffroy" initials="TS" lastIdx="1" clrIdx="5">
    <p:extLst>
      <p:ext uri="{19B8F6BF-5375-455C-9EA6-DF929625EA0E}">
        <p15:presenceInfo xmlns:p15="http://schemas.microsoft.com/office/powerpoint/2012/main" userId="S::thierry.saffroy@ign.fr::ce28d226-01c7-4cd3-a339-989f2bb19eb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63C1"/>
    <a:srgbClr val="72787A"/>
    <a:srgbClr val="95C11F"/>
    <a:srgbClr val="8FACFF"/>
    <a:srgbClr val="FE646F"/>
    <a:srgbClr val="FD8087"/>
    <a:srgbClr val="3883CE"/>
    <a:srgbClr val="6AA2DA"/>
    <a:srgbClr val="C4C4FD"/>
    <a:srgbClr val="C3C3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FAD811-0388-49F9-B16D-7F6E17643991}" v="160" dt="2026-10-07T08:54:44.036"/>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201" autoAdjust="0"/>
  </p:normalViewPr>
  <p:slideViewPr>
    <p:cSldViewPr snapToGrid="0">
      <p:cViewPr varScale="1">
        <p:scale>
          <a:sx n="106" d="100"/>
          <a:sy n="106" d="100"/>
        </p:scale>
        <p:origin x="756" y="12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presProps" Target="presProps.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handoutMaster" Target="handoutMasters/handoutMaster1.xml"/><Relationship Id="rId40" Type="http://schemas.openxmlformats.org/officeDocument/2006/relationships/viewProps" Target="viewProps.xml"/><Relationship Id="rId45"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microsoft.com/office/2016/11/relationships/changesInfo" Target="changesInfos/changesInfo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commentAuthors" Target="commentAuthors.xml"/><Relationship Id="rId20" Type="http://schemas.openxmlformats.org/officeDocument/2006/relationships/slide" Target="slides/slide15.xml"/><Relationship Id="rId4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on Lacroix" userId="9df64882-6113-4c49-9d2b-3e68714ee988" providerId="ADAL" clId="{312BE368-1ED9-4C89-9F56-93BF55744060}"/>
    <pc:docChg chg="undo redo custSel addSld delSld modSld sldOrd delMainMaster">
      <pc:chgData name="Marion Lacroix" userId="9df64882-6113-4c49-9d2b-3e68714ee988" providerId="ADAL" clId="{312BE368-1ED9-4C89-9F56-93BF55744060}" dt="2026-10-07T08:54:44.036" v="15618" actId="478"/>
      <pc:docMkLst>
        <pc:docMk/>
      </pc:docMkLst>
      <pc:sldChg chg="addSp delSp modSp add mod ord addAnim delAnim modAnim">
        <pc:chgData name="Marion Lacroix" userId="9df64882-6113-4c49-9d2b-3e68714ee988" providerId="ADAL" clId="{312BE368-1ED9-4C89-9F56-93BF55744060}" dt="2026-10-06T16:29:11.143" v="15457" actId="478"/>
        <pc:sldMkLst>
          <pc:docMk/>
          <pc:sldMk cId="1669774448" sldId="765"/>
        </pc:sldMkLst>
        <pc:spChg chg="mod">
          <ac:chgData name="Marion Lacroix" userId="9df64882-6113-4c49-9d2b-3e68714ee988" providerId="ADAL" clId="{312BE368-1ED9-4C89-9F56-93BF55744060}" dt="2026-09-23T11:15:46.377" v="7454" actId="20577"/>
          <ac:spMkLst>
            <pc:docMk/>
            <pc:sldMk cId="1669774448" sldId="765"/>
            <ac:spMk id="2" creationId="{00000000-0000-0000-0000-000000000000}"/>
          </ac:spMkLst>
        </pc:spChg>
        <pc:spChg chg="add mod">
          <ac:chgData name="Marion Lacroix" userId="9df64882-6113-4c49-9d2b-3e68714ee988" providerId="ADAL" clId="{312BE368-1ED9-4C89-9F56-93BF55744060}" dt="2026-09-23T11:16:17.506" v="7456"/>
          <ac:spMkLst>
            <pc:docMk/>
            <pc:sldMk cId="1669774448" sldId="765"/>
            <ac:spMk id="8" creationId="{50DBCADC-5052-28E5-5889-D4AD487D6A24}"/>
          </ac:spMkLst>
        </pc:spChg>
        <pc:spChg chg="mod">
          <ac:chgData name="Marion Lacroix" userId="9df64882-6113-4c49-9d2b-3e68714ee988" providerId="ADAL" clId="{312BE368-1ED9-4C89-9F56-93BF55744060}" dt="2026-09-23T11:24:15.490" v="7721" actId="207"/>
          <ac:spMkLst>
            <pc:docMk/>
            <pc:sldMk cId="1669774448" sldId="765"/>
            <ac:spMk id="9" creationId="{21485C79-201C-4BC7-B350-F1DDB7D57834}"/>
          </ac:spMkLst>
        </pc:spChg>
        <pc:spChg chg="add del mod">
          <ac:chgData name="Marion Lacroix" userId="9df64882-6113-4c49-9d2b-3e68714ee988" providerId="ADAL" clId="{312BE368-1ED9-4C89-9F56-93BF55744060}" dt="2026-10-06T16:29:10.060" v="15456" actId="478"/>
          <ac:spMkLst>
            <pc:docMk/>
            <pc:sldMk cId="1669774448" sldId="765"/>
            <ac:spMk id="17" creationId="{4399023C-A063-08FF-B3DA-901D1B0D003F}"/>
          </ac:spMkLst>
        </pc:spChg>
        <pc:spChg chg="add mod">
          <ac:chgData name="Marion Lacroix" userId="9df64882-6113-4c49-9d2b-3e68714ee988" providerId="ADAL" clId="{312BE368-1ED9-4C89-9F56-93BF55744060}" dt="2026-09-23T11:16:17.506" v="7456"/>
          <ac:spMkLst>
            <pc:docMk/>
            <pc:sldMk cId="1669774448" sldId="765"/>
            <ac:spMk id="18" creationId="{8F4FD8A7-5780-2D26-C2F6-E46508BD0B33}"/>
          </ac:spMkLst>
        </pc:spChg>
        <pc:spChg chg="add mod">
          <ac:chgData name="Marion Lacroix" userId="9df64882-6113-4c49-9d2b-3e68714ee988" providerId="ADAL" clId="{312BE368-1ED9-4C89-9F56-93BF55744060}" dt="2026-09-23T11:16:17.506" v="7456"/>
          <ac:spMkLst>
            <pc:docMk/>
            <pc:sldMk cId="1669774448" sldId="765"/>
            <ac:spMk id="23" creationId="{2BF987E0-CCAD-2DF3-D974-1A4C563A4E92}"/>
          </ac:spMkLst>
        </pc:spChg>
        <pc:spChg chg="add mod">
          <ac:chgData name="Marion Lacroix" userId="9df64882-6113-4c49-9d2b-3e68714ee988" providerId="ADAL" clId="{312BE368-1ED9-4C89-9F56-93BF55744060}" dt="2026-09-23T11:16:17.506" v="7456"/>
          <ac:spMkLst>
            <pc:docMk/>
            <pc:sldMk cId="1669774448" sldId="765"/>
            <ac:spMk id="24" creationId="{6BD9C922-D795-F716-572E-2657DF5C7EFE}"/>
          </ac:spMkLst>
        </pc:spChg>
        <pc:spChg chg="add mod">
          <ac:chgData name="Marion Lacroix" userId="9df64882-6113-4c49-9d2b-3e68714ee988" providerId="ADAL" clId="{312BE368-1ED9-4C89-9F56-93BF55744060}" dt="2026-09-23T11:16:17.506" v="7456"/>
          <ac:spMkLst>
            <pc:docMk/>
            <pc:sldMk cId="1669774448" sldId="765"/>
            <ac:spMk id="33" creationId="{406AAB4F-DC26-19E7-6CAF-F62F0E34AB61}"/>
          </ac:spMkLst>
        </pc:spChg>
        <pc:spChg chg="add mod">
          <ac:chgData name="Marion Lacroix" userId="9df64882-6113-4c49-9d2b-3e68714ee988" providerId="ADAL" clId="{312BE368-1ED9-4C89-9F56-93BF55744060}" dt="2026-09-23T11:16:17.506" v="7456"/>
          <ac:spMkLst>
            <pc:docMk/>
            <pc:sldMk cId="1669774448" sldId="765"/>
            <ac:spMk id="34" creationId="{80988D6F-F98B-1E4A-530D-7E51C2A36E8F}"/>
          </ac:spMkLst>
        </pc:spChg>
        <pc:spChg chg="add mod">
          <ac:chgData name="Marion Lacroix" userId="9df64882-6113-4c49-9d2b-3e68714ee988" providerId="ADAL" clId="{312BE368-1ED9-4C89-9F56-93BF55744060}" dt="2026-09-23T11:16:17.506" v="7456"/>
          <ac:spMkLst>
            <pc:docMk/>
            <pc:sldMk cId="1669774448" sldId="765"/>
            <ac:spMk id="35" creationId="{F08AA1F0-6EF8-76E7-9B00-95112516DF59}"/>
          </ac:spMkLst>
        </pc:spChg>
        <pc:spChg chg="add mod">
          <ac:chgData name="Marion Lacroix" userId="9df64882-6113-4c49-9d2b-3e68714ee988" providerId="ADAL" clId="{312BE368-1ED9-4C89-9F56-93BF55744060}" dt="2026-09-23T11:16:17.506" v="7456"/>
          <ac:spMkLst>
            <pc:docMk/>
            <pc:sldMk cId="1669774448" sldId="765"/>
            <ac:spMk id="36" creationId="{C5246B70-D6B1-1ADB-F42E-AD8EE345503C}"/>
          </ac:spMkLst>
        </pc:spChg>
        <pc:spChg chg="add mod">
          <ac:chgData name="Marion Lacroix" userId="9df64882-6113-4c49-9d2b-3e68714ee988" providerId="ADAL" clId="{312BE368-1ED9-4C89-9F56-93BF55744060}" dt="2026-09-23T11:25:49.272" v="7743" actId="207"/>
          <ac:spMkLst>
            <pc:docMk/>
            <pc:sldMk cId="1669774448" sldId="765"/>
            <ac:spMk id="38" creationId="{AD2F7B8A-501D-AD88-ABDE-5CCF2DE2B664}"/>
          </ac:spMkLst>
        </pc:spChg>
        <pc:spChg chg="add mod">
          <ac:chgData name="Marion Lacroix" userId="9df64882-6113-4c49-9d2b-3e68714ee988" providerId="ADAL" clId="{312BE368-1ED9-4C89-9F56-93BF55744060}" dt="2026-09-23T11:48:42.049" v="8276" actId="1076"/>
          <ac:spMkLst>
            <pc:docMk/>
            <pc:sldMk cId="1669774448" sldId="765"/>
            <ac:spMk id="40" creationId="{A98084E9-A3D7-9D23-53E6-EF2F105EE07C}"/>
          </ac:spMkLst>
        </pc:spChg>
        <pc:spChg chg="add del mod">
          <ac:chgData name="Marion Lacroix" userId="9df64882-6113-4c49-9d2b-3e68714ee988" providerId="ADAL" clId="{312BE368-1ED9-4C89-9F56-93BF55744060}" dt="2026-10-06T16:27:11.497" v="15403" actId="478"/>
          <ac:spMkLst>
            <pc:docMk/>
            <pc:sldMk cId="1669774448" sldId="765"/>
            <ac:spMk id="41" creationId="{CF8C427C-93E7-B69D-332B-F42CFDDD6204}"/>
          </ac:spMkLst>
        </pc:spChg>
        <pc:spChg chg="add">
          <ac:chgData name="Marion Lacroix" userId="9df64882-6113-4c49-9d2b-3e68714ee988" providerId="ADAL" clId="{312BE368-1ED9-4C89-9F56-93BF55744060}" dt="2026-09-24T11:06:59.239" v="12807" actId="22"/>
          <ac:spMkLst>
            <pc:docMk/>
            <pc:sldMk cId="1669774448" sldId="765"/>
            <ac:spMk id="44" creationId="{617CAAB7-0198-FEA1-DBB6-CB02F58AE662}"/>
          </ac:spMkLst>
        </pc:spChg>
        <pc:picChg chg="del">
          <ac:chgData name="Marion Lacroix" userId="9df64882-6113-4c49-9d2b-3e68714ee988" providerId="ADAL" clId="{312BE368-1ED9-4C89-9F56-93BF55744060}" dt="2026-10-06T16:29:11.143" v="15457" actId="478"/>
          <ac:picMkLst>
            <pc:docMk/>
            <pc:sldMk cId="1669774448" sldId="765"/>
            <ac:picMk id="14" creationId="{640FD984-C4DE-495B-85D2-3524524D6832}"/>
          </ac:picMkLst>
        </pc:picChg>
        <pc:picChg chg="add mod">
          <ac:chgData name="Marion Lacroix" userId="9df64882-6113-4c49-9d2b-3e68714ee988" providerId="ADAL" clId="{312BE368-1ED9-4C89-9F56-93BF55744060}" dt="2026-09-23T11:40:49.600" v="8225" actId="1076"/>
          <ac:picMkLst>
            <pc:docMk/>
            <pc:sldMk cId="1669774448" sldId="765"/>
            <ac:picMk id="42" creationId="{7848B891-D342-983B-3FBA-6DFC8E8ECE47}"/>
          </ac:picMkLst>
        </pc:picChg>
      </pc:sldChg>
      <pc:sldChg chg="addSp delSp modSp add mod modShow">
        <pc:chgData name="Marion Lacroix" userId="9df64882-6113-4c49-9d2b-3e68714ee988" providerId="ADAL" clId="{312BE368-1ED9-4C89-9F56-93BF55744060}" dt="2026-10-06T16:29:40.258" v="15468" actId="478"/>
        <pc:sldMkLst>
          <pc:docMk/>
          <pc:sldMk cId="3686782687" sldId="770"/>
        </pc:sldMkLst>
        <pc:spChg chg="mod">
          <ac:chgData name="Marion Lacroix" userId="9df64882-6113-4c49-9d2b-3e68714ee988" providerId="ADAL" clId="{312BE368-1ED9-4C89-9F56-93BF55744060}" dt="2026-09-23T12:14:48.123" v="9711" actId="20577"/>
          <ac:spMkLst>
            <pc:docMk/>
            <pc:sldMk cId="3686782687" sldId="770"/>
            <ac:spMk id="3" creationId="{BE34F1E9-E0B0-4D42-8B7D-D8AAF906B584}"/>
          </ac:spMkLst>
        </pc:spChg>
        <pc:spChg chg="del">
          <ac:chgData name="Marion Lacroix" userId="9df64882-6113-4c49-9d2b-3e68714ee988" providerId="ADAL" clId="{312BE368-1ED9-4C89-9F56-93BF55744060}" dt="2026-10-06T16:27:52.361" v="15420" actId="478"/>
          <ac:spMkLst>
            <pc:docMk/>
            <pc:sldMk cId="3686782687" sldId="770"/>
            <ac:spMk id="4" creationId="{61EF50A8-3315-0BFD-AFA3-44FF589E883A}"/>
          </ac:spMkLst>
        </pc:spChg>
        <pc:spChg chg="add del mod">
          <ac:chgData name="Marion Lacroix" userId="9df64882-6113-4c49-9d2b-3e68714ee988" providerId="ADAL" clId="{312BE368-1ED9-4C89-9F56-93BF55744060}" dt="2026-10-06T16:27:53.492" v="15421" actId="478"/>
          <ac:spMkLst>
            <pc:docMk/>
            <pc:sldMk cId="3686782687" sldId="770"/>
            <ac:spMk id="7" creationId="{4437EF96-178B-CBBF-3C30-D7EE5D83E8F9}"/>
          </ac:spMkLst>
        </pc:spChg>
        <pc:spChg chg="add">
          <ac:chgData name="Marion Lacroix" userId="9df64882-6113-4c49-9d2b-3e68714ee988" providerId="ADAL" clId="{312BE368-1ED9-4C89-9F56-93BF55744060}" dt="2026-09-24T11:07:10.146" v="12813" actId="22"/>
          <ac:spMkLst>
            <pc:docMk/>
            <pc:sldMk cId="3686782687" sldId="770"/>
            <ac:spMk id="11" creationId="{ECE7F13C-CCDA-8458-3685-6504017C8B60}"/>
          </ac:spMkLst>
        </pc:spChg>
        <pc:picChg chg="del">
          <ac:chgData name="Marion Lacroix" userId="9df64882-6113-4c49-9d2b-3e68714ee988" providerId="ADAL" clId="{312BE368-1ED9-4C89-9F56-93BF55744060}" dt="2026-10-06T16:29:40.258" v="15468" actId="478"/>
          <ac:picMkLst>
            <pc:docMk/>
            <pc:sldMk cId="3686782687" sldId="770"/>
            <ac:picMk id="6" creationId="{573BE2D5-0BF8-45D2-A792-A93B5FFBE7D1}"/>
          </ac:picMkLst>
        </pc:picChg>
      </pc:sldChg>
      <pc:sldChg chg="addSp delSp modSp add mod ord delAnim modAnim">
        <pc:chgData name="Marion Lacroix" userId="9df64882-6113-4c49-9d2b-3e68714ee988" providerId="ADAL" clId="{312BE368-1ED9-4C89-9F56-93BF55744060}" dt="2026-10-07T08:54:44.036" v="15618" actId="478"/>
        <pc:sldMkLst>
          <pc:docMk/>
          <pc:sldMk cId="3325745834" sldId="776"/>
        </pc:sldMkLst>
        <pc:spChg chg="mod">
          <ac:chgData name="Marion Lacroix" userId="9df64882-6113-4c49-9d2b-3e68714ee988" providerId="ADAL" clId="{312BE368-1ED9-4C89-9F56-93BF55744060}" dt="2026-09-24T11:49:55.420" v="13330" actId="20577"/>
          <ac:spMkLst>
            <pc:docMk/>
            <pc:sldMk cId="3325745834" sldId="776"/>
            <ac:spMk id="2" creationId="{00000000-0000-0000-0000-000000000000}"/>
          </ac:spMkLst>
        </pc:spChg>
        <pc:spChg chg="del">
          <ac:chgData name="Marion Lacroix" userId="9df64882-6113-4c49-9d2b-3e68714ee988" providerId="ADAL" clId="{312BE368-1ED9-4C89-9F56-93BF55744060}" dt="2026-10-06T16:28:38.891" v="15443" actId="478"/>
          <ac:spMkLst>
            <pc:docMk/>
            <pc:sldMk cId="3325745834" sldId="776"/>
            <ac:spMk id="5" creationId="{75B367C8-7CC6-6DA8-703B-9D803E58754D}"/>
          </ac:spMkLst>
        </pc:spChg>
        <pc:spChg chg="add del mod">
          <ac:chgData name="Marion Lacroix" userId="9df64882-6113-4c49-9d2b-3e68714ee988" providerId="ADAL" clId="{312BE368-1ED9-4C89-9F56-93BF55744060}" dt="2026-10-06T16:28:40.002" v="15444" actId="478"/>
          <ac:spMkLst>
            <pc:docMk/>
            <pc:sldMk cId="3325745834" sldId="776"/>
            <ac:spMk id="6" creationId="{48D690F4-724B-0ABB-68CC-F184C926FA1E}"/>
          </ac:spMkLst>
        </pc:spChg>
        <pc:spChg chg="mod">
          <ac:chgData name="Marion Lacroix" userId="9df64882-6113-4c49-9d2b-3e68714ee988" providerId="ADAL" clId="{312BE368-1ED9-4C89-9F56-93BF55744060}" dt="2026-10-07T08:54:39.456" v="15617" actId="1076"/>
          <ac:spMkLst>
            <pc:docMk/>
            <pc:sldMk cId="3325745834" sldId="776"/>
            <ac:spMk id="7" creationId="{41114B76-0EAD-492D-B12C-3059C9651E4E}"/>
          </ac:spMkLst>
        </pc:spChg>
        <pc:spChg chg="add mod">
          <ac:chgData name="Marion Lacroix" userId="9df64882-6113-4c49-9d2b-3e68714ee988" providerId="ADAL" clId="{312BE368-1ED9-4C89-9F56-93BF55744060}" dt="2026-10-06T16:25:59.545" v="15364" actId="20577"/>
          <ac:spMkLst>
            <pc:docMk/>
            <pc:sldMk cId="3325745834" sldId="776"/>
            <ac:spMk id="13" creationId="{2D6FB67A-8D85-64DE-F23C-71ABBA0EA6F9}"/>
          </ac:spMkLst>
        </pc:spChg>
        <pc:spChg chg="add mod">
          <ac:chgData name="Marion Lacroix" userId="9df64882-6113-4c49-9d2b-3e68714ee988" providerId="ADAL" clId="{312BE368-1ED9-4C89-9F56-93BF55744060}" dt="2026-09-17T11:17:00.706" v="7060" actId="242"/>
          <ac:spMkLst>
            <pc:docMk/>
            <pc:sldMk cId="3325745834" sldId="776"/>
            <ac:spMk id="41" creationId="{43C2713C-BF78-2B73-AFA2-91C6F489D6AB}"/>
          </ac:spMkLst>
        </pc:spChg>
        <pc:picChg chg="add del mod">
          <ac:chgData name="Marion Lacroix" userId="9df64882-6113-4c49-9d2b-3e68714ee988" providerId="ADAL" clId="{312BE368-1ED9-4C89-9F56-93BF55744060}" dt="2026-10-06T14:36:55.571" v="14879" actId="21"/>
          <ac:picMkLst>
            <pc:docMk/>
            <pc:sldMk cId="3325745834" sldId="776"/>
            <ac:picMk id="9" creationId="{AB3E52E2-D415-A713-520D-5CD230555186}"/>
          </ac:picMkLst>
        </pc:picChg>
        <pc:picChg chg="add mod">
          <ac:chgData name="Marion Lacroix" userId="9df64882-6113-4c49-9d2b-3e68714ee988" providerId="ADAL" clId="{312BE368-1ED9-4C89-9F56-93BF55744060}" dt="2026-10-06T16:32:10.043" v="15510" actId="1076"/>
          <ac:picMkLst>
            <pc:docMk/>
            <pc:sldMk cId="3325745834" sldId="776"/>
            <ac:picMk id="10" creationId="{99CFA416-4EE7-44DC-032C-DCFC26FF2592}"/>
          </ac:picMkLst>
        </pc:picChg>
        <pc:picChg chg="del">
          <ac:chgData name="Marion Lacroix" userId="9df64882-6113-4c49-9d2b-3e68714ee988" providerId="ADAL" clId="{312BE368-1ED9-4C89-9F56-93BF55744060}" dt="2026-10-07T08:54:44.036" v="15618" actId="478"/>
          <ac:picMkLst>
            <pc:docMk/>
            <pc:sldMk cId="3325745834" sldId="776"/>
            <ac:picMk id="14" creationId="{640FD984-C4DE-495B-85D2-3524524D6832}"/>
          </ac:picMkLst>
        </pc:picChg>
      </pc:sldChg>
      <pc:sldChg chg="addSp delSp modSp mod">
        <pc:chgData name="Marion Lacroix" userId="9df64882-6113-4c49-9d2b-3e68714ee988" providerId="ADAL" clId="{312BE368-1ED9-4C89-9F56-93BF55744060}" dt="2026-10-06T16:27:05.052" v="15401" actId="478"/>
        <pc:sldMkLst>
          <pc:docMk/>
          <pc:sldMk cId="3601713197" sldId="778"/>
        </pc:sldMkLst>
        <pc:spChg chg="del mod">
          <ac:chgData name="Marion Lacroix" userId="9df64882-6113-4c49-9d2b-3e68714ee988" providerId="ADAL" clId="{312BE368-1ED9-4C89-9F56-93BF55744060}" dt="2026-10-06T16:27:05.052" v="15401" actId="478"/>
          <ac:spMkLst>
            <pc:docMk/>
            <pc:sldMk cId="3601713197" sldId="778"/>
            <ac:spMk id="2" creationId="{8A31229A-73AF-40B9-BDC6-362330BDF2D9}"/>
          </ac:spMkLst>
        </pc:spChg>
        <pc:spChg chg="del">
          <ac:chgData name="Marion Lacroix" userId="9df64882-6113-4c49-9d2b-3e68714ee988" providerId="ADAL" clId="{312BE368-1ED9-4C89-9F56-93BF55744060}" dt="2026-10-06T13:54:44.903" v="13434" actId="478"/>
          <ac:spMkLst>
            <pc:docMk/>
            <pc:sldMk cId="3601713197" sldId="778"/>
            <ac:spMk id="4" creationId="{547A30B6-44BF-4FE9-ACF4-C1DB3834F0B0}"/>
          </ac:spMkLst>
        </pc:spChg>
        <pc:spChg chg="mod">
          <ac:chgData name="Marion Lacroix" userId="9df64882-6113-4c49-9d2b-3e68714ee988" providerId="ADAL" clId="{312BE368-1ED9-4C89-9F56-93BF55744060}" dt="2026-10-06T13:54:54.736" v="13436" actId="20577"/>
          <ac:spMkLst>
            <pc:docMk/>
            <pc:sldMk cId="3601713197" sldId="778"/>
            <ac:spMk id="6" creationId="{00000000-0000-0000-0000-000000000000}"/>
          </ac:spMkLst>
        </pc:spChg>
        <pc:spChg chg="del">
          <ac:chgData name="Marion Lacroix" userId="9df64882-6113-4c49-9d2b-3e68714ee988" providerId="ADAL" clId="{312BE368-1ED9-4C89-9F56-93BF55744060}" dt="2026-10-06T16:27:03.037" v="15400" actId="478"/>
          <ac:spMkLst>
            <pc:docMk/>
            <pc:sldMk cId="3601713197" sldId="778"/>
            <ac:spMk id="8" creationId="{23C5C4C4-B3D8-4A4B-A2A2-51393C9BB76E}"/>
          </ac:spMkLst>
        </pc:spChg>
        <pc:spChg chg="mod">
          <ac:chgData name="Marion Lacroix" userId="9df64882-6113-4c49-9d2b-3e68714ee988" providerId="ADAL" clId="{312BE368-1ED9-4C89-9F56-93BF55744060}" dt="2026-09-18T12:57:38.277" v="7131" actId="554"/>
          <ac:spMkLst>
            <pc:docMk/>
            <pc:sldMk cId="3601713197" sldId="778"/>
            <ac:spMk id="20" creationId="{81D4F6B9-F858-4519-8D4C-063D756504E4}"/>
          </ac:spMkLst>
        </pc:spChg>
        <pc:picChg chg="add mod modCrop">
          <ac:chgData name="Marion Lacroix" userId="9df64882-6113-4c49-9d2b-3e68714ee988" providerId="ADAL" clId="{312BE368-1ED9-4C89-9F56-93BF55744060}" dt="2026-10-06T13:54:40.367" v="13433" actId="14100"/>
          <ac:picMkLst>
            <pc:docMk/>
            <pc:sldMk cId="3601713197" sldId="778"/>
            <ac:picMk id="16" creationId="{AB095C9E-886C-750B-4506-E24CBBCE4CCB}"/>
          </ac:picMkLst>
        </pc:picChg>
        <pc:picChg chg="mod">
          <ac:chgData name="Marion Lacroix" userId="9df64882-6113-4c49-9d2b-3e68714ee988" providerId="ADAL" clId="{312BE368-1ED9-4C89-9F56-93BF55744060}" dt="2026-09-18T12:57:59.790" v="7160" actId="1036"/>
          <ac:picMkLst>
            <pc:docMk/>
            <pc:sldMk cId="3601713197" sldId="778"/>
            <ac:picMk id="19" creationId="{15A9D933-5A52-49DE-9C4A-9BF3DAB50D5B}"/>
          </ac:picMkLst>
        </pc:picChg>
        <pc:picChg chg="add mod">
          <ac:chgData name="Marion Lacroix" userId="9df64882-6113-4c49-9d2b-3e68714ee988" providerId="ADAL" clId="{312BE368-1ED9-4C89-9F56-93BF55744060}" dt="2026-09-18T12:57:51.537" v="7155" actId="1035"/>
          <ac:picMkLst>
            <pc:docMk/>
            <pc:sldMk cId="3601713197" sldId="778"/>
            <ac:picMk id="21" creationId="{D2E6BBF7-2454-DD56-BF24-5A99E37C6607}"/>
          </ac:picMkLst>
        </pc:picChg>
        <pc:picChg chg="add mod">
          <ac:chgData name="Marion Lacroix" userId="9df64882-6113-4c49-9d2b-3e68714ee988" providerId="ADAL" clId="{312BE368-1ED9-4C89-9F56-93BF55744060}" dt="2026-09-18T12:57:48.182" v="7141" actId="1036"/>
          <ac:picMkLst>
            <pc:docMk/>
            <pc:sldMk cId="3601713197" sldId="778"/>
            <ac:picMk id="22" creationId="{6FB02973-52D6-29C1-8BD8-D8FF5FB9FF40}"/>
          </ac:picMkLst>
        </pc:picChg>
      </pc:sldChg>
      <pc:sldChg chg="addSp delSp modSp add mod ord">
        <pc:chgData name="Marion Lacroix" userId="9df64882-6113-4c49-9d2b-3e68714ee988" providerId="ADAL" clId="{312BE368-1ED9-4C89-9F56-93BF55744060}" dt="2026-10-06T16:32:52.061" v="15522" actId="1076"/>
        <pc:sldMkLst>
          <pc:docMk/>
          <pc:sldMk cId="3881652381" sldId="784"/>
        </pc:sldMkLst>
        <pc:spChg chg="mod">
          <ac:chgData name="Marion Lacroix" userId="9df64882-6113-4c49-9d2b-3e68714ee988" providerId="ADAL" clId="{312BE368-1ED9-4C89-9F56-93BF55744060}" dt="2026-10-06T14:35:34.908" v="14863" actId="255"/>
          <ac:spMkLst>
            <pc:docMk/>
            <pc:sldMk cId="3881652381" sldId="784"/>
            <ac:spMk id="3" creationId="{BE34F1E9-E0B0-4D42-8B7D-D8AAF906B584}"/>
          </ac:spMkLst>
        </pc:spChg>
        <pc:spChg chg="del">
          <ac:chgData name="Marion Lacroix" userId="9df64882-6113-4c49-9d2b-3e68714ee988" providerId="ADAL" clId="{312BE368-1ED9-4C89-9F56-93BF55744060}" dt="2026-10-06T16:28:53.643" v="15450" actId="478"/>
          <ac:spMkLst>
            <pc:docMk/>
            <pc:sldMk cId="3881652381" sldId="784"/>
            <ac:spMk id="5" creationId="{612F3099-AE0C-5F74-2FBD-65B264F29179}"/>
          </ac:spMkLst>
        </pc:spChg>
        <pc:spChg chg="add mod">
          <ac:chgData name="Marion Lacroix" userId="9df64882-6113-4c49-9d2b-3e68714ee988" providerId="ADAL" clId="{312BE368-1ED9-4C89-9F56-93BF55744060}" dt="2026-09-17T11:17:14.116" v="7062" actId="242"/>
          <ac:spMkLst>
            <pc:docMk/>
            <pc:sldMk cId="3881652381" sldId="784"/>
            <ac:spMk id="9" creationId="{8E496D26-48A1-0061-F3BA-C8D17ABEC0D3}"/>
          </ac:spMkLst>
        </pc:spChg>
        <pc:spChg chg="add del mod">
          <ac:chgData name="Marion Lacroix" userId="9df64882-6113-4c49-9d2b-3e68714ee988" providerId="ADAL" clId="{312BE368-1ED9-4C89-9F56-93BF55744060}" dt="2026-10-06T16:28:54.683" v="15451" actId="478"/>
          <ac:spMkLst>
            <pc:docMk/>
            <pc:sldMk cId="3881652381" sldId="784"/>
            <ac:spMk id="10" creationId="{6EDB1FD7-1770-B122-F50D-0D82CB042ACA}"/>
          </ac:spMkLst>
        </pc:spChg>
        <pc:spChg chg="add">
          <ac:chgData name="Marion Lacroix" userId="9df64882-6113-4c49-9d2b-3e68714ee988" providerId="ADAL" clId="{312BE368-1ED9-4C89-9F56-93BF55744060}" dt="2026-09-24T11:07:49.831" v="12831" actId="22"/>
          <ac:spMkLst>
            <pc:docMk/>
            <pc:sldMk cId="3881652381" sldId="784"/>
            <ac:spMk id="12" creationId="{C7C951BF-7A93-A396-0C20-80FE3C3C2064}"/>
          </ac:spMkLst>
        </pc:spChg>
        <pc:picChg chg="del">
          <ac:chgData name="Marion Lacroix" userId="9df64882-6113-4c49-9d2b-3e68714ee988" providerId="ADAL" clId="{312BE368-1ED9-4C89-9F56-93BF55744060}" dt="2026-10-06T16:30:41.076" v="15490" actId="478"/>
          <ac:picMkLst>
            <pc:docMk/>
            <pc:sldMk cId="3881652381" sldId="784"/>
            <ac:picMk id="6" creationId="{573BE2D5-0BF8-45D2-A792-A93B5FFBE7D1}"/>
          </ac:picMkLst>
        </pc:picChg>
        <pc:picChg chg="del mod">
          <ac:chgData name="Marion Lacroix" userId="9df64882-6113-4c49-9d2b-3e68714ee988" providerId="ADAL" clId="{312BE368-1ED9-4C89-9F56-93BF55744060}" dt="2026-10-06T16:30:43.210" v="15491" actId="478"/>
          <ac:picMkLst>
            <pc:docMk/>
            <pc:sldMk cId="3881652381" sldId="784"/>
            <ac:picMk id="7" creationId="{427B8787-529B-4DBD-8C14-94ED537BD066}"/>
          </ac:picMkLst>
        </pc:picChg>
        <pc:picChg chg="add mod">
          <ac:chgData name="Marion Lacroix" userId="9df64882-6113-4c49-9d2b-3e68714ee988" providerId="ADAL" clId="{312BE368-1ED9-4C89-9F56-93BF55744060}" dt="2026-10-06T16:32:52.061" v="15522" actId="1076"/>
          <ac:picMkLst>
            <pc:docMk/>
            <pc:sldMk cId="3881652381" sldId="784"/>
            <ac:picMk id="11" creationId="{D61E2E34-86DA-56F5-236D-5597DCBEC946}"/>
          </ac:picMkLst>
        </pc:picChg>
      </pc:sldChg>
      <pc:sldChg chg="addSp delSp modSp add mod ord modShow">
        <pc:chgData name="Marion Lacroix" userId="9df64882-6113-4c49-9d2b-3e68714ee988" providerId="ADAL" clId="{312BE368-1ED9-4C89-9F56-93BF55744060}" dt="2026-10-06T16:36:50.923" v="15559" actId="1076"/>
        <pc:sldMkLst>
          <pc:docMk/>
          <pc:sldMk cId="3948314181" sldId="785"/>
        </pc:sldMkLst>
        <pc:spChg chg="del">
          <ac:chgData name="Marion Lacroix" userId="9df64882-6113-4c49-9d2b-3e68714ee988" providerId="ADAL" clId="{312BE368-1ED9-4C89-9F56-93BF55744060}" dt="2026-10-06T16:27:44.889" v="15416" actId="478"/>
          <ac:spMkLst>
            <pc:docMk/>
            <pc:sldMk cId="3948314181" sldId="785"/>
            <ac:spMk id="4" creationId="{BD31C0A7-4BCE-E918-CD30-E6AFFCED28F2}"/>
          </ac:spMkLst>
        </pc:spChg>
        <pc:spChg chg="add del mod">
          <ac:chgData name="Marion Lacroix" userId="9df64882-6113-4c49-9d2b-3e68714ee988" providerId="ADAL" clId="{312BE368-1ED9-4C89-9F56-93BF55744060}" dt="2026-10-06T16:27:46.473" v="15417" actId="478"/>
          <ac:spMkLst>
            <pc:docMk/>
            <pc:sldMk cId="3948314181" sldId="785"/>
            <ac:spMk id="7" creationId="{EE441FA8-97D2-B31F-8C53-62539870D11F}"/>
          </ac:spMkLst>
        </pc:spChg>
        <pc:spChg chg="add">
          <ac:chgData name="Marion Lacroix" userId="9df64882-6113-4c49-9d2b-3e68714ee988" providerId="ADAL" clId="{312BE368-1ED9-4C89-9F56-93BF55744060}" dt="2026-09-24T11:07:11.425" v="12814" actId="22"/>
          <ac:spMkLst>
            <pc:docMk/>
            <pc:sldMk cId="3948314181" sldId="785"/>
            <ac:spMk id="10" creationId="{E7ED3FD9-6A9F-CD86-A41A-3D7AA95B497B}"/>
          </ac:spMkLst>
        </pc:spChg>
        <pc:spChg chg="mod">
          <ac:chgData name="Marion Lacroix" userId="9df64882-6113-4c49-9d2b-3e68714ee988" providerId="ADAL" clId="{312BE368-1ED9-4C89-9F56-93BF55744060}" dt="2026-09-23T13:44:42.173" v="11618" actId="1076"/>
          <ac:spMkLst>
            <pc:docMk/>
            <pc:sldMk cId="3948314181" sldId="785"/>
            <ac:spMk id="28" creationId="{68CA874C-FF39-47F3-B6CB-1D51492A8661}"/>
          </ac:spMkLst>
        </pc:spChg>
        <pc:picChg chg="add mod">
          <ac:chgData name="Marion Lacroix" userId="9df64882-6113-4c49-9d2b-3e68714ee988" providerId="ADAL" clId="{312BE368-1ED9-4C89-9F56-93BF55744060}" dt="2026-09-23T13:44:24.523" v="11571" actId="1035"/>
          <ac:picMkLst>
            <pc:docMk/>
            <pc:sldMk cId="3948314181" sldId="785"/>
            <ac:picMk id="5" creationId="{9019917C-0501-4BC1-FB5B-D17D51E6A053}"/>
          </ac:picMkLst>
        </pc:picChg>
        <pc:picChg chg="del">
          <ac:chgData name="Marion Lacroix" userId="9df64882-6113-4c49-9d2b-3e68714ee988" providerId="ADAL" clId="{312BE368-1ED9-4C89-9F56-93BF55744060}" dt="2026-10-06T16:29:36.331" v="15466" actId="478"/>
          <ac:picMkLst>
            <pc:docMk/>
            <pc:sldMk cId="3948314181" sldId="785"/>
            <ac:picMk id="6" creationId="{573BE2D5-0BF8-45D2-A792-A93B5FFBE7D1}"/>
          </ac:picMkLst>
        </pc:picChg>
        <pc:picChg chg="add mod">
          <ac:chgData name="Marion Lacroix" userId="9df64882-6113-4c49-9d2b-3e68714ee988" providerId="ADAL" clId="{312BE368-1ED9-4C89-9F56-93BF55744060}" dt="2026-09-23T13:44:30.206" v="11615" actId="1035"/>
          <ac:picMkLst>
            <pc:docMk/>
            <pc:sldMk cId="3948314181" sldId="785"/>
            <ac:picMk id="8" creationId="{97D5A5DD-3DFA-91B1-CCA1-FE0F277506E1}"/>
          </ac:picMkLst>
        </pc:picChg>
        <pc:picChg chg="add del mod">
          <ac:chgData name="Marion Lacroix" userId="9df64882-6113-4c49-9d2b-3e68714ee988" providerId="ADAL" clId="{312BE368-1ED9-4C89-9F56-93BF55744060}" dt="2026-10-06T16:36:24.615" v="15553" actId="478"/>
          <ac:picMkLst>
            <pc:docMk/>
            <pc:sldMk cId="3948314181" sldId="785"/>
            <ac:picMk id="11" creationId="{2CD80C9B-FD5F-9E78-80FE-0319E09A23BC}"/>
          </ac:picMkLst>
        </pc:picChg>
        <pc:picChg chg="add mod">
          <ac:chgData name="Marion Lacroix" userId="9df64882-6113-4c49-9d2b-3e68714ee988" providerId="ADAL" clId="{312BE368-1ED9-4C89-9F56-93BF55744060}" dt="2026-10-06T16:36:50.923" v="15559" actId="1076"/>
          <ac:picMkLst>
            <pc:docMk/>
            <pc:sldMk cId="3948314181" sldId="785"/>
            <ac:picMk id="13" creationId="{E2CB902F-2C4D-02B8-0AFE-BF738CB8384E}"/>
          </ac:picMkLst>
        </pc:picChg>
        <pc:picChg chg="mod">
          <ac:chgData name="Marion Lacroix" userId="9df64882-6113-4c49-9d2b-3e68714ee988" providerId="ADAL" clId="{312BE368-1ED9-4C89-9F56-93BF55744060}" dt="2026-09-23T13:44:37.576" v="11617" actId="1076"/>
          <ac:picMkLst>
            <pc:docMk/>
            <pc:sldMk cId="3948314181" sldId="785"/>
            <ac:picMk id="26" creationId="{BA94DC30-A1A6-461F-8B50-096B6AC8ABCC}"/>
          </ac:picMkLst>
        </pc:picChg>
      </pc:sldChg>
      <pc:sldChg chg="delSp modSp add mod">
        <pc:chgData name="Marion Lacroix" userId="9df64882-6113-4c49-9d2b-3e68714ee988" providerId="ADAL" clId="{312BE368-1ED9-4C89-9F56-93BF55744060}" dt="2026-10-06T16:29:06.857" v="15454" actId="478"/>
        <pc:sldMkLst>
          <pc:docMk/>
          <pc:sldMk cId="3772503502" sldId="811"/>
        </pc:sldMkLst>
        <pc:spChg chg="del">
          <ac:chgData name="Marion Lacroix" userId="9df64882-6113-4c49-9d2b-3e68714ee988" providerId="ADAL" clId="{312BE368-1ED9-4C89-9F56-93BF55744060}" dt="2026-10-06T16:27:08.603" v="15402" actId="478"/>
          <ac:spMkLst>
            <pc:docMk/>
            <pc:sldMk cId="3772503502" sldId="811"/>
            <ac:spMk id="3" creationId="{1F3C5657-FD52-1C4A-7333-7CC19E5A99E8}"/>
          </ac:spMkLst>
        </pc:spChg>
        <pc:spChg chg="mod">
          <ac:chgData name="Marion Lacroix" userId="9df64882-6113-4c49-9d2b-3e68714ee988" providerId="ADAL" clId="{312BE368-1ED9-4C89-9F56-93BF55744060}" dt="2026-09-23T11:11:43.195" v="7239" actId="20577"/>
          <ac:spMkLst>
            <pc:docMk/>
            <pc:sldMk cId="3772503502" sldId="811"/>
            <ac:spMk id="6" creationId="{5CBA4779-180D-8348-40E9-82B7A5C2A30A}"/>
          </ac:spMkLst>
        </pc:spChg>
        <pc:picChg chg="mod">
          <ac:chgData name="Marion Lacroix" userId="9df64882-6113-4c49-9d2b-3e68714ee988" providerId="ADAL" clId="{312BE368-1ED9-4C89-9F56-93BF55744060}" dt="2026-09-16T11:32:27.824" v="1249" actId="1038"/>
          <ac:picMkLst>
            <pc:docMk/>
            <pc:sldMk cId="3772503502" sldId="811"/>
            <ac:picMk id="5" creationId="{B18DC686-C374-127F-EABF-03011DC1B1AD}"/>
          </ac:picMkLst>
        </pc:picChg>
        <pc:picChg chg="del">
          <ac:chgData name="Marion Lacroix" userId="9df64882-6113-4c49-9d2b-3e68714ee988" providerId="ADAL" clId="{312BE368-1ED9-4C89-9F56-93BF55744060}" dt="2026-10-06T16:29:06.857" v="15454" actId="478"/>
          <ac:picMkLst>
            <pc:docMk/>
            <pc:sldMk cId="3772503502" sldId="811"/>
            <ac:picMk id="17" creationId="{5D527243-034F-7091-9FC1-D6A9D58BEE60}"/>
          </ac:picMkLst>
        </pc:picChg>
      </pc:sldChg>
      <pc:sldChg chg="addSp delSp modSp add mod ord modShow">
        <pc:chgData name="Marion Lacroix" userId="9df64882-6113-4c49-9d2b-3e68714ee988" providerId="ADAL" clId="{312BE368-1ED9-4C89-9F56-93BF55744060}" dt="2026-10-06T16:30:17.159" v="15484" actId="1076"/>
        <pc:sldMkLst>
          <pc:docMk/>
          <pc:sldMk cId="3311166845" sldId="824"/>
        </pc:sldMkLst>
        <pc:spChg chg="del mod">
          <ac:chgData name="Marion Lacroix" userId="9df64882-6113-4c49-9d2b-3e68714ee988" providerId="ADAL" clId="{312BE368-1ED9-4C89-9F56-93BF55744060}" dt="2026-10-06T16:28:34.083" v="15440" actId="478"/>
          <ac:spMkLst>
            <pc:docMk/>
            <pc:sldMk cId="3311166845" sldId="824"/>
            <ac:spMk id="3" creationId="{7CE8ECFD-467F-D1CE-FEED-453BF45A70D0}"/>
          </ac:spMkLst>
        </pc:spChg>
        <pc:spChg chg="add del mod">
          <ac:chgData name="Marion Lacroix" userId="9df64882-6113-4c49-9d2b-3e68714ee988" providerId="ADAL" clId="{312BE368-1ED9-4C89-9F56-93BF55744060}" dt="2026-10-06T16:28:35.307" v="15442" actId="478"/>
          <ac:spMkLst>
            <pc:docMk/>
            <pc:sldMk cId="3311166845" sldId="824"/>
            <ac:spMk id="4" creationId="{30513082-19C5-EFCE-7618-737A0DA68BF3}"/>
          </ac:spMkLst>
        </pc:spChg>
        <pc:spChg chg="mod">
          <ac:chgData name="Marion Lacroix" userId="9df64882-6113-4c49-9d2b-3e68714ee988" providerId="ADAL" clId="{312BE368-1ED9-4C89-9F56-93BF55744060}" dt="2026-09-17T10:42:59.625" v="6098" actId="1076"/>
          <ac:spMkLst>
            <pc:docMk/>
            <pc:sldMk cId="3311166845" sldId="824"/>
            <ac:spMk id="8" creationId="{C6747CBE-0BF9-ADD6-413D-B6CF26ECE86B}"/>
          </ac:spMkLst>
        </pc:spChg>
        <pc:spChg chg="mod">
          <ac:chgData name="Marion Lacroix" userId="9df64882-6113-4c49-9d2b-3e68714ee988" providerId="ADAL" clId="{312BE368-1ED9-4C89-9F56-93BF55744060}" dt="2026-09-17T11:16:50.117" v="7059" actId="242"/>
          <ac:spMkLst>
            <pc:docMk/>
            <pc:sldMk cId="3311166845" sldId="824"/>
            <ac:spMk id="14" creationId="{FC454779-EC8E-4022-79EF-D39085F9AEEE}"/>
          </ac:spMkLst>
        </pc:spChg>
        <pc:picChg chg="del">
          <ac:chgData name="Marion Lacroix" userId="9df64882-6113-4c49-9d2b-3e68714ee988" providerId="ADAL" clId="{312BE368-1ED9-4C89-9F56-93BF55744060}" dt="2026-10-06T16:30:02.821" v="15479" actId="478"/>
          <ac:picMkLst>
            <pc:docMk/>
            <pc:sldMk cId="3311166845" sldId="824"/>
            <ac:picMk id="6" creationId="{7CE75BBD-B19A-7268-BD6C-10CE21A7ECD2}"/>
          </ac:picMkLst>
        </pc:picChg>
        <pc:picChg chg="mod">
          <ac:chgData name="Marion Lacroix" userId="9df64882-6113-4c49-9d2b-3e68714ee988" providerId="ADAL" clId="{312BE368-1ED9-4C89-9F56-93BF55744060}" dt="2026-10-06T16:30:17.159" v="15484" actId="1076"/>
          <ac:picMkLst>
            <pc:docMk/>
            <pc:sldMk cId="3311166845" sldId="824"/>
            <ac:picMk id="7" creationId="{7084B568-0834-66C6-9F62-CABF0D88F0C3}"/>
          </ac:picMkLst>
        </pc:picChg>
        <pc:picChg chg="mod">
          <ac:chgData name="Marion Lacroix" userId="9df64882-6113-4c49-9d2b-3e68714ee988" providerId="ADAL" clId="{312BE368-1ED9-4C89-9F56-93BF55744060}" dt="2026-10-06T16:30:17.159" v="15484" actId="1076"/>
          <ac:picMkLst>
            <pc:docMk/>
            <pc:sldMk cId="3311166845" sldId="824"/>
            <ac:picMk id="10" creationId="{D6229285-6EE9-5C7C-6482-AF9E896574D9}"/>
          </ac:picMkLst>
        </pc:picChg>
        <pc:picChg chg="mod">
          <ac:chgData name="Marion Lacroix" userId="9df64882-6113-4c49-9d2b-3e68714ee988" providerId="ADAL" clId="{312BE368-1ED9-4C89-9F56-93BF55744060}" dt="2026-10-06T16:30:17.159" v="15484" actId="1076"/>
          <ac:picMkLst>
            <pc:docMk/>
            <pc:sldMk cId="3311166845" sldId="824"/>
            <ac:picMk id="13" creationId="{E08DEAD0-1653-45D3-4B5E-5B8DCF94F02A}"/>
          </ac:picMkLst>
        </pc:picChg>
      </pc:sldChg>
      <pc:sldChg chg="addSp delSp modSp add mod delAnim modAnim">
        <pc:chgData name="Marion Lacroix" userId="9df64882-6113-4c49-9d2b-3e68714ee988" providerId="ADAL" clId="{312BE368-1ED9-4C89-9F56-93BF55744060}" dt="2026-10-06T16:29:13.189" v="15458" actId="478"/>
        <pc:sldMkLst>
          <pc:docMk/>
          <pc:sldMk cId="4039501644" sldId="831"/>
        </pc:sldMkLst>
        <pc:spChg chg="del">
          <ac:chgData name="Marion Lacroix" userId="9df64882-6113-4c49-9d2b-3e68714ee988" providerId="ADAL" clId="{312BE368-1ED9-4C89-9F56-93BF55744060}" dt="2026-10-06T16:27:15.607" v="15405" actId="478"/>
          <ac:spMkLst>
            <pc:docMk/>
            <pc:sldMk cId="4039501644" sldId="831"/>
            <ac:spMk id="2" creationId="{B8244400-9449-5471-530D-870177ED73FD}"/>
          </ac:spMkLst>
        </pc:spChg>
        <pc:spChg chg="add del mod">
          <ac:chgData name="Marion Lacroix" userId="9df64882-6113-4c49-9d2b-3e68714ee988" providerId="ADAL" clId="{312BE368-1ED9-4C89-9F56-93BF55744060}" dt="2026-10-06T16:27:14.248" v="15404" actId="478"/>
          <ac:spMkLst>
            <pc:docMk/>
            <pc:sldMk cId="4039501644" sldId="831"/>
            <ac:spMk id="9" creationId="{3E7DB4E6-27E8-1F19-3008-7EF9CB78EAC6}"/>
          </ac:spMkLst>
        </pc:spChg>
        <pc:spChg chg="add">
          <ac:chgData name="Marion Lacroix" userId="9df64882-6113-4c49-9d2b-3e68714ee988" providerId="ADAL" clId="{312BE368-1ED9-4C89-9F56-93BF55744060}" dt="2026-09-24T11:07:00.988" v="12808" actId="22"/>
          <ac:spMkLst>
            <pc:docMk/>
            <pc:sldMk cId="4039501644" sldId="831"/>
            <ac:spMk id="12" creationId="{8E666C25-E5D5-8662-3AA0-537DC52B461A}"/>
          </ac:spMkLst>
        </pc:spChg>
        <pc:spChg chg="mod">
          <ac:chgData name="Marion Lacroix" userId="9df64882-6113-4c49-9d2b-3e68714ee988" providerId="ADAL" clId="{312BE368-1ED9-4C89-9F56-93BF55744060}" dt="2026-09-23T11:49:59.269" v="8292" actId="403"/>
          <ac:spMkLst>
            <pc:docMk/>
            <pc:sldMk cId="4039501644" sldId="831"/>
            <ac:spMk id="14" creationId="{97211E77-5E3C-6A93-5AD7-33E3DB964AB6}"/>
          </ac:spMkLst>
        </pc:spChg>
        <pc:picChg chg="mod">
          <ac:chgData name="Marion Lacroix" userId="9df64882-6113-4c49-9d2b-3e68714ee988" providerId="ADAL" clId="{312BE368-1ED9-4C89-9F56-93BF55744060}" dt="2026-09-23T11:49:43.936" v="8290" actId="14100"/>
          <ac:picMkLst>
            <pc:docMk/>
            <pc:sldMk cId="4039501644" sldId="831"/>
            <ac:picMk id="4" creationId="{E5422FB2-3EC5-6741-D514-6380C569403D}"/>
          </ac:picMkLst>
        </pc:picChg>
        <pc:picChg chg="del">
          <ac:chgData name="Marion Lacroix" userId="9df64882-6113-4c49-9d2b-3e68714ee988" providerId="ADAL" clId="{312BE368-1ED9-4C89-9F56-93BF55744060}" dt="2026-10-06T16:29:13.189" v="15458" actId="478"/>
          <ac:picMkLst>
            <pc:docMk/>
            <pc:sldMk cId="4039501644" sldId="831"/>
            <ac:picMk id="13" creationId="{D4C7271A-2B06-95F3-11D7-5B257F65D20A}"/>
          </ac:picMkLst>
        </pc:picChg>
      </pc:sldChg>
      <pc:sldChg chg="addSp delSp modSp add mod">
        <pc:chgData name="Marion Lacroix" userId="9df64882-6113-4c49-9d2b-3e68714ee988" providerId="ADAL" clId="{312BE368-1ED9-4C89-9F56-93BF55744060}" dt="2026-10-06T16:29:19.101" v="15461" actId="478"/>
        <pc:sldMkLst>
          <pc:docMk/>
          <pc:sldMk cId="1953970847" sldId="832"/>
        </pc:sldMkLst>
        <pc:spChg chg="del">
          <ac:chgData name="Marion Lacroix" userId="9df64882-6113-4c49-9d2b-3e68714ee988" providerId="ADAL" clId="{312BE368-1ED9-4C89-9F56-93BF55744060}" dt="2026-10-06T16:27:30.448" v="15412" actId="478"/>
          <ac:spMkLst>
            <pc:docMk/>
            <pc:sldMk cId="1953970847" sldId="832"/>
            <ac:spMk id="3" creationId="{0259771E-410F-41EA-9BCA-46690C20639B}"/>
          </ac:spMkLst>
        </pc:spChg>
        <pc:spChg chg="mod">
          <ac:chgData name="Marion Lacroix" userId="9df64882-6113-4c49-9d2b-3e68714ee988" providerId="ADAL" clId="{312BE368-1ED9-4C89-9F56-93BF55744060}" dt="2026-10-06T13:57:48.612" v="13460" actId="20577"/>
          <ac:spMkLst>
            <pc:docMk/>
            <pc:sldMk cId="1953970847" sldId="832"/>
            <ac:spMk id="6" creationId="{BD8E21F8-FF88-B1FF-9143-CEDDE45C4A37}"/>
          </ac:spMkLst>
        </pc:spChg>
        <pc:picChg chg="add mod">
          <ac:chgData name="Marion Lacroix" userId="9df64882-6113-4c49-9d2b-3e68714ee988" providerId="ADAL" clId="{312BE368-1ED9-4C89-9F56-93BF55744060}" dt="2026-10-06T13:57:52.731" v="13461" actId="1076"/>
          <ac:picMkLst>
            <pc:docMk/>
            <pc:sldMk cId="1953970847" sldId="832"/>
            <ac:picMk id="10" creationId="{EA7E2DCA-B3EB-02A5-EB71-1B9C5FB33828}"/>
          </ac:picMkLst>
        </pc:picChg>
        <pc:picChg chg="del">
          <ac:chgData name="Marion Lacroix" userId="9df64882-6113-4c49-9d2b-3e68714ee988" providerId="ADAL" clId="{312BE368-1ED9-4C89-9F56-93BF55744060}" dt="2026-10-06T16:29:19.101" v="15461" actId="478"/>
          <ac:picMkLst>
            <pc:docMk/>
            <pc:sldMk cId="1953970847" sldId="832"/>
            <ac:picMk id="17" creationId="{A11725EF-94DB-9173-20C4-97EEFFFF8502}"/>
          </ac:picMkLst>
        </pc:picChg>
      </pc:sldChg>
      <pc:sldChg chg="addSp delSp modSp add mod">
        <pc:chgData name="Marion Lacroix" userId="9df64882-6113-4c49-9d2b-3e68714ee988" providerId="ADAL" clId="{312BE368-1ED9-4C89-9F56-93BF55744060}" dt="2026-10-06T16:29:44.555" v="15470" actId="478"/>
        <pc:sldMkLst>
          <pc:docMk/>
          <pc:sldMk cId="101419660" sldId="833"/>
        </pc:sldMkLst>
        <pc:spChg chg="del">
          <ac:chgData name="Marion Lacroix" userId="9df64882-6113-4c49-9d2b-3e68714ee988" providerId="ADAL" clId="{312BE368-1ED9-4C89-9F56-93BF55744060}" dt="2026-10-06T16:28:00.960" v="15424" actId="478"/>
          <ac:spMkLst>
            <pc:docMk/>
            <pc:sldMk cId="101419660" sldId="833"/>
            <ac:spMk id="3" creationId="{5E2B03C4-7687-4E16-8BFF-E27D028CB9A4}"/>
          </ac:spMkLst>
        </pc:spChg>
        <pc:spChg chg="mod">
          <ac:chgData name="Marion Lacroix" userId="9df64882-6113-4c49-9d2b-3e68714ee988" providerId="ADAL" clId="{312BE368-1ED9-4C89-9F56-93BF55744060}" dt="2026-09-24T13:06:27.028" v="13359" actId="20577"/>
          <ac:spMkLst>
            <pc:docMk/>
            <pc:sldMk cId="101419660" sldId="833"/>
            <ac:spMk id="6" creationId="{D6FE931C-FB1A-7FA7-8FC6-B16A8595BC28}"/>
          </ac:spMkLst>
        </pc:spChg>
        <pc:picChg chg="add mod">
          <ac:chgData name="Marion Lacroix" userId="9df64882-6113-4c49-9d2b-3e68714ee988" providerId="ADAL" clId="{312BE368-1ED9-4C89-9F56-93BF55744060}" dt="2026-09-23T13:42:05.979" v="11367" actId="1076"/>
          <ac:picMkLst>
            <pc:docMk/>
            <pc:sldMk cId="101419660" sldId="833"/>
            <ac:picMk id="7" creationId="{F774F784-0E99-AC5D-9DC9-61C8DDFEDD0E}"/>
          </ac:picMkLst>
        </pc:picChg>
        <pc:picChg chg="del">
          <ac:chgData name="Marion Lacroix" userId="9df64882-6113-4c49-9d2b-3e68714ee988" providerId="ADAL" clId="{312BE368-1ED9-4C89-9F56-93BF55744060}" dt="2026-10-06T16:29:44.555" v="15470" actId="478"/>
          <ac:picMkLst>
            <pc:docMk/>
            <pc:sldMk cId="101419660" sldId="833"/>
            <ac:picMk id="17" creationId="{89FB7625-02C8-228B-41A9-9CE10E9EAFDF}"/>
          </ac:picMkLst>
        </pc:picChg>
      </pc:sldChg>
      <pc:sldChg chg="addSp delSp modSp add mod delAnim modAnim">
        <pc:chgData name="Marion Lacroix" userId="9df64882-6113-4c49-9d2b-3e68714ee988" providerId="ADAL" clId="{312BE368-1ED9-4C89-9F56-93BF55744060}" dt="2026-10-06T16:29:16.940" v="15460" actId="478"/>
        <pc:sldMkLst>
          <pc:docMk/>
          <pc:sldMk cId="2057442500" sldId="835"/>
        </pc:sldMkLst>
        <pc:spChg chg="del">
          <ac:chgData name="Marion Lacroix" userId="9df64882-6113-4c49-9d2b-3e68714ee988" providerId="ADAL" clId="{312BE368-1ED9-4C89-9F56-93BF55744060}" dt="2026-10-06T16:27:25.802" v="15410" actId="478"/>
          <ac:spMkLst>
            <pc:docMk/>
            <pc:sldMk cId="2057442500" sldId="835"/>
            <ac:spMk id="5" creationId="{A19D53D6-347B-BE03-A017-1B428F6CEBDA}"/>
          </ac:spMkLst>
        </pc:spChg>
        <pc:spChg chg="mod">
          <ac:chgData name="Marion Lacroix" userId="9df64882-6113-4c49-9d2b-3e68714ee988" providerId="ADAL" clId="{312BE368-1ED9-4C89-9F56-93BF55744060}" dt="2026-09-24T13:07:51.063" v="13379" actId="20577"/>
          <ac:spMkLst>
            <pc:docMk/>
            <pc:sldMk cId="2057442500" sldId="835"/>
            <ac:spMk id="7" creationId="{59ACF8C3-2936-E637-42A6-8D644F9F6759}"/>
          </ac:spMkLst>
        </pc:spChg>
        <pc:spChg chg="add mod">
          <ac:chgData name="Marion Lacroix" userId="9df64882-6113-4c49-9d2b-3e68714ee988" providerId="ADAL" clId="{312BE368-1ED9-4C89-9F56-93BF55744060}" dt="2026-09-24T13:07:55.309" v="13380" actId="1076"/>
          <ac:spMkLst>
            <pc:docMk/>
            <pc:sldMk cId="2057442500" sldId="835"/>
            <ac:spMk id="9" creationId="{9E3E0E92-E2B5-A2D7-8C08-DA499D74EA04}"/>
          </ac:spMkLst>
        </pc:spChg>
        <pc:spChg chg="add del mod">
          <ac:chgData name="Marion Lacroix" userId="9df64882-6113-4c49-9d2b-3e68714ee988" providerId="ADAL" clId="{312BE368-1ED9-4C89-9F56-93BF55744060}" dt="2026-10-06T16:27:27.090" v="15411" actId="478"/>
          <ac:spMkLst>
            <pc:docMk/>
            <pc:sldMk cId="2057442500" sldId="835"/>
            <ac:spMk id="11" creationId="{675A853C-3149-7052-70A0-D64604C2BE30}"/>
          </ac:spMkLst>
        </pc:spChg>
        <pc:spChg chg="add">
          <ac:chgData name="Marion Lacroix" userId="9df64882-6113-4c49-9d2b-3e68714ee988" providerId="ADAL" clId="{312BE368-1ED9-4C89-9F56-93BF55744060}" dt="2026-09-24T11:07:04.894" v="12810" actId="22"/>
          <ac:spMkLst>
            <pc:docMk/>
            <pc:sldMk cId="2057442500" sldId="835"/>
            <ac:spMk id="15" creationId="{26B40534-332C-12AB-EB33-976EE310A60A}"/>
          </ac:spMkLst>
        </pc:spChg>
        <pc:picChg chg="add del mod">
          <ac:chgData name="Marion Lacroix" userId="9df64882-6113-4c49-9d2b-3e68714ee988" providerId="ADAL" clId="{312BE368-1ED9-4C89-9F56-93BF55744060}" dt="2026-10-06T16:27:24.347" v="15409" actId="478"/>
          <ac:picMkLst>
            <pc:docMk/>
            <pc:sldMk cId="2057442500" sldId="835"/>
            <ac:picMk id="8" creationId="{9B4D3BDF-9676-1501-C17D-3031042CAC4C}"/>
          </ac:picMkLst>
        </pc:picChg>
        <pc:picChg chg="del">
          <ac:chgData name="Marion Lacroix" userId="9df64882-6113-4c49-9d2b-3e68714ee988" providerId="ADAL" clId="{312BE368-1ED9-4C89-9F56-93BF55744060}" dt="2026-10-06T16:29:16.940" v="15460" actId="478"/>
          <ac:picMkLst>
            <pc:docMk/>
            <pc:sldMk cId="2057442500" sldId="835"/>
            <ac:picMk id="14" creationId="{38E249C2-7FEF-3E17-A4B7-2A5033E1AF97}"/>
          </ac:picMkLst>
        </pc:picChg>
        <pc:picChg chg="add mod">
          <ac:chgData name="Marion Lacroix" userId="9df64882-6113-4c49-9d2b-3e68714ee988" providerId="ADAL" clId="{312BE368-1ED9-4C89-9F56-93BF55744060}" dt="2026-09-23T11:40:02.202" v="8195" actId="1076"/>
          <ac:picMkLst>
            <pc:docMk/>
            <pc:sldMk cId="2057442500" sldId="835"/>
            <ac:picMk id="16" creationId="{19FDCFBB-865B-89C4-106C-F8E9B9CCBDB2}"/>
          </ac:picMkLst>
        </pc:picChg>
      </pc:sldChg>
      <pc:sldChg chg="addSp delSp modSp add mod ord delAnim modAnim">
        <pc:chgData name="Marion Lacroix" userId="9df64882-6113-4c49-9d2b-3e68714ee988" providerId="ADAL" clId="{312BE368-1ED9-4C89-9F56-93BF55744060}" dt="2026-10-06T16:29:14.715" v="15459" actId="478"/>
        <pc:sldMkLst>
          <pc:docMk/>
          <pc:sldMk cId="1064183738" sldId="837"/>
        </pc:sldMkLst>
        <pc:spChg chg="del">
          <ac:chgData name="Marion Lacroix" userId="9df64882-6113-4c49-9d2b-3e68714ee988" providerId="ADAL" clId="{312BE368-1ED9-4C89-9F56-93BF55744060}" dt="2026-10-06T16:27:20.693" v="15407" actId="478"/>
          <ac:spMkLst>
            <pc:docMk/>
            <pc:sldMk cId="1064183738" sldId="837"/>
            <ac:spMk id="3" creationId="{26A50143-CDD3-F41B-A671-4A87D6D8E06F}"/>
          </ac:spMkLst>
        </pc:spChg>
        <pc:spChg chg="add del mod">
          <ac:chgData name="Marion Lacroix" userId="9df64882-6113-4c49-9d2b-3e68714ee988" providerId="ADAL" clId="{312BE368-1ED9-4C89-9F56-93BF55744060}" dt="2026-10-06T16:27:19.104" v="15406" actId="478"/>
          <ac:spMkLst>
            <pc:docMk/>
            <pc:sldMk cId="1064183738" sldId="837"/>
            <ac:spMk id="4" creationId="{CF6E088A-5263-F88F-8C5C-15B764AECB5F}"/>
          </ac:spMkLst>
        </pc:spChg>
        <pc:spChg chg="add">
          <ac:chgData name="Marion Lacroix" userId="9df64882-6113-4c49-9d2b-3e68714ee988" providerId="ADAL" clId="{312BE368-1ED9-4C89-9F56-93BF55744060}" dt="2026-09-24T11:07:02.893" v="12809" actId="22"/>
          <ac:spMkLst>
            <pc:docMk/>
            <pc:sldMk cId="1064183738" sldId="837"/>
            <ac:spMk id="8" creationId="{CB5077CE-41ED-902D-D3B9-EFF1DCC423A0}"/>
          </ac:spMkLst>
        </pc:spChg>
        <pc:spChg chg="add mod">
          <ac:chgData name="Marion Lacroix" userId="9df64882-6113-4c49-9d2b-3e68714ee988" providerId="ADAL" clId="{312BE368-1ED9-4C89-9F56-93BF55744060}" dt="2026-09-23T11:45:48.452" v="8257" actId="207"/>
          <ac:spMkLst>
            <pc:docMk/>
            <pc:sldMk cId="1064183738" sldId="837"/>
            <ac:spMk id="44" creationId="{F6C968E9-A395-BB37-459C-251A58F6F6A6}"/>
          </ac:spMkLst>
        </pc:spChg>
        <pc:spChg chg="add mod">
          <ac:chgData name="Marion Lacroix" userId="9df64882-6113-4c49-9d2b-3e68714ee988" providerId="ADAL" clId="{312BE368-1ED9-4C89-9F56-93BF55744060}" dt="2026-09-23T11:45:39.032" v="8255"/>
          <ac:spMkLst>
            <pc:docMk/>
            <pc:sldMk cId="1064183738" sldId="837"/>
            <ac:spMk id="47" creationId="{60E09B6F-A8F6-754A-53D4-4814F151432A}"/>
          </ac:spMkLst>
        </pc:spChg>
        <pc:spChg chg="add mod">
          <ac:chgData name="Marion Lacroix" userId="9df64882-6113-4c49-9d2b-3e68714ee988" providerId="ADAL" clId="{312BE368-1ED9-4C89-9F56-93BF55744060}" dt="2026-09-23T11:45:39.032" v="8255"/>
          <ac:spMkLst>
            <pc:docMk/>
            <pc:sldMk cId="1064183738" sldId="837"/>
            <ac:spMk id="49" creationId="{C0E029B6-2E3A-4F90-8DB0-D318FC51DC99}"/>
          </ac:spMkLst>
        </pc:spChg>
        <pc:spChg chg="add mod">
          <ac:chgData name="Marion Lacroix" userId="9df64882-6113-4c49-9d2b-3e68714ee988" providerId="ADAL" clId="{312BE368-1ED9-4C89-9F56-93BF55744060}" dt="2026-09-23T11:45:39.032" v="8255"/>
          <ac:spMkLst>
            <pc:docMk/>
            <pc:sldMk cId="1064183738" sldId="837"/>
            <ac:spMk id="51" creationId="{7A498EBF-5154-7E80-B664-5788DACF7884}"/>
          </ac:spMkLst>
        </pc:spChg>
        <pc:spChg chg="add mod">
          <ac:chgData name="Marion Lacroix" userId="9df64882-6113-4c49-9d2b-3e68714ee988" providerId="ADAL" clId="{312BE368-1ED9-4C89-9F56-93BF55744060}" dt="2026-09-23T11:45:39.032" v="8255"/>
          <ac:spMkLst>
            <pc:docMk/>
            <pc:sldMk cId="1064183738" sldId="837"/>
            <ac:spMk id="52" creationId="{377D3DA2-F913-C01B-4789-C9E73A66D5A1}"/>
          </ac:spMkLst>
        </pc:spChg>
        <pc:spChg chg="add mod">
          <ac:chgData name="Marion Lacroix" userId="9df64882-6113-4c49-9d2b-3e68714ee988" providerId="ADAL" clId="{312BE368-1ED9-4C89-9F56-93BF55744060}" dt="2026-09-23T11:45:39.032" v="8255"/>
          <ac:spMkLst>
            <pc:docMk/>
            <pc:sldMk cId="1064183738" sldId="837"/>
            <ac:spMk id="57" creationId="{A2B73FA4-83D6-543A-104E-505E00C7273A}"/>
          </ac:spMkLst>
        </pc:spChg>
        <pc:spChg chg="add mod">
          <ac:chgData name="Marion Lacroix" userId="9df64882-6113-4c49-9d2b-3e68714ee988" providerId="ADAL" clId="{312BE368-1ED9-4C89-9F56-93BF55744060}" dt="2026-09-23T11:45:39.032" v="8255"/>
          <ac:spMkLst>
            <pc:docMk/>
            <pc:sldMk cId="1064183738" sldId="837"/>
            <ac:spMk id="58" creationId="{C81B6C40-43F3-DBDD-0D57-742D345E505F}"/>
          </ac:spMkLst>
        </pc:spChg>
        <pc:spChg chg="add mod">
          <ac:chgData name="Marion Lacroix" userId="9df64882-6113-4c49-9d2b-3e68714ee988" providerId="ADAL" clId="{312BE368-1ED9-4C89-9F56-93BF55744060}" dt="2026-09-23T11:45:39.032" v="8255"/>
          <ac:spMkLst>
            <pc:docMk/>
            <pc:sldMk cId="1064183738" sldId="837"/>
            <ac:spMk id="60" creationId="{EB19A0E6-6584-989C-5207-8978AF30A805}"/>
          </ac:spMkLst>
        </pc:spChg>
        <pc:spChg chg="add mod">
          <ac:chgData name="Marion Lacroix" userId="9df64882-6113-4c49-9d2b-3e68714ee988" providerId="ADAL" clId="{312BE368-1ED9-4C89-9F56-93BF55744060}" dt="2026-09-23T11:45:39.032" v="8255"/>
          <ac:spMkLst>
            <pc:docMk/>
            <pc:sldMk cId="1064183738" sldId="837"/>
            <ac:spMk id="61" creationId="{17206D78-7AF1-63F2-03C8-37293AAF75F6}"/>
          </ac:spMkLst>
        </pc:spChg>
        <pc:spChg chg="add mod ord">
          <ac:chgData name="Marion Lacroix" userId="9df64882-6113-4c49-9d2b-3e68714ee988" providerId="ADAL" clId="{312BE368-1ED9-4C89-9F56-93BF55744060}" dt="2026-09-23T11:49:30.599" v="8287" actId="166"/>
          <ac:spMkLst>
            <pc:docMk/>
            <pc:sldMk cId="1064183738" sldId="837"/>
            <ac:spMk id="72" creationId="{45F87A68-B5DC-A7E8-EAE2-B47114449938}"/>
          </ac:spMkLst>
        </pc:spChg>
        <pc:spChg chg="add mod">
          <ac:chgData name="Marion Lacroix" userId="9df64882-6113-4c49-9d2b-3e68714ee988" providerId="ADAL" clId="{312BE368-1ED9-4C89-9F56-93BF55744060}" dt="2026-09-23T11:49:18.670" v="8285" actId="14100"/>
          <ac:spMkLst>
            <pc:docMk/>
            <pc:sldMk cId="1064183738" sldId="837"/>
            <ac:spMk id="75" creationId="{C62159C0-DC54-6683-9457-2BE68454D4FA}"/>
          </ac:spMkLst>
        </pc:spChg>
        <pc:spChg chg="add mod">
          <ac:chgData name="Marion Lacroix" userId="9df64882-6113-4c49-9d2b-3e68714ee988" providerId="ADAL" clId="{312BE368-1ED9-4C89-9F56-93BF55744060}" dt="2026-09-23T11:50:24.460" v="8296" actId="20577"/>
          <ac:spMkLst>
            <pc:docMk/>
            <pc:sldMk cId="1064183738" sldId="837"/>
            <ac:spMk id="76" creationId="{75BAEE69-F2B6-D67C-E163-8513D03FBB95}"/>
          </ac:spMkLst>
        </pc:spChg>
        <pc:picChg chg="del">
          <ac:chgData name="Marion Lacroix" userId="9df64882-6113-4c49-9d2b-3e68714ee988" providerId="ADAL" clId="{312BE368-1ED9-4C89-9F56-93BF55744060}" dt="2026-10-06T16:29:14.715" v="15459" actId="478"/>
          <ac:picMkLst>
            <pc:docMk/>
            <pc:sldMk cId="1064183738" sldId="837"/>
            <ac:picMk id="14" creationId="{1A9BE2C0-78C5-83BA-48B2-5C33FFA2273A}"/>
          </ac:picMkLst>
        </pc:picChg>
        <pc:picChg chg="mod">
          <ac:chgData name="Marion Lacroix" userId="9df64882-6113-4c49-9d2b-3e68714ee988" providerId="ADAL" clId="{312BE368-1ED9-4C89-9F56-93BF55744060}" dt="2026-09-23T11:48:08.280" v="8273" actId="1076"/>
          <ac:picMkLst>
            <pc:docMk/>
            <pc:sldMk cId="1064183738" sldId="837"/>
            <ac:picMk id="64" creationId="{DE9A841B-13E5-AA8F-1AE5-6049AB82804F}"/>
          </ac:picMkLst>
        </pc:picChg>
        <pc:picChg chg="add mod">
          <ac:chgData name="Marion Lacroix" userId="9df64882-6113-4c49-9d2b-3e68714ee988" providerId="ADAL" clId="{312BE368-1ED9-4C89-9F56-93BF55744060}" dt="2026-09-23T11:47:07.995" v="8262" actId="1076"/>
          <ac:picMkLst>
            <pc:docMk/>
            <pc:sldMk cId="1064183738" sldId="837"/>
            <ac:picMk id="67" creationId="{5362FB01-2186-6693-AE02-B373255087C7}"/>
          </ac:picMkLst>
        </pc:picChg>
        <pc:picChg chg="add mod">
          <ac:chgData name="Marion Lacroix" userId="9df64882-6113-4c49-9d2b-3e68714ee988" providerId="ADAL" clId="{312BE368-1ED9-4C89-9F56-93BF55744060}" dt="2026-09-23T11:47:13.131" v="8265" actId="1076"/>
          <ac:picMkLst>
            <pc:docMk/>
            <pc:sldMk cId="1064183738" sldId="837"/>
            <ac:picMk id="69" creationId="{13C45F0C-C933-38EB-99D3-9161FABFC6B0}"/>
          </ac:picMkLst>
        </pc:picChg>
        <pc:picChg chg="add mod">
          <ac:chgData name="Marion Lacroix" userId="9df64882-6113-4c49-9d2b-3e68714ee988" providerId="ADAL" clId="{312BE368-1ED9-4C89-9F56-93BF55744060}" dt="2026-09-23T11:47:20.456" v="8269" actId="1076"/>
          <ac:picMkLst>
            <pc:docMk/>
            <pc:sldMk cId="1064183738" sldId="837"/>
            <ac:picMk id="71" creationId="{8ACF37F0-DEA1-7B0A-435F-3F4D7FB05EEA}"/>
          </ac:picMkLst>
        </pc:picChg>
        <pc:picChg chg="add mod ord">
          <ac:chgData name="Marion Lacroix" userId="9df64882-6113-4c49-9d2b-3e68714ee988" providerId="ADAL" clId="{312BE368-1ED9-4C89-9F56-93BF55744060}" dt="2026-09-23T11:49:30.599" v="8287" actId="166"/>
          <ac:picMkLst>
            <pc:docMk/>
            <pc:sldMk cId="1064183738" sldId="837"/>
            <ac:picMk id="73" creationId="{BFCC5C17-496B-FD3C-3800-19B847FE129C}"/>
          </ac:picMkLst>
        </pc:picChg>
      </pc:sldChg>
      <pc:sldChg chg="addSp delSp modSp add mod ord modShow">
        <pc:chgData name="Marion Lacroix" userId="9df64882-6113-4c49-9d2b-3e68714ee988" providerId="ADAL" clId="{312BE368-1ED9-4C89-9F56-93BF55744060}" dt="2026-10-06T16:29:21.184" v="15462" actId="478"/>
        <pc:sldMkLst>
          <pc:docMk/>
          <pc:sldMk cId="150817860" sldId="839"/>
        </pc:sldMkLst>
        <pc:spChg chg="add del mod">
          <ac:chgData name="Marion Lacroix" userId="9df64882-6113-4c49-9d2b-3e68714ee988" providerId="ADAL" clId="{312BE368-1ED9-4C89-9F56-93BF55744060}" dt="2026-10-06T16:27:32.737" v="15413" actId="478"/>
          <ac:spMkLst>
            <pc:docMk/>
            <pc:sldMk cId="150817860" sldId="839"/>
            <ac:spMk id="6" creationId="{5933247F-D963-C633-3CEE-12106A5DD037}"/>
          </ac:spMkLst>
        </pc:spChg>
        <pc:spChg chg="mod">
          <ac:chgData name="Marion Lacroix" userId="9df64882-6113-4c49-9d2b-3e68714ee988" providerId="ADAL" clId="{312BE368-1ED9-4C89-9F56-93BF55744060}" dt="2026-09-24T11:27:51.094" v="13012" actId="20577"/>
          <ac:spMkLst>
            <pc:docMk/>
            <pc:sldMk cId="150817860" sldId="839"/>
            <ac:spMk id="7" creationId="{41114B76-0EAD-492D-B12C-3059C9651E4E}"/>
          </ac:spMkLst>
        </pc:spChg>
        <pc:spChg chg="add">
          <ac:chgData name="Marion Lacroix" userId="9df64882-6113-4c49-9d2b-3e68714ee988" providerId="ADAL" clId="{312BE368-1ED9-4C89-9F56-93BF55744060}" dt="2026-09-24T11:07:07.758" v="12811" actId="22"/>
          <ac:spMkLst>
            <pc:docMk/>
            <pc:sldMk cId="150817860" sldId="839"/>
            <ac:spMk id="11" creationId="{D35F1931-A4DA-6A5D-8298-AB2BDC71DEB3}"/>
          </ac:spMkLst>
        </pc:spChg>
        <pc:picChg chg="del">
          <ac:chgData name="Marion Lacroix" userId="9df64882-6113-4c49-9d2b-3e68714ee988" providerId="ADAL" clId="{312BE368-1ED9-4C89-9F56-93BF55744060}" dt="2026-10-06T16:29:21.184" v="15462" actId="478"/>
          <ac:picMkLst>
            <pc:docMk/>
            <pc:sldMk cId="150817860" sldId="839"/>
            <ac:picMk id="14" creationId="{640FD984-C4DE-495B-85D2-3524524D6832}"/>
          </ac:picMkLst>
        </pc:picChg>
      </pc:sldChg>
      <pc:sldChg chg="addSp delSp modSp add mod modShow">
        <pc:chgData name="Marion Lacroix" userId="9df64882-6113-4c49-9d2b-3e68714ee988" providerId="ADAL" clId="{312BE368-1ED9-4C89-9F56-93BF55744060}" dt="2026-10-06T16:35:58.469" v="15550" actId="1076"/>
        <pc:sldMkLst>
          <pc:docMk/>
          <pc:sldMk cId="314572523" sldId="840"/>
        </pc:sldMkLst>
        <pc:spChg chg="del">
          <ac:chgData name="Marion Lacroix" userId="9df64882-6113-4c49-9d2b-3e68714ee988" providerId="ADAL" clId="{312BE368-1ED9-4C89-9F56-93BF55744060}" dt="2026-10-06T16:27:50.057" v="15419" actId="478"/>
          <ac:spMkLst>
            <pc:docMk/>
            <pc:sldMk cId="314572523" sldId="840"/>
            <ac:spMk id="4" creationId="{180AECB3-0256-9840-9312-3E756EFAD160}"/>
          </ac:spMkLst>
        </pc:spChg>
        <pc:spChg chg="add del mod">
          <ac:chgData name="Marion Lacroix" userId="9df64882-6113-4c49-9d2b-3e68714ee988" providerId="ADAL" clId="{312BE368-1ED9-4C89-9F56-93BF55744060}" dt="2026-10-06T16:27:48.830" v="15418" actId="478"/>
          <ac:spMkLst>
            <pc:docMk/>
            <pc:sldMk cId="314572523" sldId="840"/>
            <ac:spMk id="6" creationId="{027F18B0-4716-059B-A0F8-E8E904C222BA}"/>
          </ac:spMkLst>
        </pc:spChg>
        <pc:spChg chg="add">
          <ac:chgData name="Marion Lacroix" userId="9df64882-6113-4c49-9d2b-3e68714ee988" providerId="ADAL" clId="{312BE368-1ED9-4C89-9F56-93BF55744060}" dt="2026-09-24T11:07:08.758" v="12812" actId="22"/>
          <ac:spMkLst>
            <pc:docMk/>
            <pc:sldMk cId="314572523" sldId="840"/>
            <ac:spMk id="9" creationId="{223884D6-C676-23C7-8A98-79798C79B56E}"/>
          </ac:spMkLst>
        </pc:spChg>
        <pc:picChg chg="add mod">
          <ac:chgData name="Marion Lacroix" userId="9df64882-6113-4c49-9d2b-3e68714ee988" providerId="ADAL" clId="{312BE368-1ED9-4C89-9F56-93BF55744060}" dt="2026-10-06T16:35:58.469" v="15550" actId="1076"/>
          <ac:picMkLst>
            <pc:docMk/>
            <pc:sldMk cId="314572523" sldId="840"/>
            <ac:picMk id="10" creationId="{7D20D84F-B2FD-4004-3326-FBF400E164E5}"/>
          </ac:picMkLst>
        </pc:picChg>
        <pc:picChg chg="del">
          <ac:chgData name="Marion Lacroix" userId="9df64882-6113-4c49-9d2b-3e68714ee988" providerId="ADAL" clId="{312BE368-1ED9-4C89-9F56-93BF55744060}" dt="2026-10-06T16:29:37.831" v="15467" actId="478"/>
          <ac:picMkLst>
            <pc:docMk/>
            <pc:sldMk cId="314572523" sldId="840"/>
            <ac:picMk id="14" creationId="{640FD984-C4DE-495B-85D2-3524524D6832}"/>
          </ac:picMkLst>
        </pc:picChg>
      </pc:sldChg>
      <pc:sldChg chg="addSp delSp modSp add mod addAnim delAnim modAnim">
        <pc:chgData name="Marion Lacroix" userId="9df64882-6113-4c49-9d2b-3e68714ee988" providerId="ADAL" clId="{312BE368-1ED9-4C89-9F56-93BF55744060}" dt="2026-10-06T16:29:41.682" v="15469" actId="478"/>
        <pc:sldMkLst>
          <pc:docMk/>
          <pc:sldMk cId="2377079373" sldId="841"/>
        </pc:sldMkLst>
        <pc:spChg chg="mod">
          <ac:chgData name="Marion Lacroix" userId="9df64882-6113-4c49-9d2b-3e68714ee988" providerId="ADAL" clId="{312BE368-1ED9-4C89-9F56-93BF55744060}" dt="2026-09-23T12:58:42.302" v="11173" actId="1076"/>
          <ac:spMkLst>
            <pc:docMk/>
            <pc:sldMk cId="2377079373" sldId="841"/>
            <ac:spMk id="2" creationId="{CEBB04AF-D32A-6109-C809-0C030078B0EA}"/>
          </ac:spMkLst>
        </pc:spChg>
        <pc:spChg chg="del">
          <ac:chgData name="Marion Lacroix" userId="9df64882-6113-4c49-9d2b-3e68714ee988" providerId="ADAL" clId="{312BE368-1ED9-4C89-9F56-93BF55744060}" dt="2026-10-06T16:27:57.054" v="15423" actId="478"/>
          <ac:spMkLst>
            <pc:docMk/>
            <pc:sldMk cId="2377079373" sldId="841"/>
            <ac:spMk id="5" creationId="{E5F67616-FF70-FD47-51E4-ABDD85BBA7E4}"/>
          </ac:spMkLst>
        </pc:spChg>
        <pc:spChg chg="mod">
          <ac:chgData name="Marion Lacroix" userId="9df64882-6113-4c49-9d2b-3e68714ee988" providerId="ADAL" clId="{312BE368-1ED9-4C89-9F56-93BF55744060}" dt="2026-09-23T12:21:42.969" v="9928" actId="255"/>
          <ac:spMkLst>
            <pc:docMk/>
            <pc:sldMk cId="2377079373" sldId="841"/>
            <ac:spMk id="6" creationId="{E05FFCC3-05DC-AE66-2F6E-C47DBAB22426}"/>
          </ac:spMkLst>
        </pc:spChg>
        <pc:spChg chg="add del mod">
          <ac:chgData name="Marion Lacroix" userId="9df64882-6113-4c49-9d2b-3e68714ee988" providerId="ADAL" clId="{312BE368-1ED9-4C89-9F56-93BF55744060}" dt="2026-10-06T16:27:55.881" v="15422" actId="478"/>
          <ac:spMkLst>
            <pc:docMk/>
            <pc:sldMk cId="2377079373" sldId="841"/>
            <ac:spMk id="9" creationId="{7B5E558B-CF82-6597-DCE6-71FCC312102B}"/>
          </ac:spMkLst>
        </pc:spChg>
        <pc:spChg chg="add mod">
          <ac:chgData name="Marion Lacroix" userId="9df64882-6113-4c49-9d2b-3e68714ee988" providerId="ADAL" clId="{312BE368-1ED9-4C89-9F56-93BF55744060}" dt="2026-09-23T12:48:45.496" v="10774" actId="207"/>
          <ac:spMkLst>
            <pc:docMk/>
            <pc:sldMk cId="2377079373" sldId="841"/>
            <ac:spMk id="10" creationId="{DDF90DB0-7E65-CE77-8922-879631B61336}"/>
          </ac:spMkLst>
        </pc:spChg>
        <pc:spChg chg="add mod">
          <ac:chgData name="Marion Lacroix" userId="9df64882-6113-4c49-9d2b-3e68714ee988" providerId="ADAL" clId="{312BE368-1ED9-4C89-9F56-93BF55744060}" dt="2026-09-23T12:52:06.476" v="10951" actId="1035"/>
          <ac:spMkLst>
            <pc:docMk/>
            <pc:sldMk cId="2377079373" sldId="841"/>
            <ac:spMk id="13" creationId="{5673F32F-9ED6-24CC-C4F9-4A169E9E3B8E}"/>
          </ac:spMkLst>
        </pc:spChg>
        <pc:spChg chg="add">
          <ac:chgData name="Marion Lacroix" userId="9df64882-6113-4c49-9d2b-3e68714ee988" providerId="ADAL" clId="{312BE368-1ED9-4C89-9F56-93BF55744060}" dt="2026-09-24T11:07:15.422" v="12816" actId="22"/>
          <ac:spMkLst>
            <pc:docMk/>
            <pc:sldMk cId="2377079373" sldId="841"/>
            <ac:spMk id="15" creationId="{12229B0F-BBE8-E425-8502-A0086A648641}"/>
          </ac:spMkLst>
        </pc:spChg>
        <pc:spChg chg="add mod">
          <ac:chgData name="Marion Lacroix" userId="9df64882-6113-4c49-9d2b-3e68714ee988" providerId="ADAL" clId="{312BE368-1ED9-4C89-9F56-93BF55744060}" dt="2026-09-23T12:49:33.044" v="10780" actId="207"/>
          <ac:spMkLst>
            <pc:docMk/>
            <pc:sldMk cId="2377079373" sldId="841"/>
            <ac:spMk id="18" creationId="{C0595CBE-E5AF-56B2-A420-571622368558}"/>
          </ac:spMkLst>
        </pc:spChg>
        <pc:spChg chg="add mod">
          <ac:chgData name="Marion Lacroix" userId="9df64882-6113-4c49-9d2b-3e68714ee988" providerId="ADAL" clId="{312BE368-1ED9-4C89-9F56-93BF55744060}" dt="2026-09-23T12:52:50.070" v="11049" actId="1038"/>
          <ac:spMkLst>
            <pc:docMk/>
            <pc:sldMk cId="2377079373" sldId="841"/>
            <ac:spMk id="20" creationId="{561FC8AC-84DC-B05F-7799-EAE671E33B25}"/>
          </ac:spMkLst>
        </pc:spChg>
        <pc:spChg chg="add mod">
          <ac:chgData name="Marion Lacroix" userId="9df64882-6113-4c49-9d2b-3e68714ee988" providerId="ADAL" clId="{312BE368-1ED9-4C89-9F56-93BF55744060}" dt="2026-09-23T13:07:58.653" v="11312" actId="1076"/>
          <ac:spMkLst>
            <pc:docMk/>
            <pc:sldMk cId="2377079373" sldId="841"/>
            <ac:spMk id="22" creationId="{365CCD6F-2006-01C0-AC01-D364AAF34D91}"/>
          </ac:spMkLst>
        </pc:spChg>
        <pc:spChg chg="add mod">
          <ac:chgData name="Marion Lacroix" userId="9df64882-6113-4c49-9d2b-3e68714ee988" providerId="ADAL" clId="{312BE368-1ED9-4C89-9F56-93BF55744060}" dt="2026-09-23T13:02:15.126" v="11244" actId="1038"/>
          <ac:spMkLst>
            <pc:docMk/>
            <pc:sldMk cId="2377079373" sldId="841"/>
            <ac:spMk id="24" creationId="{B6E93B45-86C8-741C-8456-84FE37B37F68}"/>
          </ac:spMkLst>
        </pc:spChg>
        <pc:spChg chg="add mod">
          <ac:chgData name="Marion Lacroix" userId="9df64882-6113-4c49-9d2b-3e68714ee988" providerId="ADAL" clId="{312BE368-1ED9-4C89-9F56-93BF55744060}" dt="2026-09-23T12:38:47.941" v="10385" actId="1076"/>
          <ac:spMkLst>
            <pc:docMk/>
            <pc:sldMk cId="2377079373" sldId="841"/>
            <ac:spMk id="29" creationId="{59E68007-ACCD-7730-FD60-4108C145380E}"/>
          </ac:spMkLst>
        </pc:spChg>
        <pc:spChg chg="add mod">
          <ac:chgData name="Marion Lacroix" userId="9df64882-6113-4c49-9d2b-3e68714ee988" providerId="ADAL" clId="{312BE368-1ED9-4C89-9F56-93BF55744060}" dt="2026-09-23T12:23:34.822" v="9960" actId="1076"/>
          <ac:spMkLst>
            <pc:docMk/>
            <pc:sldMk cId="2377079373" sldId="841"/>
            <ac:spMk id="32" creationId="{F26C2DE4-D382-B51C-D701-FB9A342A98E0}"/>
          </ac:spMkLst>
        </pc:spChg>
        <pc:spChg chg="add mod">
          <ac:chgData name="Marion Lacroix" userId="9df64882-6113-4c49-9d2b-3e68714ee988" providerId="ADAL" clId="{312BE368-1ED9-4C89-9F56-93BF55744060}" dt="2026-09-23T12:38:26.609" v="10343" actId="1035"/>
          <ac:spMkLst>
            <pc:docMk/>
            <pc:sldMk cId="2377079373" sldId="841"/>
            <ac:spMk id="34" creationId="{1A79A789-3CBF-9684-C790-DF5FA350A14D}"/>
          </ac:spMkLst>
        </pc:spChg>
        <pc:spChg chg="add mod">
          <ac:chgData name="Marion Lacroix" userId="9df64882-6113-4c49-9d2b-3e68714ee988" providerId="ADAL" clId="{312BE368-1ED9-4C89-9F56-93BF55744060}" dt="2026-09-23T12:39:08.336" v="10402" actId="1037"/>
          <ac:spMkLst>
            <pc:docMk/>
            <pc:sldMk cId="2377079373" sldId="841"/>
            <ac:spMk id="38" creationId="{AB0B508F-ABAB-E9BF-CDC3-A31E876CBBDC}"/>
          </ac:spMkLst>
        </pc:spChg>
        <pc:spChg chg="add mod">
          <ac:chgData name="Marion Lacroix" userId="9df64882-6113-4c49-9d2b-3e68714ee988" providerId="ADAL" clId="{312BE368-1ED9-4C89-9F56-93BF55744060}" dt="2026-09-23T12:52:18.102" v="10977" actId="1037"/>
          <ac:spMkLst>
            <pc:docMk/>
            <pc:sldMk cId="2377079373" sldId="841"/>
            <ac:spMk id="48" creationId="{02A2D774-0D04-EE93-C726-5BCA355BB39B}"/>
          </ac:spMkLst>
        </pc:spChg>
        <pc:spChg chg="add mod">
          <ac:chgData name="Marion Lacroix" userId="9df64882-6113-4c49-9d2b-3e68714ee988" providerId="ADAL" clId="{312BE368-1ED9-4C89-9F56-93BF55744060}" dt="2026-09-23T12:56:36.453" v="11144" actId="207"/>
          <ac:spMkLst>
            <pc:docMk/>
            <pc:sldMk cId="2377079373" sldId="841"/>
            <ac:spMk id="49" creationId="{127A096E-8514-C9E3-EC3C-C157C2AFE23D}"/>
          </ac:spMkLst>
        </pc:spChg>
        <pc:spChg chg="add mod">
          <ac:chgData name="Marion Lacroix" userId="9df64882-6113-4c49-9d2b-3e68714ee988" providerId="ADAL" clId="{312BE368-1ED9-4C89-9F56-93BF55744060}" dt="2026-09-23T12:52:18.102" v="10977" actId="1037"/>
          <ac:spMkLst>
            <pc:docMk/>
            <pc:sldMk cId="2377079373" sldId="841"/>
            <ac:spMk id="50" creationId="{0C436976-5E15-4512-2395-5315E9889F29}"/>
          </ac:spMkLst>
        </pc:spChg>
        <pc:spChg chg="add mod">
          <ac:chgData name="Marion Lacroix" userId="9df64882-6113-4c49-9d2b-3e68714ee988" providerId="ADAL" clId="{312BE368-1ED9-4C89-9F56-93BF55744060}" dt="2026-09-23T12:52:28.142" v="11005" actId="1038"/>
          <ac:spMkLst>
            <pc:docMk/>
            <pc:sldMk cId="2377079373" sldId="841"/>
            <ac:spMk id="54" creationId="{300AD6F9-3163-DD38-4CA4-14C9BFDFDCD7}"/>
          </ac:spMkLst>
        </pc:spChg>
        <pc:spChg chg="add mod">
          <ac:chgData name="Marion Lacroix" userId="9df64882-6113-4c49-9d2b-3e68714ee988" providerId="ADAL" clId="{312BE368-1ED9-4C89-9F56-93BF55744060}" dt="2026-09-23T12:59:14.511" v="11183" actId="20577"/>
          <ac:spMkLst>
            <pc:docMk/>
            <pc:sldMk cId="2377079373" sldId="841"/>
            <ac:spMk id="56" creationId="{4055F8D8-05DF-2719-76C2-3312BB9709E6}"/>
          </ac:spMkLst>
        </pc:spChg>
        <pc:spChg chg="add mod">
          <ac:chgData name="Marion Lacroix" userId="9df64882-6113-4c49-9d2b-3e68714ee988" providerId="ADAL" clId="{312BE368-1ED9-4C89-9F56-93BF55744060}" dt="2026-09-23T12:59:30.009" v="11185" actId="12788"/>
          <ac:spMkLst>
            <pc:docMk/>
            <pc:sldMk cId="2377079373" sldId="841"/>
            <ac:spMk id="58" creationId="{5656FF88-B5AE-0BFB-163D-29BD8044ECFC}"/>
          </ac:spMkLst>
        </pc:spChg>
        <pc:spChg chg="add mod">
          <ac:chgData name="Marion Lacroix" userId="9df64882-6113-4c49-9d2b-3e68714ee988" providerId="ADAL" clId="{312BE368-1ED9-4C89-9F56-93BF55744060}" dt="2026-09-23T12:59:30.009" v="11185" actId="12788"/>
          <ac:spMkLst>
            <pc:docMk/>
            <pc:sldMk cId="2377079373" sldId="841"/>
            <ac:spMk id="60" creationId="{8702A29A-0CE6-D90E-E3D8-176FD5E52135}"/>
          </ac:spMkLst>
        </pc:spChg>
        <pc:spChg chg="add mod">
          <ac:chgData name="Marion Lacroix" userId="9df64882-6113-4c49-9d2b-3e68714ee988" providerId="ADAL" clId="{312BE368-1ED9-4C89-9F56-93BF55744060}" dt="2026-09-23T12:59:38.041" v="11186" actId="12788"/>
          <ac:spMkLst>
            <pc:docMk/>
            <pc:sldMk cId="2377079373" sldId="841"/>
            <ac:spMk id="62" creationId="{B2D43723-0A77-87E7-041D-AAB35E84A69F}"/>
          </ac:spMkLst>
        </pc:spChg>
        <pc:spChg chg="add mod">
          <ac:chgData name="Marion Lacroix" userId="9df64882-6113-4c49-9d2b-3e68714ee988" providerId="ADAL" clId="{312BE368-1ED9-4C89-9F56-93BF55744060}" dt="2026-09-23T12:59:38.041" v="11186" actId="12788"/>
          <ac:spMkLst>
            <pc:docMk/>
            <pc:sldMk cId="2377079373" sldId="841"/>
            <ac:spMk id="64" creationId="{9F698759-3491-9C70-5116-99C423709811}"/>
          </ac:spMkLst>
        </pc:spChg>
        <pc:spChg chg="add mod">
          <ac:chgData name="Marion Lacroix" userId="9df64882-6113-4c49-9d2b-3e68714ee988" providerId="ADAL" clId="{312BE368-1ED9-4C89-9F56-93BF55744060}" dt="2026-09-23T12:59:46.855" v="11187" actId="12788"/>
          <ac:spMkLst>
            <pc:docMk/>
            <pc:sldMk cId="2377079373" sldId="841"/>
            <ac:spMk id="66" creationId="{91ACC948-90F6-C9AB-3F5C-BB375C1A2C6E}"/>
          </ac:spMkLst>
        </pc:spChg>
        <pc:spChg chg="add mod">
          <ac:chgData name="Marion Lacroix" userId="9df64882-6113-4c49-9d2b-3e68714ee988" providerId="ADAL" clId="{312BE368-1ED9-4C89-9F56-93BF55744060}" dt="2026-09-23T12:59:46.855" v="11187" actId="12788"/>
          <ac:spMkLst>
            <pc:docMk/>
            <pc:sldMk cId="2377079373" sldId="841"/>
            <ac:spMk id="68" creationId="{030C702E-3D02-9B36-B414-6CC936F3E79C}"/>
          </ac:spMkLst>
        </pc:spChg>
        <pc:spChg chg="add mod">
          <ac:chgData name="Marion Lacroix" userId="9df64882-6113-4c49-9d2b-3e68714ee988" providerId="ADAL" clId="{312BE368-1ED9-4C89-9F56-93BF55744060}" dt="2026-09-23T12:59:56.305" v="11188" actId="12788"/>
          <ac:spMkLst>
            <pc:docMk/>
            <pc:sldMk cId="2377079373" sldId="841"/>
            <ac:spMk id="70" creationId="{CCACB8EE-3493-C38B-C8F9-2EB20050BE27}"/>
          </ac:spMkLst>
        </pc:spChg>
        <pc:spChg chg="add mod">
          <ac:chgData name="Marion Lacroix" userId="9df64882-6113-4c49-9d2b-3e68714ee988" providerId="ADAL" clId="{312BE368-1ED9-4C89-9F56-93BF55744060}" dt="2026-09-23T12:59:56.305" v="11188" actId="12788"/>
          <ac:spMkLst>
            <pc:docMk/>
            <pc:sldMk cId="2377079373" sldId="841"/>
            <ac:spMk id="72" creationId="{150165C4-38C2-3D5C-6464-BA24D52C9816}"/>
          </ac:spMkLst>
        </pc:spChg>
        <pc:spChg chg="add mod">
          <ac:chgData name="Marion Lacroix" userId="9df64882-6113-4c49-9d2b-3e68714ee988" providerId="ADAL" clId="{312BE368-1ED9-4C89-9F56-93BF55744060}" dt="2026-09-23T13:02:33.278" v="11258" actId="1037"/>
          <ac:spMkLst>
            <pc:docMk/>
            <pc:sldMk cId="2377079373" sldId="841"/>
            <ac:spMk id="76" creationId="{C260FCE6-376E-F803-AC79-D8672F6FB065}"/>
          </ac:spMkLst>
        </pc:spChg>
        <pc:spChg chg="add mod">
          <ac:chgData name="Marion Lacroix" userId="9df64882-6113-4c49-9d2b-3e68714ee988" providerId="ADAL" clId="{312BE368-1ED9-4C89-9F56-93BF55744060}" dt="2026-09-23T13:42:49.236" v="11396" actId="20577"/>
          <ac:spMkLst>
            <pc:docMk/>
            <pc:sldMk cId="2377079373" sldId="841"/>
            <ac:spMk id="80" creationId="{9F73540A-B8F2-BA9C-E39B-83FC6A33499D}"/>
          </ac:spMkLst>
        </pc:spChg>
        <pc:spChg chg="add mod">
          <ac:chgData name="Marion Lacroix" userId="9df64882-6113-4c49-9d2b-3e68714ee988" providerId="ADAL" clId="{312BE368-1ED9-4C89-9F56-93BF55744060}" dt="2026-09-23T12:55:54.381" v="11136" actId="1076"/>
          <ac:spMkLst>
            <pc:docMk/>
            <pc:sldMk cId="2377079373" sldId="841"/>
            <ac:spMk id="82" creationId="{3EB33BD2-8B86-C612-8C35-84FE287AAA04}"/>
          </ac:spMkLst>
        </pc:spChg>
        <pc:spChg chg="add mod">
          <ac:chgData name="Marion Lacroix" userId="9df64882-6113-4c49-9d2b-3e68714ee988" providerId="ADAL" clId="{312BE368-1ED9-4C89-9F56-93BF55744060}" dt="2026-09-23T13:02:26.877" v="11246" actId="14100"/>
          <ac:spMkLst>
            <pc:docMk/>
            <pc:sldMk cId="2377079373" sldId="841"/>
            <ac:spMk id="84" creationId="{271F51DE-61AD-67D9-E4ED-530BDED86E93}"/>
          </ac:spMkLst>
        </pc:spChg>
        <pc:spChg chg="add mod">
          <ac:chgData name="Marion Lacroix" userId="9df64882-6113-4c49-9d2b-3e68714ee988" providerId="ADAL" clId="{312BE368-1ED9-4C89-9F56-93BF55744060}" dt="2026-09-23T13:01:42.832" v="11211" actId="12789"/>
          <ac:spMkLst>
            <pc:docMk/>
            <pc:sldMk cId="2377079373" sldId="841"/>
            <ac:spMk id="172" creationId="{E936535C-83E9-A2CF-5F02-9B63ED42C813}"/>
          </ac:spMkLst>
        </pc:spChg>
        <pc:spChg chg="add mod">
          <ac:chgData name="Marion Lacroix" userId="9df64882-6113-4c49-9d2b-3e68714ee988" providerId="ADAL" clId="{312BE368-1ED9-4C89-9F56-93BF55744060}" dt="2026-09-23T13:01:42.832" v="11211" actId="12789"/>
          <ac:spMkLst>
            <pc:docMk/>
            <pc:sldMk cId="2377079373" sldId="841"/>
            <ac:spMk id="174" creationId="{0EE2872A-920D-0A5E-96AA-19BC27EDA506}"/>
          </ac:spMkLst>
        </pc:spChg>
        <pc:spChg chg="add mod">
          <ac:chgData name="Marion Lacroix" userId="9df64882-6113-4c49-9d2b-3e68714ee988" providerId="ADAL" clId="{312BE368-1ED9-4C89-9F56-93BF55744060}" dt="2026-09-23T13:01:42.832" v="11211" actId="12789"/>
          <ac:spMkLst>
            <pc:docMk/>
            <pc:sldMk cId="2377079373" sldId="841"/>
            <ac:spMk id="176" creationId="{7753EE92-3436-9967-634D-B60FF7AC3F3E}"/>
          </ac:spMkLst>
        </pc:spChg>
        <pc:spChg chg="add mod">
          <ac:chgData name="Marion Lacroix" userId="9df64882-6113-4c49-9d2b-3e68714ee988" providerId="ADAL" clId="{312BE368-1ED9-4C89-9F56-93BF55744060}" dt="2026-09-23T13:01:42.832" v="11211" actId="12789"/>
          <ac:spMkLst>
            <pc:docMk/>
            <pc:sldMk cId="2377079373" sldId="841"/>
            <ac:spMk id="196" creationId="{F5851BB2-8548-A510-80DA-F6812AAAB6D1}"/>
          </ac:spMkLst>
        </pc:spChg>
        <pc:spChg chg="add mod">
          <ac:chgData name="Marion Lacroix" userId="9df64882-6113-4c49-9d2b-3e68714ee988" providerId="ADAL" clId="{312BE368-1ED9-4C89-9F56-93BF55744060}" dt="2026-09-23T13:02:00.637" v="11213" actId="1076"/>
          <ac:spMkLst>
            <pc:docMk/>
            <pc:sldMk cId="2377079373" sldId="841"/>
            <ac:spMk id="198" creationId="{56E5D863-9FD6-032D-A3C2-13EA75FDE2F4}"/>
          </ac:spMkLst>
        </pc:spChg>
        <pc:spChg chg="add mod">
          <ac:chgData name="Marion Lacroix" userId="9df64882-6113-4c49-9d2b-3e68714ee988" providerId="ADAL" clId="{312BE368-1ED9-4C89-9F56-93BF55744060}" dt="2026-09-23T13:07:12.534" v="11307" actId="1035"/>
          <ac:spMkLst>
            <pc:docMk/>
            <pc:sldMk cId="2377079373" sldId="841"/>
            <ac:spMk id="211" creationId="{0D77C414-28E7-C353-8F01-9806A21A22BA}"/>
          </ac:spMkLst>
        </pc:spChg>
        <pc:spChg chg="add mod">
          <ac:chgData name="Marion Lacroix" userId="9df64882-6113-4c49-9d2b-3e68714ee988" providerId="ADAL" clId="{312BE368-1ED9-4C89-9F56-93BF55744060}" dt="2026-09-23T13:07:12.534" v="11307" actId="1035"/>
          <ac:spMkLst>
            <pc:docMk/>
            <pc:sldMk cId="2377079373" sldId="841"/>
            <ac:spMk id="214" creationId="{4234ACF9-4D06-932E-9844-C155E66B03ED}"/>
          </ac:spMkLst>
        </pc:spChg>
        <pc:spChg chg="add mod">
          <ac:chgData name="Marion Lacroix" userId="9df64882-6113-4c49-9d2b-3e68714ee988" providerId="ADAL" clId="{312BE368-1ED9-4C89-9F56-93BF55744060}" dt="2026-09-23T13:07:12.534" v="11307" actId="1035"/>
          <ac:spMkLst>
            <pc:docMk/>
            <pc:sldMk cId="2377079373" sldId="841"/>
            <ac:spMk id="221" creationId="{929F9086-08C9-0ED1-FA5F-C3E816587C6E}"/>
          </ac:spMkLst>
        </pc:spChg>
        <pc:spChg chg="add mod">
          <ac:chgData name="Marion Lacroix" userId="9df64882-6113-4c49-9d2b-3e68714ee988" providerId="ADAL" clId="{312BE368-1ED9-4C89-9F56-93BF55744060}" dt="2026-09-23T13:07:12.534" v="11307" actId="1035"/>
          <ac:spMkLst>
            <pc:docMk/>
            <pc:sldMk cId="2377079373" sldId="841"/>
            <ac:spMk id="223" creationId="{3CCFA02E-D43C-A2A5-71A8-6396717882D5}"/>
          </ac:spMkLst>
        </pc:spChg>
        <pc:spChg chg="add mod ord">
          <ac:chgData name="Marion Lacroix" userId="9df64882-6113-4c49-9d2b-3e68714ee988" providerId="ADAL" clId="{312BE368-1ED9-4C89-9F56-93BF55744060}" dt="2026-09-23T13:08:39.209" v="11318" actId="167"/>
          <ac:spMkLst>
            <pc:docMk/>
            <pc:sldMk cId="2377079373" sldId="841"/>
            <ac:spMk id="234" creationId="{1FC921D2-27FD-F8D2-40A0-E4ED19079180}"/>
          </ac:spMkLst>
        </pc:spChg>
        <pc:spChg chg="add mod">
          <ac:chgData name="Marion Lacroix" userId="9df64882-6113-4c49-9d2b-3e68714ee988" providerId="ADAL" clId="{312BE368-1ED9-4C89-9F56-93BF55744060}" dt="2026-09-23T13:09:28.626" v="11322" actId="207"/>
          <ac:spMkLst>
            <pc:docMk/>
            <pc:sldMk cId="2377079373" sldId="841"/>
            <ac:spMk id="236" creationId="{B7DE7010-229A-107F-140B-8507E24FAD6B}"/>
          </ac:spMkLst>
        </pc:spChg>
        <pc:spChg chg="add mod">
          <ac:chgData name="Marion Lacroix" userId="9df64882-6113-4c49-9d2b-3e68714ee988" providerId="ADAL" clId="{312BE368-1ED9-4C89-9F56-93BF55744060}" dt="2026-09-23T13:09:42.297" v="11324" actId="1076"/>
          <ac:spMkLst>
            <pc:docMk/>
            <pc:sldMk cId="2377079373" sldId="841"/>
            <ac:spMk id="238" creationId="{F2EF73BB-E29B-9652-4C12-8443BBA23C2A}"/>
          </ac:spMkLst>
        </pc:spChg>
        <pc:spChg chg="add mod">
          <ac:chgData name="Marion Lacroix" userId="9df64882-6113-4c49-9d2b-3e68714ee988" providerId="ADAL" clId="{312BE368-1ED9-4C89-9F56-93BF55744060}" dt="2026-09-23T13:10:04.217" v="11326" actId="1076"/>
          <ac:spMkLst>
            <pc:docMk/>
            <pc:sldMk cId="2377079373" sldId="841"/>
            <ac:spMk id="240" creationId="{16F114CE-1AF1-59D7-C914-D774710B0022}"/>
          </ac:spMkLst>
        </pc:spChg>
        <pc:spChg chg="add mod">
          <ac:chgData name="Marion Lacroix" userId="9df64882-6113-4c49-9d2b-3e68714ee988" providerId="ADAL" clId="{312BE368-1ED9-4C89-9F56-93BF55744060}" dt="2026-09-23T13:11:41.190" v="11341" actId="1035"/>
          <ac:spMkLst>
            <pc:docMk/>
            <pc:sldMk cId="2377079373" sldId="841"/>
            <ac:spMk id="242" creationId="{DCE498EF-CFF7-0DD8-BFCB-F909D43E2ED9}"/>
          </ac:spMkLst>
        </pc:spChg>
        <pc:spChg chg="add mod">
          <ac:chgData name="Marion Lacroix" userId="9df64882-6113-4c49-9d2b-3e68714ee988" providerId="ADAL" clId="{312BE368-1ED9-4C89-9F56-93BF55744060}" dt="2026-09-23T13:10:32.233" v="11330" actId="1076"/>
          <ac:spMkLst>
            <pc:docMk/>
            <pc:sldMk cId="2377079373" sldId="841"/>
            <ac:spMk id="244" creationId="{B4C484F9-6754-1E1D-DB65-CB7936009E82}"/>
          </ac:spMkLst>
        </pc:spChg>
        <pc:spChg chg="add mod">
          <ac:chgData name="Marion Lacroix" userId="9df64882-6113-4c49-9d2b-3e68714ee988" providerId="ADAL" clId="{312BE368-1ED9-4C89-9F56-93BF55744060}" dt="2026-09-23T13:10:40.593" v="11332" actId="1076"/>
          <ac:spMkLst>
            <pc:docMk/>
            <pc:sldMk cId="2377079373" sldId="841"/>
            <ac:spMk id="246" creationId="{83D54232-87D2-E13F-0102-673B642AC3F2}"/>
          </ac:spMkLst>
        </pc:spChg>
        <pc:spChg chg="add mod">
          <ac:chgData name="Marion Lacroix" userId="9df64882-6113-4c49-9d2b-3e68714ee988" providerId="ADAL" clId="{312BE368-1ED9-4C89-9F56-93BF55744060}" dt="2026-09-23T13:10:52.445" v="11334" actId="1076"/>
          <ac:spMkLst>
            <pc:docMk/>
            <pc:sldMk cId="2377079373" sldId="841"/>
            <ac:spMk id="248" creationId="{E0CF3488-AA00-0671-2DFE-3B782A42CABB}"/>
          </ac:spMkLst>
        </pc:spChg>
        <pc:spChg chg="add mod">
          <ac:chgData name="Marion Lacroix" userId="9df64882-6113-4c49-9d2b-3e68714ee988" providerId="ADAL" clId="{312BE368-1ED9-4C89-9F56-93BF55744060}" dt="2026-09-23T13:11:23.743" v="11336" actId="1076"/>
          <ac:spMkLst>
            <pc:docMk/>
            <pc:sldMk cId="2377079373" sldId="841"/>
            <ac:spMk id="250" creationId="{BB355941-941F-E360-96D0-A2BA22FB5E23}"/>
          </ac:spMkLst>
        </pc:spChg>
        <pc:spChg chg="add mod">
          <ac:chgData name="Marion Lacroix" userId="9df64882-6113-4c49-9d2b-3e68714ee988" providerId="ADAL" clId="{312BE368-1ED9-4C89-9F56-93BF55744060}" dt="2026-09-23T13:11:35.084" v="11338" actId="1076"/>
          <ac:spMkLst>
            <pc:docMk/>
            <pc:sldMk cId="2377079373" sldId="841"/>
            <ac:spMk id="252" creationId="{4CE95F8C-8D14-CD21-E7F1-BA469FB44380}"/>
          </ac:spMkLst>
        </pc:spChg>
        <pc:spChg chg="add mod">
          <ac:chgData name="Marion Lacroix" userId="9df64882-6113-4c49-9d2b-3e68714ee988" providerId="ADAL" clId="{312BE368-1ED9-4C89-9F56-93BF55744060}" dt="2026-09-23T13:11:49.024" v="11343" actId="1076"/>
          <ac:spMkLst>
            <pc:docMk/>
            <pc:sldMk cId="2377079373" sldId="841"/>
            <ac:spMk id="254" creationId="{CE2F7DC4-2779-E162-C8C9-764667107446}"/>
          </ac:spMkLst>
        </pc:spChg>
        <pc:spChg chg="add mod">
          <ac:chgData name="Marion Lacroix" userId="9df64882-6113-4c49-9d2b-3e68714ee988" providerId="ADAL" clId="{312BE368-1ED9-4C89-9F56-93BF55744060}" dt="2026-09-23T13:11:53.680" v="11345" actId="1076"/>
          <ac:spMkLst>
            <pc:docMk/>
            <pc:sldMk cId="2377079373" sldId="841"/>
            <ac:spMk id="256" creationId="{5C0DAFDB-59D8-5100-1B57-273C92B1316A}"/>
          </ac:spMkLst>
        </pc:spChg>
        <pc:spChg chg="add mod">
          <ac:chgData name="Marion Lacroix" userId="9df64882-6113-4c49-9d2b-3e68714ee988" providerId="ADAL" clId="{312BE368-1ED9-4C89-9F56-93BF55744060}" dt="2026-09-23T13:11:58.756" v="11347" actId="1076"/>
          <ac:spMkLst>
            <pc:docMk/>
            <pc:sldMk cId="2377079373" sldId="841"/>
            <ac:spMk id="258" creationId="{F6EDE018-98C6-AADD-73CE-0703B0BAF9DC}"/>
          </ac:spMkLst>
        </pc:spChg>
        <pc:spChg chg="add mod">
          <ac:chgData name="Marion Lacroix" userId="9df64882-6113-4c49-9d2b-3e68714ee988" providerId="ADAL" clId="{312BE368-1ED9-4C89-9F56-93BF55744060}" dt="2026-09-23T13:42:29.643" v="11370" actId="1076"/>
          <ac:spMkLst>
            <pc:docMk/>
            <pc:sldMk cId="2377079373" sldId="841"/>
            <ac:spMk id="260" creationId="{8EB81805-722A-2CF2-C112-8D19BFC20B8B}"/>
          </ac:spMkLst>
        </pc:spChg>
        <pc:picChg chg="del">
          <ac:chgData name="Marion Lacroix" userId="9df64882-6113-4c49-9d2b-3e68714ee988" providerId="ADAL" clId="{312BE368-1ED9-4C89-9F56-93BF55744060}" dt="2026-10-06T16:29:41.682" v="15469" actId="478"/>
          <ac:picMkLst>
            <pc:docMk/>
            <pc:sldMk cId="2377079373" sldId="841"/>
            <ac:picMk id="14" creationId="{E09D70DC-25D8-A0C6-5868-5DC37A670052}"/>
          </ac:picMkLst>
        </pc:picChg>
        <pc:picChg chg="add mod">
          <ac:chgData name="Marion Lacroix" userId="9df64882-6113-4c49-9d2b-3e68714ee988" providerId="ADAL" clId="{312BE368-1ED9-4C89-9F56-93BF55744060}" dt="2026-09-23T12:58:45.133" v="11175" actId="14100"/>
          <ac:picMkLst>
            <pc:docMk/>
            <pc:sldMk cId="2377079373" sldId="841"/>
            <ac:picMk id="180" creationId="{D271F402-2429-9C78-F09E-3067256BB601}"/>
          </ac:picMkLst>
        </pc:picChg>
        <pc:picChg chg="add mod">
          <ac:chgData name="Marion Lacroix" userId="9df64882-6113-4c49-9d2b-3e68714ee988" providerId="ADAL" clId="{312BE368-1ED9-4C89-9F56-93BF55744060}" dt="2026-09-23T12:59:00.285" v="11179" actId="1076"/>
          <ac:picMkLst>
            <pc:docMk/>
            <pc:sldMk cId="2377079373" sldId="841"/>
            <ac:picMk id="182" creationId="{F2577D3C-C022-3837-6331-7D4887FEEA0C}"/>
          </ac:picMkLst>
        </pc:picChg>
        <pc:cxnChg chg="add mod">
          <ac:chgData name="Marion Lacroix" userId="9df64882-6113-4c49-9d2b-3e68714ee988" providerId="ADAL" clId="{312BE368-1ED9-4C89-9F56-93BF55744060}" dt="2026-09-23T12:49:52.908" v="10783" actId="1582"/>
          <ac:cxnSpMkLst>
            <pc:docMk/>
            <pc:sldMk cId="2377079373" sldId="841"/>
            <ac:cxnSpMk id="8" creationId="{6D22EEAC-0F07-5DE5-EF8F-EE584DF5B1CC}"/>
          </ac:cxnSpMkLst>
        </pc:cxnChg>
        <pc:cxnChg chg="add mod">
          <ac:chgData name="Marion Lacroix" userId="9df64882-6113-4c49-9d2b-3e68714ee988" providerId="ADAL" clId="{312BE368-1ED9-4C89-9F56-93BF55744060}" dt="2026-09-23T13:04:18.854" v="11272" actId="693"/>
          <ac:cxnSpMkLst>
            <pc:docMk/>
            <pc:sldMk cId="2377079373" sldId="841"/>
            <ac:cxnSpMk id="28" creationId="{AB58ACFA-793C-216A-0C6F-9B86BA2E657C}"/>
          </ac:cxnSpMkLst>
        </pc:cxnChg>
        <pc:cxnChg chg="add mod">
          <ac:chgData name="Marion Lacroix" userId="9df64882-6113-4c49-9d2b-3e68714ee988" providerId="ADAL" clId="{312BE368-1ED9-4C89-9F56-93BF55744060}" dt="2026-09-23T12:52:06.476" v="10951" actId="1035"/>
          <ac:cxnSpMkLst>
            <pc:docMk/>
            <pc:sldMk cId="2377079373" sldId="841"/>
            <ac:cxnSpMk id="39" creationId="{EE6676C8-E9EA-2FA0-50B7-F07303999C91}"/>
          </ac:cxnSpMkLst>
        </pc:cxnChg>
        <pc:cxnChg chg="add mod">
          <ac:chgData name="Marion Lacroix" userId="9df64882-6113-4c49-9d2b-3e68714ee988" providerId="ADAL" clId="{312BE368-1ED9-4C89-9F56-93BF55744060}" dt="2026-09-23T13:04:18.854" v="11272" actId="693"/>
          <ac:cxnSpMkLst>
            <pc:docMk/>
            <pc:sldMk cId="2377079373" sldId="841"/>
            <ac:cxnSpMk id="51" creationId="{48584061-1B18-7FB8-11E7-45AC5A13D20D}"/>
          </ac:cxnSpMkLst>
        </pc:cxnChg>
        <pc:cxnChg chg="add mod">
          <ac:chgData name="Marion Lacroix" userId="9df64882-6113-4c49-9d2b-3e68714ee988" providerId="ADAL" clId="{312BE368-1ED9-4C89-9F56-93BF55744060}" dt="2026-09-23T13:04:18.854" v="11272" actId="693"/>
          <ac:cxnSpMkLst>
            <pc:docMk/>
            <pc:sldMk cId="2377079373" sldId="841"/>
            <ac:cxnSpMk id="108" creationId="{24EE6442-4454-7FE6-D421-F74E08609986}"/>
          </ac:cxnSpMkLst>
        </pc:cxnChg>
        <pc:cxnChg chg="add mod">
          <ac:chgData name="Marion Lacroix" userId="9df64882-6113-4c49-9d2b-3e68714ee988" providerId="ADAL" clId="{312BE368-1ED9-4C89-9F56-93BF55744060}" dt="2026-09-23T13:02:20.827" v="11245" actId="14100"/>
          <ac:cxnSpMkLst>
            <pc:docMk/>
            <pc:sldMk cId="2377079373" sldId="841"/>
            <ac:cxnSpMk id="113" creationId="{B7156D3E-7B7B-4631-A237-4110052A24EA}"/>
          </ac:cxnSpMkLst>
        </pc:cxnChg>
        <pc:cxnChg chg="add mod">
          <ac:chgData name="Marion Lacroix" userId="9df64882-6113-4c49-9d2b-3e68714ee988" providerId="ADAL" clId="{312BE368-1ED9-4C89-9F56-93BF55744060}" dt="2026-09-23T12:52:44.076" v="11047" actId="14100"/>
          <ac:cxnSpMkLst>
            <pc:docMk/>
            <pc:sldMk cId="2377079373" sldId="841"/>
            <ac:cxnSpMk id="114" creationId="{9E43E75B-2D62-0F3B-B720-CE48B1DB9597}"/>
          </ac:cxnSpMkLst>
        </pc:cxnChg>
        <pc:cxnChg chg="add mod">
          <ac:chgData name="Marion Lacroix" userId="9df64882-6113-4c49-9d2b-3e68714ee988" providerId="ADAL" clId="{312BE368-1ED9-4C89-9F56-93BF55744060}" dt="2026-09-23T13:04:18.854" v="11272" actId="693"/>
          <ac:cxnSpMkLst>
            <pc:docMk/>
            <pc:sldMk cId="2377079373" sldId="841"/>
            <ac:cxnSpMk id="122" creationId="{210F51D6-A17E-1E49-37AA-9C49A5F65EA2}"/>
          </ac:cxnSpMkLst>
        </pc:cxnChg>
        <pc:cxnChg chg="add mod">
          <ac:chgData name="Marion Lacroix" userId="9df64882-6113-4c49-9d2b-3e68714ee988" providerId="ADAL" clId="{312BE368-1ED9-4C89-9F56-93BF55744060}" dt="2026-09-23T13:04:18.854" v="11272" actId="693"/>
          <ac:cxnSpMkLst>
            <pc:docMk/>
            <pc:sldMk cId="2377079373" sldId="841"/>
            <ac:cxnSpMk id="125" creationId="{C4BA41B2-2867-6269-6738-4F97784ECE04}"/>
          </ac:cxnSpMkLst>
        </pc:cxnChg>
        <pc:cxnChg chg="add mod">
          <ac:chgData name="Marion Lacroix" userId="9df64882-6113-4c49-9d2b-3e68714ee988" providerId="ADAL" clId="{312BE368-1ED9-4C89-9F56-93BF55744060}" dt="2026-09-23T13:04:18.854" v="11272" actId="693"/>
          <ac:cxnSpMkLst>
            <pc:docMk/>
            <pc:sldMk cId="2377079373" sldId="841"/>
            <ac:cxnSpMk id="128" creationId="{38B5C074-F693-9295-38CD-6A5054DAF492}"/>
          </ac:cxnSpMkLst>
        </pc:cxnChg>
        <pc:cxnChg chg="add mod">
          <ac:chgData name="Marion Lacroix" userId="9df64882-6113-4c49-9d2b-3e68714ee988" providerId="ADAL" clId="{312BE368-1ED9-4C89-9F56-93BF55744060}" dt="2026-09-23T13:04:18.854" v="11272" actId="693"/>
          <ac:cxnSpMkLst>
            <pc:docMk/>
            <pc:sldMk cId="2377079373" sldId="841"/>
            <ac:cxnSpMk id="131" creationId="{59B05901-55B1-0C72-BA79-B6D567D18CC0}"/>
          </ac:cxnSpMkLst>
        </pc:cxnChg>
        <pc:cxnChg chg="add mod">
          <ac:chgData name="Marion Lacroix" userId="9df64882-6113-4c49-9d2b-3e68714ee988" providerId="ADAL" clId="{312BE368-1ED9-4C89-9F56-93BF55744060}" dt="2026-09-23T13:07:31.932" v="11310" actId="14100"/>
          <ac:cxnSpMkLst>
            <pc:docMk/>
            <pc:sldMk cId="2377079373" sldId="841"/>
            <ac:cxnSpMk id="134" creationId="{A32F62F7-A2D3-D025-2DE2-5942D2EBC2E8}"/>
          </ac:cxnSpMkLst>
        </pc:cxnChg>
        <pc:cxnChg chg="add mod ord">
          <ac:chgData name="Marion Lacroix" userId="9df64882-6113-4c49-9d2b-3e68714ee988" providerId="ADAL" clId="{312BE368-1ED9-4C89-9F56-93BF55744060}" dt="2026-09-23T13:07:40.484" v="11311" actId="14100"/>
          <ac:cxnSpMkLst>
            <pc:docMk/>
            <pc:sldMk cId="2377079373" sldId="841"/>
            <ac:cxnSpMk id="200" creationId="{9D91C7D5-E500-8D8A-DCAD-97558CAE97E9}"/>
          </ac:cxnSpMkLst>
        </pc:cxnChg>
        <pc:cxnChg chg="add mod ord">
          <ac:chgData name="Marion Lacroix" userId="9df64882-6113-4c49-9d2b-3e68714ee988" providerId="ADAL" clId="{312BE368-1ED9-4C89-9F56-93BF55744060}" dt="2026-09-23T13:07:24.668" v="11308" actId="14100"/>
          <ac:cxnSpMkLst>
            <pc:docMk/>
            <pc:sldMk cId="2377079373" sldId="841"/>
            <ac:cxnSpMk id="204" creationId="{9A4A00A5-8C5F-5A5D-B32A-B3B320DD5342}"/>
          </ac:cxnSpMkLst>
        </pc:cxnChg>
        <pc:cxnChg chg="add mod ord">
          <ac:chgData name="Marion Lacroix" userId="9df64882-6113-4c49-9d2b-3e68714ee988" providerId="ADAL" clId="{312BE368-1ED9-4C89-9F56-93BF55744060}" dt="2026-09-23T13:07:27.804" v="11309" actId="14100"/>
          <ac:cxnSpMkLst>
            <pc:docMk/>
            <pc:sldMk cId="2377079373" sldId="841"/>
            <ac:cxnSpMk id="220" creationId="{D9149995-2E4B-479F-61D5-32B49F1AB083}"/>
          </ac:cxnSpMkLst>
        </pc:cxnChg>
        <pc:cxnChg chg="add mod">
          <ac:chgData name="Marion Lacroix" userId="9df64882-6113-4c49-9d2b-3e68714ee988" providerId="ADAL" clId="{312BE368-1ED9-4C89-9F56-93BF55744060}" dt="2026-09-23T13:06:56.979" v="11302" actId="14100"/>
          <ac:cxnSpMkLst>
            <pc:docMk/>
            <pc:sldMk cId="2377079373" sldId="841"/>
            <ac:cxnSpMk id="222" creationId="{3BA00EA5-F383-7227-8493-AFE364362504}"/>
          </ac:cxnSpMkLst>
        </pc:cxnChg>
      </pc:sldChg>
      <pc:sldChg chg="addSp delSp modSp add mod ord modShow">
        <pc:chgData name="Marion Lacroix" userId="9df64882-6113-4c49-9d2b-3e68714ee988" providerId="ADAL" clId="{312BE368-1ED9-4C89-9F56-93BF55744060}" dt="2026-10-06T16:29:58.033" v="15477" actId="478"/>
        <pc:sldMkLst>
          <pc:docMk/>
          <pc:sldMk cId="3738290937" sldId="843"/>
        </pc:sldMkLst>
        <pc:spChg chg="mod">
          <ac:chgData name="Marion Lacroix" userId="9df64882-6113-4c49-9d2b-3e68714ee988" providerId="ADAL" clId="{312BE368-1ED9-4C89-9F56-93BF55744060}" dt="2026-10-06T14:27:10.508" v="14450" actId="20577"/>
          <ac:spMkLst>
            <pc:docMk/>
            <pc:sldMk cId="3738290937" sldId="843"/>
            <ac:spMk id="2" creationId="{C9CE3E0D-4AE5-CB78-AC04-DCAA35CAE231}"/>
          </ac:spMkLst>
        </pc:spChg>
        <pc:spChg chg="del mod">
          <ac:chgData name="Marion Lacroix" userId="9df64882-6113-4c49-9d2b-3e68714ee988" providerId="ADAL" clId="{312BE368-1ED9-4C89-9F56-93BF55744060}" dt="2026-10-06T14:17:12.067" v="14178" actId="478"/>
          <ac:spMkLst>
            <pc:docMk/>
            <pc:sldMk cId="3738290937" sldId="843"/>
            <ac:spMk id="3" creationId="{D9A34E8E-8810-61AA-FFFB-F9C303E51A7B}"/>
          </ac:spMkLst>
        </pc:spChg>
        <pc:spChg chg="del">
          <ac:chgData name="Marion Lacroix" userId="9df64882-6113-4c49-9d2b-3e68714ee988" providerId="ADAL" clId="{312BE368-1ED9-4C89-9F56-93BF55744060}" dt="2026-10-06T16:28:27.523" v="15437" actId="478"/>
          <ac:spMkLst>
            <pc:docMk/>
            <pc:sldMk cId="3738290937" sldId="843"/>
            <ac:spMk id="5" creationId="{C6CB12D9-54A0-0A73-1DD4-55DFA87DA814}"/>
          </ac:spMkLst>
        </pc:spChg>
        <pc:spChg chg="add del">
          <ac:chgData name="Marion Lacroix" userId="9df64882-6113-4c49-9d2b-3e68714ee988" providerId="ADAL" clId="{312BE368-1ED9-4C89-9F56-93BF55744060}" dt="2026-10-06T14:03:21.443" v="13653" actId="478"/>
          <ac:spMkLst>
            <pc:docMk/>
            <pc:sldMk cId="3738290937" sldId="843"/>
            <ac:spMk id="7" creationId="{1A63C799-545E-5000-D58D-58050DEC9B3C}"/>
          </ac:spMkLst>
        </pc:spChg>
        <pc:spChg chg="add mod">
          <ac:chgData name="Marion Lacroix" userId="9df64882-6113-4c49-9d2b-3e68714ee988" providerId="ADAL" clId="{312BE368-1ED9-4C89-9F56-93BF55744060}" dt="2026-10-06T14:30:51.187" v="14583" actId="1076"/>
          <ac:spMkLst>
            <pc:docMk/>
            <pc:sldMk cId="3738290937" sldId="843"/>
            <ac:spMk id="8" creationId="{CFBEB17D-AF3B-6D34-CF71-575A3DC99859}"/>
          </ac:spMkLst>
        </pc:spChg>
        <pc:spChg chg="add del mod">
          <ac:chgData name="Marion Lacroix" userId="9df64882-6113-4c49-9d2b-3e68714ee988" providerId="ADAL" clId="{312BE368-1ED9-4C89-9F56-93BF55744060}" dt="2026-10-06T14:19:53.998" v="14243" actId="478"/>
          <ac:spMkLst>
            <pc:docMk/>
            <pc:sldMk cId="3738290937" sldId="843"/>
            <ac:spMk id="10" creationId="{2B2D2E8A-969B-FEDD-7EBE-D02135EE8FE4}"/>
          </ac:spMkLst>
        </pc:spChg>
        <pc:spChg chg="add del mod">
          <ac:chgData name="Marion Lacroix" userId="9df64882-6113-4c49-9d2b-3e68714ee988" providerId="ADAL" clId="{312BE368-1ED9-4C89-9F56-93BF55744060}" dt="2026-10-06T14:19:53.519" v="14242" actId="478"/>
          <ac:spMkLst>
            <pc:docMk/>
            <pc:sldMk cId="3738290937" sldId="843"/>
            <ac:spMk id="12" creationId="{52F96496-060B-D61F-E0A2-4F3D6DE5B259}"/>
          </ac:spMkLst>
        </pc:spChg>
        <pc:spChg chg="add mod">
          <ac:chgData name="Marion Lacroix" userId="9df64882-6113-4c49-9d2b-3e68714ee988" providerId="ADAL" clId="{312BE368-1ED9-4C89-9F56-93BF55744060}" dt="2026-10-06T14:28:23.584" v="14498" actId="1076"/>
          <ac:spMkLst>
            <pc:docMk/>
            <pc:sldMk cId="3738290937" sldId="843"/>
            <ac:spMk id="14" creationId="{B30608C4-B2FC-42FB-AE35-F4F8576B66F1}"/>
          </ac:spMkLst>
        </pc:spChg>
        <pc:spChg chg="add mod">
          <ac:chgData name="Marion Lacroix" userId="9df64882-6113-4c49-9d2b-3e68714ee988" providerId="ADAL" clId="{312BE368-1ED9-4C89-9F56-93BF55744060}" dt="2026-10-06T14:30:51.187" v="14583" actId="1076"/>
          <ac:spMkLst>
            <pc:docMk/>
            <pc:sldMk cId="3738290937" sldId="843"/>
            <ac:spMk id="16" creationId="{3BDED0EE-EA35-70A2-A7D4-338549F3C489}"/>
          </ac:spMkLst>
        </pc:spChg>
        <pc:spChg chg="add mod">
          <ac:chgData name="Marion Lacroix" userId="9df64882-6113-4c49-9d2b-3e68714ee988" providerId="ADAL" clId="{312BE368-1ED9-4C89-9F56-93BF55744060}" dt="2026-10-06T14:28:23.584" v="14498" actId="1076"/>
          <ac:spMkLst>
            <pc:docMk/>
            <pc:sldMk cId="3738290937" sldId="843"/>
            <ac:spMk id="19" creationId="{6AE0A4CC-3AA0-C5FF-A567-48C66493BC49}"/>
          </ac:spMkLst>
        </pc:spChg>
        <pc:spChg chg="add mod">
          <ac:chgData name="Marion Lacroix" userId="9df64882-6113-4c49-9d2b-3e68714ee988" providerId="ADAL" clId="{312BE368-1ED9-4C89-9F56-93BF55744060}" dt="2026-10-06T14:28:23.584" v="14498" actId="1076"/>
          <ac:spMkLst>
            <pc:docMk/>
            <pc:sldMk cId="3738290937" sldId="843"/>
            <ac:spMk id="21" creationId="{13FEA3D1-322A-E52D-7C51-04E2B0621AEE}"/>
          </ac:spMkLst>
        </pc:spChg>
        <pc:spChg chg="add mod">
          <ac:chgData name="Marion Lacroix" userId="9df64882-6113-4c49-9d2b-3e68714ee988" providerId="ADAL" clId="{312BE368-1ED9-4C89-9F56-93BF55744060}" dt="2026-10-06T14:30:44.106" v="14582" actId="1076"/>
          <ac:spMkLst>
            <pc:docMk/>
            <pc:sldMk cId="3738290937" sldId="843"/>
            <ac:spMk id="23" creationId="{ECC06666-6DB9-557A-A1EC-DCD6569BC6E0}"/>
          </ac:spMkLst>
        </pc:spChg>
        <pc:spChg chg="add mod">
          <ac:chgData name="Marion Lacroix" userId="9df64882-6113-4c49-9d2b-3e68714ee988" providerId="ADAL" clId="{312BE368-1ED9-4C89-9F56-93BF55744060}" dt="2026-10-06T14:30:35.104" v="14580" actId="208"/>
          <ac:spMkLst>
            <pc:docMk/>
            <pc:sldMk cId="3738290937" sldId="843"/>
            <ac:spMk id="25" creationId="{7CFB5210-D489-2244-9E4B-0647CA673A58}"/>
          </ac:spMkLst>
        </pc:spChg>
        <pc:spChg chg="add del mod">
          <ac:chgData name="Marion Lacroix" userId="9df64882-6113-4c49-9d2b-3e68714ee988" providerId="ADAL" clId="{312BE368-1ED9-4C89-9F56-93BF55744060}" dt="2026-10-06T14:26:48.612" v="14412" actId="478"/>
          <ac:spMkLst>
            <pc:docMk/>
            <pc:sldMk cId="3738290937" sldId="843"/>
            <ac:spMk id="45" creationId="{BE45CBB4-B83F-6629-B3E3-44E568FA4B84}"/>
          </ac:spMkLst>
        </pc:spChg>
        <pc:spChg chg="add mod">
          <ac:chgData name="Marion Lacroix" userId="9df64882-6113-4c49-9d2b-3e68714ee988" providerId="ADAL" clId="{312BE368-1ED9-4C89-9F56-93BF55744060}" dt="2026-10-06T14:31:15.025" v="14607" actId="113"/>
          <ac:spMkLst>
            <pc:docMk/>
            <pc:sldMk cId="3738290937" sldId="843"/>
            <ac:spMk id="48" creationId="{F7937FAD-0130-499A-2DCB-5F4BDF9D705C}"/>
          </ac:spMkLst>
        </pc:spChg>
        <pc:spChg chg="add mod">
          <ac:chgData name="Marion Lacroix" userId="9df64882-6113-4c49-9d2b-3e68714ee988" providerId="ADAL" clId="{312BE368-1ED9-4C89-9F56-93BF55744060}" dt="2026-10-06T14:31:23.531" v="14609" actId="113"/>
          <ac:spMkLst>
            <pc:docMk/>
            <pc:sldMk cId="3738290937" sldId="843"/>
            <ac:spMk id="50" creationId="{93E3B716-EB61-3315-1F70-879CDBE58DDA}"/>
          </ac:spMkLst>
        </pc:spChg>
        <pc:picChg chg="del">
          <ac:chgData name="Marion Lacroix" userId="9df64882-6113-4c49-9d2b-3e68714ee988" providerId="ADAL" clId="{312BE368-1ED9-4C89-9F56-93BF55744060}" dt="2026-10-06T16:29:58.033" v="15477" actId="478"/>
          <ac:picMkLst>
            <pc:docMk/>
            <pc:sldMk cId="3738290937" sldId="843"/>
            <ac:picMk id="6" creationId="{A7329E28-B025-9D21-AF78-B41841E81974}"/>
          </ac:picMkLst>
        </pc:picChg>
        <pc:picChg chg="del mod">
          <ac:chgData name="Marion Lacroix" userId="9df64882-6113-4c49-9d2b-3e68714ee988" providerId="ADAL" clId="{312BE368-1ED9-4C89-9F56-93BF55744060}" dt="2026-10-06T14:00:42.238" v="13563" actId="478"/>
          <ac:picMkLst>
            <pc:docMk/>
            <pc:sldMk cId="3738290937" sldId="843"/>
            <ac:picMk id="18" creationId="{D59175AC-4035-BFFC-2C58-895DE381D1F0}"/>
          </ac:picMkLst>
        </pc:picChg>
        <pc:picChg chg="add mod">
          <ac:chgData name="Marion Lacroix" userId="9df64882-6113-4c49-9d2b-3e68714ee988" providerId="ADAL" clId="{312BE368-1ED9-4C89-9F56-93BF55744060}" dt="2026-10-06T14:28:25.658" v="14499" actId="1076"/>
          <ac:picMkLst>
            <pc:docMk/>
            <pc:sldMk cId="3738290937" sldId="843"/>
            <ac:picMk id="47" creationId="{3738A76A-F5B1-7365-B6AD-F19A2024B140}"/>
          </ac:picMkLst>
        </pc:picChg>
        <pc:cxnChg chg="add del mod">
          <ac:chgData name="Marion Lacroix" userId="9df64882-6113-4c49-9d2b-3e68714ee988" providerId="ADAL" clId="{312BE368-1ED9-4C89-9F56-93BF55744060}" dt="2026-10-06T14:23:50.245" v="14366" actId="478"/>
          <ac:cxnSpMkLst>
            <pc:docMk/>
            <pc:sldMk cId="3738290937" sldId="843"/>
            <ac:cxnSpMk id="27" creationId="{4C8754A0-2F87-CA7B-114F-B179BB0D617C}"/>
          </ac:cxnSpMkLst>
        </pc:cxnChg>
        <pc:cxnChg chg="add mod">
          <ac:chgData name="Marion Lacroix" userId="9df64882-6113-4c49-9d2b-3e68714ee988" providerId="ADAL" clId="{312BE368-1ED9-4C89-9F56-93BF55744060}" dt="2026-10-06T14:30:51.187" v="14583" actId="1076"/>
          <ac:cxnSpMkLst>
            <pc:docMk/>
            <pc:sldMk cId="3738290937" sldId="843"/>
            <ac:cxnSpMk id="29" creationId="{9B1F1DA9-9375-AF71-EC78-5C6DBB3C16D9}"/>
          </ac:cxnSpMkLst>
        </pc:cxnChg>
        <pc:cxnChg chg="add mod">
          <ac:chgData name="Marion Lacroix" userId="9df64882-6113-4c49-9d2b-3e68714ee988" providerId="ADAL" clId="{312BE368-1ED9-4C89-9F56-93BF55744060}" dt="2026-10-06T14:30:51.187" v="14583" actId="1076"/>
          <ac:cxnSpMkLst>
            <pc:docMk/>
            <pc:sldMk cId="3738290937" sldId="843"/>
            <ac:cxnSpMk id="30" creationId="{0F3FD6C8-58D6-4B75-F978-CE1832B82258}"/>
          </ac:cxnSpMkLst>
        </pc:cxnChg>
        <pc:cxnChg chg="add mod">
          <ac:chgData name="Marion Lacroix" userId="9df64882-6113-4c49-9d2b-3e68714ee988" providerId="ADAL" clId="{312BE368-1ED9-4C89-9F56-93BF55744060}" dt="2026-10-06T14:29:39.108" v="14576" actId="1076"/>
          <ac:cxnSpMkLst>
            <pc:docMk/>
            <pc:sldMk cId="3738290937" sldId="843"/>
            <ac:cxnSpMk id="33" creationId="{C7F0823F-FC0A-32CE-CB4B-EB0F8F97EA4E}"/>
          </ac:cxnSpMkLst>
        </pc:cxnChg>
        <pc:cxnChg chg="add mod">
          <ac:chgData name="Marion Lacroix" userId="9df64882-6113-4c49-9d2b-3e68714ee988" providerId="ADAL" clId="{312BE368-1ED9-4C89-9F56-93BF55744060}" dt="2026-10-06T14:25:38.931" v="14390"/>
          <ac:cxnSpMkLst>
            <pc:docMk/>
            <pc:sldMk cId="3738290937" sldId="843"/>
            <ac:cxnSpMk id="36" creationId="{A793DDEF-409A-2456-5E83-362CBFA9C552}"/>
          </ac:cxnSpMkLst>
        </pc:cxnChg>
        <pc:cxnChg chg="add mod">
          <ac:chgData name="Marion Lacroix" userId="9df64882-6113-4c49-9d2b-3e68714ee988" providerId="ADAL" clId="{312BE368-1ED9-4C89-9F56-93BF55744060}" dt="2026-10-06T14:28:23.584" v="14498" actId="1076"/>
          <ac:cxnSpMkLst>
            <pc:docMk/>
            <pc:sldMk cId="3738290937" sldId="843"/>
            <ac:cxnSpMk id="40" creationId="{555BDE81-F97C-1F8F-DE97-C645F113AFA0}"/>
          </ac:cxnSpMkLst>
        </pc:cxnChg>
      </pc:sldChg>
      <pc:sldChg chg="addSp delSp modSp add mod ord modAnim">
        <pc:chgData name="Marion Lacroix" userId="9df64882-6113-4c49-9d2b-3e68714ee988" providerId="ADAL" clId="{312BE368-1ED9-4C89-9F56-93BF55744060}" dt="2026-10-06T16:35:06.526" v="15544" actId="1076"/>
        <pc:sldMkLst>
          <pc:docMk/>
          <pc:sldMk cId="3784574749" sldId="845"/>
        </pc:sldMkLst>
        <pc:spChg chg="mod">
          <ac:chgData name="Marion Lacroix" userId="9df64882-6113-4c49-9d2b-3e68714ee988" providerId="ADAL" clId="{312BE368-1ED9-4C89-9F56-93BF55744060}" dt="2026-09-23T13:56:55.781" v="11969" actId="20577"/>
          <ac:spMkLst>
            <pc:docMk/>
            <pc:sldMk cId="3784574749" sldId="845"/>
            <ac:spMk id="2" creationId="{651F7F96-B855-9493-2D2C-EA27FB180EC0}"/>
          </ac:spMkLst>
        </pc:spChg>
        <pc:spChg chg="del">
          <ac:chgData name="Marion Lacroix" userId="9df64882-6113-4c49-9d2b-3e68714ee988" providerId="ADAL" clId="{312BE368-1ED9-4C89-9F56-93BF55744060}" dt="2026-10-06T16:28:04.481" v="15426" actId="478"/>
          <ac:spMkLst>
            <pc:docMk/>
            <pc:sldMk cId="3784574749" sldId="845"/>
            <ac:spMk id="4" creationId="{F95017EA-1AA0-0938-CE11-E824593A52E7}"/>
          </ac:spMkLst>
        </pc:spChg>
        <pc:spChg chg="add mod">
          <ac:chgData name="Marion Lacroix" userId="9df64882-6113-4c49-9d2b-3e68714ee988" providerId="ADAL" clId="{312BE368-1ED9-4C89-9F56-93BF55744060}" dt="2026-10-06T14:05:58.008" v="13710" actId="207"/>
          <ac:spMkLst>
            <pc:docMk/>
            <pc:sldMk cId="3784574749" sldId="845"/>
            <ac:spMk id="7" creationId="{4E0C73C5-B51C-484B-69C8-8773664085E0}"/>
          </ac:spMkLst>
        </pc:spChg>
        <pc:spChg chg="add mod">
          <ac:chgData name="Marion Lacroix" userId="9df64882-6113-4c49-9d2b-3e68714ee988" providerId="ADAL" clId="{312BE368-1ED9-4C89-9F56-93BF55744060}" dt="2026-10-06T14:05:47.785" v="13709" actId="1036"/>
          <ac:spMkLst>
            <pc:docMk/>
            <pc:sldMk cId="3784574749" sldId="845"/>
            <ac:spMk id="8" creationId="{0A81DF99-4733-05E9-1EE5-37852395F492}"/>
          </ac:spMkLst>
        </pc:spChg>
        <pc:spChg chg="add del mod">
          <ac:chgData name="Marion Lacroix" userId="9df64882-6113-4c49-9d2b-3e68714ee988" providerId="ADAL" clId="{312BE368-1ED9-4C89-9F56-93BF55744060}" dt="2026-10-06T16:28:03.235" v="15425" actId="478"/>
          <ac:spMkLst>
            <pc:docMk/>
            <pc:sldMk cId="3784574749" sldId="845"/>
            <ac:spMk id="15" creationId="{D9F27DEA-5188-6F74-6310-BB007AD0CFCC}"/>
          </ac:spMkLst>
        </pc:spChg>
        <pc:spChg chg="add">
          <ac:chgData name="Marion Lacroix" userId="9df64882-6113-4c49-9d2b-3e68714ee988" providerId="ADAL" clId="{312BE368-1ED9-4C89-9F56-93BF55744060}" dt="2026-09-24T11:07:22.337" v="12821" actId="22"/>
          <ac:spMkLst>
            <pc:docMk/>
            <pc:sldMk cId="3784574749" sldId="845"/>
            <ac:spMk id="17" creationId="{9EBBA6CF-1382-2073-D663-997C1879B50A}"/>
          </ac:spMkLst>
        </pc:spChg>
        <pc:spChg chg="add mod">
          <ac:chgData name="Marion Lacroix" userId="9df64882-6113-4c49-9d2b-3e68714ee988" providerId="ADAL" clId="{312BE368-1ED9-4C89-9F56-93BF55744060}" dt="2026-10-06T14:07:34.170" v="13756" actId="688"/>
          <ac:spMkLst>
            <pc:docMk/>
            <pc:sldMk cId="3784574749" sldId="845"/>
            <ac:spMk id="22" creationId="{DD1347D3-ACB3-0ADC-ADBD-C6646C3D8CDA}"/>
          </ac:spMkLst>
        </pc:spChg>
        <pc:spChg chg="add del">
          <ac:chgData name="Marion Lacroix" userId="9df64882-6113-4c49-9d2b-3e68714ee988" providerId="ADAL" clId="{312BE368-1ED9-4C89-9F56-93BF55744060}" dt="2026-10-06T14:14:18.907" v="14142"/>
          <ac:spMkLst>
            <pc:docMk/>
            <pc:sldMk cId="3784574749" sldId="845"/>
            <ac:spMk id="23" creationId="{37030695-D109-DC97-2D4B-7D593FB73B80}"/>
          </ac:spMkLst>
        </pc:spChg>
        <pc:spChg chg="add mod">
          <ac:chgData name="Marion Lacroix" userId="9df64882-6113-4c49-9d2b-3e68714ee988" providerId="ADAL" clId="{312BE368-1ED9-4C89-9F56-93BF55744060}" dt="2026-10-06T14:14:48.118" v="14154" actId="1076"/>
          <ac:spMkLst>
            <pc:docMk/>
            <pc:sldMk cId="3784574749" sldId="845"/>
            <ac:spMk id="24" creationId="{1E43A182-16A7-4948-2641-BAB747FB34A5}"/>
          </ac:spMkLst>
        </pc:spChg>
        <pc:spChg chg="add del mod">
          <ac:chgData name="Marion Lacroix" userId="9df64882-6113-4c49-9d2b-3e68714ee988" providerId="ADAL" clId="{312BE368-1ED9-4C89-9F56-93BF55744060}" dt="2026-10-06T14:15:55.473" v="14161" actId="478"/>
          <ac:spMkLst>
            <pc:docMk/>
            <pc:sldMk cId="3784574749" sldId="845"/>
            <ac:spMk id="27" creationId="{0ED9B63B-BAD5-F01A-0C57-FF273ABB5741}"/>
          </ac:spMkLst>
        </pc:spChg>
        <pc:graphicFrameChg chg="add mod modGraphic">
          <ac:chgData name="Marion Lacroix" userId="9df64882-6113-4c49-9d2b-3e68714ee988" providerId="ADAL" clId="{312BE368-1ED9-4C89-9F56-93BF55744060}" dt="2026-10-06T14:03:34.660" v="13657" actId="1076"/>
          <ac:graphicFrameMkLst>
            <pc:docMk/>
            <pc:sldMk cId="3784574749" sldId="845"/>
            <ac:graphicFrameMk id="10" creationId="{E7B71E73-5897-B5A6-3CEC-402F224BD5F7}"/>
          </ac:graphicFrameMkLst>
        </pc:graphicFrameChg>
        <pc:picChg chg="add mod">
          <ac:chgData name="Marion Lacroix" userId="9df64882-6113-4c49-9d2b-3e68714ee988" providerId="ADAL" clId="{312BE368-1ED9-4C89-9F56-93BF55744060}" dt="2026-09-24T09:08:40.872" v="12268" actId="1076"/>
          <ac:picMkLst>
            <pc:docMk/>
            <pc:sldMk cId="3784574749" sldId="845"/>
            <ac:picMk id="9" creationId="{1ACDB0A7-4677-2818-BFC5-877FB39E7123}"/>
          </ac:picMkLst>
        </pc:picChg>
        <pc:picChg chg="del">
          <ac:chgData name="Marion Lacroix" userId="9df64882-6113-4c49-9d2b-3e68714ee988" providerId="ADAL" clId="{312BE368-1ED9-4C89-9F56-93BF55744060}" dt="2026-10-06T16:29:46.019" v="15471" actId="478"/>
          <ac:picMkLst>
            <pc:docMk/>
            <pc:sldMk cId="3784574749" sldId="845"/>
            <ac:picMk id="14" creationId="{A6C7515E-3F1D-BD4F-529D-64F1115F6278}"/>
          </ac:picMkLst>
        </pc:picChg>
        <pc:picChg chg="add del mod">
          <ac:chgData name="Marion Lacroix" userId="9df64882-6113-4c49-9d2b-3e68714ee988" providerId="ADAL" clId="{312BE368-1ED9-4C89-9F56-93BF55744060}" dt="2026-10-06T16:34:21.729" v="15540" actId="478"/>
          <ac:picMkLst>
            <pc:docMk/>
            <pc:sldMk cId="3784574749" sldId="845"/>
            <ac:picMk id="25" creationId="{0EC74216-601D-4519-60A1-18E38F035E76}"/>
          </ac:picMkLst>
        </pc:picChg>
        <pc:picChg chg="add mod">
          <ac:chgData name="Marion Lacroix" userId="9df64882-6113-4c49-9d2b-3e68714ee988" providerId="ADAL" clId="{312BE368-1ED9-4C89-9F56-93BF55744060}" dt="2026-10-06T16:35:06.526" v="15544" actId="1076"/>
          <ac:picMkLst>
            <pc:docMk/>
            <pc:sldMk cId="3784574749" sldId="845"/>
            <ac:picMk id="29" creationId="{C9B0248D-6822-911C-3AF5-FA7675FCA438}"/>
          </ac:picMkLst>
        </pc:picChg>
        <pc:cxnChg chg="add mod">
          <ac:chgData name="Marion Lacroix" userId="9df64882-6113-4c49-9d2b-3e68714ee988" providerId="ADAL" clId="{312BE368-1ED9-4C89-9F56-93BF55744060}" dt="2026-10-06T14:06:11.221" v="13713" actId="1582"/>
          <ac:cxnSpMkLst>
            <pc:docMk/>
            <pc:sldMk cId="3784574749" sldId="845"/>
            <ac:cxnSpMk id="16" creationId="{53B80406-1CA8-A380-1CD1-B358B7B8A2CA}"/>
          </ac:cxnSpMkLst>
        </pc:cxnChg>
        <pc:cxnChg chg="add mod">
          <ac:chgData name="Marion Lacroix" userId="9df64882-6113-4c49-9d2b-3e68714ee988" providerId="ADAL" clId="{312BE368-1ED9-4C89-9F56-93BF55744060}" dt="2026-10-06T14:06:58.099" v="13721" actId="14100"/>
          <ac:cxnSpMkLst>
            <pc:docMk/>
            <pc:sldMk cId="3784574749" sldId="845"/>
            <ac:cxnSpMk id="18" creationId="{6E1B1782-12F4-0F94-69B4-064CE9FC6B2D}"/>
          </ac:cxnSpMkLst>
        </pc:cxnChg>
      </pc:sldChg>
      <pc:sldChg chg="addSp delSp modSp add mod">
        <pc:chgData name="Marion Lacroix" userId="9df64882-6113-4c49-9d2b-3e68714ee988" providerId="ADAL" clId="{312BE368-1ED9-4C89-9F56-93BF55744060}" dt="2026-10-06T16:34:01.570" v="15533" actId="1076"/>
        <pc:sldMkLst>
          <pc:docMk/>
          <pc:sldMk cId="1909765989" sldId="846"/>
        </pc:sldMkLst>
        <pc:spChg chg="mod">
          <ac:chgData name="Marion Lacroix" userId="9df64882-6113-4c49-9d2b-3e68714ee988" providerId="ADAL" clId="{312BE368-1ED9-4C89-9F56-93BF55744060}" dt="2026-09-23T13:57:07.966" v="11991" actId="20577"/>
          <ac:spMkLst>
            <pc:docMk/>
            <pc:sldMk cId="1909765989" sldId="846"/>
            <ac:spMk id="2" creationId="{5342F225-0499-4D9A-E19E-20E7CD41CDD8}"/>
          </ac:spMkLst>
        </pc:spChg>
        <pc:spChg chg="del">
          <ac:chgData name="Marion Lacroix" userId="9df64882-6113-4c49-9d2b-3e68714ee988" providerId="ADAL" clId="{312BE368-1ED9-4C89-9F56-93BF55744060}" dt="2026-10-06T16:28:16.730" v="15431" actId="478"/>
          <ac:spMkLst>
            <pc:docMk/>
            <pc:sldMk cId="1909765989" sldId="846"/>
            <ac:spMk id="4" creationId="{E8BA3D5E-8A65-6A78-8302-CDC0395D0A5A}"/>
          </ac:spMkLst>
        </pc:spChg>
        <pc:spChg chg="mod">
          <ac:chgData name="Marion Lacroix" userId="9df64882-6113-4c49-9d2b-3e68714ee988" providerId="ADAL" clId="{312BE368-1ED9-4C89-9F56-93BF55744060}" dt="2026-09-24T10:53:39.901" v="12574" actId="14100"/>
          <ac:spMkLst>
            <pc:docMk/>
            <pc:sldMk cId="1909765989" sldId="846"/>
            <ac:spMk id="7" creationId="{41538A3B-A0C5-84DD-9152-AAFD608DE217}"/>
          </ac:spMkLst>
        </pc:spChg>
        <pc:spChg chg="add del mod">
          <ac:chgData name="Marion Lacroix" userId="9df64882-6113-4c49-9d2b-3e68714ee988" providerId="ADAL" clId="{312BE368-1ED9-4C89-9F56-93BF55744060}" dt="2026-10-06T16:28:18.585" v="15432" actId="478"/>
          <ac:spMkLst>
            <pc:docMk/>
            <pc:sldMk cId="1909765989" sldId="846"/>
            <ac:spMk id="15" creationId="{57E46237-C684-5797-BCE3-55A351F72FC5}"/>
          </ac:spMkLst>
        </pc:spChg>
        <pc:spChg chg="add">
          <ac:chgData name="Marion Lacroix" userId="9df64882-6113-4c49-9d2b-3e68714ee988" providerId="ADAL" clId="{312BE368-1ED9-4C89-9F56-93BF55744060}" dt="2026-09-24T11:07:33.382" v="12825" actId="22"/>
          <ac:spMkLst>
            <pc:docMk/>
            <pc:sldMk cId="1909765989" sldId="846"/>
            <ac:spMk id="19" creationId="{0852A00C-3DC7-A680-F283-99FEE6932099}"/>
          </ac:spMkLst>
        </pc:spChg>
        <pc:picChg chg="add del mod">
          <ac:chgData name="Marion Lacroix" userId="9df64882-6113-4c49-9d2b-3e68714ee988" providerId="ADAL" clId="{312BE368-1ED9-4C89-9F56-93BF55744060}" dt="2026-10-06T16:33:46.034" v="15528" actId="478"/>
          <ac:picMkLst>
            <pc:docMk/>
            <pc:sldMk cId="1909765989" sldId="846"/>
            <ac:picMk id="8" creationId="{DE2F349C-5E3F-980B-B37A-BCEBAED875CF}"/>
          </ac:picMkLst>
        </pc:picChg>
        <pc:picChg chg="add mod">
          <ac:chgData name="Marion Lacroix" userId="9df64882-6113-4c49-9d2b-3e68714ee988" providerId="ADAL" clId="{312BE368-1ED9-4C89-9F56-93BF55744060}" dt="2026-10-06T16:34:01.570" v="15533" actId="1076"/>
          <ac:picMkLst>
            <pc:docMk/>
            <pc:sldMk cId="1909765989" sldId="846"/>
            <ac:picMk id="10" creationId="{09BC45FE-255B-9124-93A6-05B8A857B438}"/>
          </ac:picMkLst>
        </pc:picChg>
        <pc:picChg chg="del">
          <ac:chgData name="Marion Lacroix" userId="9df64882-6113-4c49-9d2b-3e68714ee988" providerId="ADAL" clId="{312BE368-1ED9-4C89-9F56-93BF55744060}" dt="2026-10-06T16:29:51.149" v="15474" actId="478"/>
          <ac:picMkLst>
            <pc:docMk/>
            <pc:sldMk cId="1909765989" sldId="846"/>
            <ac:picMk id="14" creationId="{7EADF7C8-732A-96BC-FC37-324E272BC070}"/>
          </ac:picMkLst>
        </pc:picChg>
        <pc:picChg chg="add mod">
          <ac:chgData name="Marion Lacroix" userId="9df64882-6113-4c49-9d2b-3e68714ee988" providerId="ADAL" clId="{312BE368-1ED9-4C89-9F56-93BF55744060}" dt="2026-09-24T11:01:30.665" v="12706" actId="1076"/>
          <ac:picMkLst>
            <pc:docMk/>
            <pc:sldMk cId="1909765989" sldId="846"/>
            <ac:picMk id="17" creationId="{679EEFD8-E767-6913-D198-A7E9BE9EAD49}"/>
          </ac:picMkLst>
        </pc:picChg>
      </pc:sldChg>
      <pc:sldChg chg="addSp delSp modSp add mod ord modShow">
        <pc:chgData name="Marion Lacroix" userId="9df64882-6113-4c49-9d2b-3e68714ee988" providerId="ADAL" clId="{312BE368-1ED9-4C89-9F56-93BF55744060}" dt="2026-10-06T16:29:48.444" v="15472" actId="478"/>
        <pc:sldMkLst>
          <pc:docMk/>
          <pc:sldMk cId="2156615638" sldId="847"/>
        </pc:sldMkLst>
        <pc:spChg chg="mod">
          <ac:chgData name="Marion Lacroix" userId="9df64882-6113-4c49-9d2b-3e68714ee988" providerId="ADAL" clId="{312BE368-1ED9-4C89-9F56-93BF55744060}" dt="2026-09-24T09:45:09.752" v="12324" actId="20577"/>
          <ac:spMkLst>
            <pc:docMk/>
            <pc:sldMk cId="2156615638" sldId="847"/>
            <ac:spMk id="2" creationId="{858B2EAE-F3E6-9158-CFA1-FB18F0148815}"/>
          </ac:spMkLst>
        </pc:spChg>
        <pc:spChg chg="del">
          <ac:chgData name="Marion Lacroix" userId="9df64882-6113-4c49-9d2b-3e68714ee988" providerId="ADAL" clId="{312BE368-1ED9-4C89-9F56-93BF55744060}" dt="2026-10-06T16:28:08.194" v="15427" actId="478"/>
          <ac:spMkLst>
            <pc:docMk/>
            <pc:sldMk cId="2156615638" sldId="847"/>
            <ac:spMk id="4" creationId="{4B1FF4C9-FA09-E875-912B-B6AD615CF9DA}"/>
          </ac:spMkLst>
        </pc:spChg>
        <pc:spChg chg="add mod">
          <ac:chgData name="Marion Lacroix" userId="9df64882-6113-4c49-9d2b-3e68714ee988" providerId="ADAL" clId="{312BE368-1ED9-4C89-9F56-93BF55744060}" dt="2026-09-24T11:07:31.831" v="12824" actId="1076"/>
          <ac:spMkLst>
            <pc:docMk/>
            <pc:sldMk cId="2156615638" sldId="847"/>
            <ac:spMk id="10" creationId="{BDDE66A0-9100-AAB5-81B3-57250D32DA8F}"/>
          </ac:spMkLst>
        </pc:spChg>
        <pc:spChg chg="add del mod">
          <ac:chgData name="Marion Lacroix" userId="9df64882-6113-4c49-9d2b-3e68714ee988" providerId="ADAL" clId="{312BE368-1ED9-4C89-9F56-93BF55744060}" dt="2026-10-06T16:28:10.602" v="15428" actId="478"/>
          <ac:spMkLst>
            <pc:docMk/>
            <pc:sldMk cId="2156615638" sldId="847"/>
            <ac:spMk id="15" creationId="{C4C54DF5-3607-DD99-4AFF-0FF3BAC34233}"/>
          </ac:spMkLst>
        </pc:spChg>
        <pc:spChg chg="add">
          <ac:chgData name="Marion Lacroix" userId="9df64882-6113-4c49-9d2b-3e68714ee988" providerId="ADAL" clId="{312BE368-1ED9-4C89-9F56-93BF55744060}" dt="2026-09-24T11:07:24.606" v="12822" actId="22"/>
          <ac:spMkLst>
            <pc:docMk/>
            <pc:sldMk cId="2156615638" sldId="847"/>
            <ac:spMk id="17" creationId="{0D4EDB0E-D114-EF2B-CA2E-F6F76DB49130}"/>
          </ac:spMkLst>
        </pc:spChg>
        <pc:picChg chg="del">
          <ac:chgData name="Marion Lacroix" userId="9df64882-6113-4c49-9d2b-3e68714ee988" providerId="ADAL" clId="{312BE368-1ED9-4C89-9F56-93BF55744060}" dt="2026-10-06T16:29:48.444" v="15472" actId="478"/>
          <ac:picMkLst>
            <pc:docMk/>
            <pc:sldMk cId="2156615638" sldId="847"/>
            <ac:picMk id="14" creationId="{1F83B5AB-95DE-3491-F9E3-B6494C93F305}"/>
          </ac:picMkLst>
        </pc:picChg>
        <pc:picChg chg="add mod">
          <ac:chgData name="Marion Lacroix" userId="9df64882-6113-4c49-9d2b-3e68714ee988" providerId="ADAL" clId="{312BE368-1ED9-4C89-9F56-93BF55744060}" dt="2026-09-24T11:12:05.800" v="12941" actId="1076"/>
          <ac:picMkLst>
            <pc:docMk/>
            <pc:sldMk cId="2156615638" sldId="847"/>
            <ac:picMk id="19" creationId="{E47CFCB7-7551-66D8-13F7-6C4C5C7898E2}"/>
          </ac:picMkLst>
        </pc:picChg>
      </pc:sldChg>
      <pc:sldChg chg="addSp delSp modSp add mod">
        <pc:chgData name="Marion Lacroix" userId="9df64882-6113-4c49-9d2b-3e68714ee988" providerId="ADAL" clId="{312BE368-1ED9-4C89-9F56-93BF55744060}" dt="2026-10-06T16:31:59.927" v="15508" actId="14100"/>
        <pc:sldMkLst>
          <pc:docMk/>
          <pc:sldMk cId="699817107" sldId="848"/>
        </pc:sldMkLst>
        <pc:spChg chg="mod">
          <ac:chgData name="Marion Lacroix" userId="9df64882-6113-4c49-9d2b-3e68714ee988" providerId="ADAL" clId="{312BE368-1ED9-4C89-9F56-93BF55744060}" dt="2026-09-23T13:57:34.731" v="12054" actId="20577"/>
          <ac:spMkLst>
            <pc:docMk/>
            <pc:sldMk cId="699817107" sldId="848"/>
            <ac:spMk id="2" creationId="{EB91F5E2-F459-B650-9F43-124D3690AE5A}"/>
          </ac:spMkLst>
        </pc:spChg>
        <pc:spChg chg="del">
          <ac:chgData name="Marion Lacroix" userId="9df64882-6113-4c49-9d2b-3e68714ee988" providerId="ADAL" clId="{312BE368-1ED9-4C89-9F56-93BF55744060}" dt="2026-10-06T16:28:45.919" v="15447" actId="478"/>
          <ac:spMkLst>
            <pc:docMk/>
            <pc:sldMk cId="699817107" sldId="848"/>
            <ac:spMk id="5" creationId="{802D6B21-6A1B-11FD-D193-C81546CCA0A3}"/>
          </ac:spMkLst>
        </pc:spChg>
        <pc:spChg chg="mod">
          <ac:chgData name="Marion Lacroix" userId="9df64882-6113-4c49-9d2b-3e68714ee988" providerId="ADAL" clId="{312BE368-1ED9-4C89-9F56-93BF55744060}" dt="2026-10-06T16:31:54.329" v="15506" actId="1076"/>
          <ac:spMkLst>
            <pc:docMk/>
            <pc:sldMk cId="699817107" sldId="848"/>
            <ac:spMk id="7" creationId="{EB3C3BE8-121E-93C2-E4F4-E10A6B6B3137}"/>
          </ac:spMkLst>
        </pc:spChg>
        <pc:spChg chg="add del mod">
          <ac:chgData name="Marion Lacroix" userId="9df64882-6113-4c49-9d2b-3e68714ee988" providerId="ADAL" clId="{312BE368-1ED9-4C89-9F56-93BF55744060}" dt="2026-10-06T16:28:46.922" v="15448" actId="478"/>
          <ac:spMkLst>
            <pc:docMk/>
            <pc:sldMk cId="699817107" sldId="848"/>
            <ac:spMk id="10" creationId="{1FB17B06-8EA2-7043-4164-557142BD0959}"/>
          </ac:spMkLst>
        </pc:spChg>
        <pc:spChg chg="add">
          <ac:chgData name="Marion Lacroix" userId="9df64882-6113-4c49-9d2b-3e68714ee988" providerId="ADAL" clId="{312BE368-1ED9-4C89-9F56-93BF55744060}" dt="2026-09-24T11:07:46.230" v="12830" actId="22"/>
          <ac:spMkLst>
            <pc:docMk/>
            <pc:sldMk cId="699817107" sldId="848"/>
            <ac:spMk id="16" creationId="{A46072DE-601C-27AE-ABB5-93E1E550B74C}"/>
          </ac:spMkLst>
        </pc:spChg>
        <pc:picChg chg="add mod">
          <ac:chgData name="Marion Lacroix" userId="9df64882-6113-4c49-9d2b-3e68714ee988" providerId="ADAL" clId="{312BE368-1ED9-4C89-9F56-93BF55744060}" dt="2026-09-23T14:05:10.464" v="12242" actId="1076"/>
          <ac:picMkLst>
            <pc:docMk/>
            <pc:sldMk cId="699817107" sldId="848"/>
            <ac:picMk id="8" creationId="{B61B820E-DD7E-7764-53FC-03455B87490B}"/>
          </ac:picMkLst>
        </pc:picChg>
        <pc:picChg chg="add mod">
          <ac:chgData name="Marion Lacroix" userId="9df64882-6113-4c49-9d2b-3e68714ee988" providerId="ADAL" clId="{312BE368-1ED9-4C89-9F56-93BF55744060}" dt="2026-09-23T14:05:09.095" v="12241" actId="1076"/>
          <ac:picMkLst>
            <pc:docMk/>
            <pc:sldMk cId="699817107" sldId="848"/>
            <ac:picMk id="11" creationId="{1EC321CD-B3D3-AD26-B00B-441EFFF72E28}"/>
          </ac:picMkLst>
        </pc:picChg>
        <pc:picChg chg="add del mod">
          <ac:chgData name="Marion Lacroix" userId="9df64882-6113-4c49-9d2b-3e68714ee988" providerId="ADAL" clId="{312BE368-1ED9-4C89-9F56-93BF55744060}" dt="2026-10-06T16:31:17.397" v="15495" actId="478"/>
          <ac:picMkLst>
            <pc:docMk/>
            <pc:sldMk cId="699817107" sldId="848"/>
            <ac:picMk id="13" creationId="{23E89BA2-1F3B-3C6A-13C4-0ABC4A17C4D5}"/>
          </ac:picMkLst>
        </pc:picChg>
        <pc:picChg chg="del">
          <ac:chgData name="Marion Lacroix" userId="9df64882-6113-4c49-9d2b-3e68714ee988" providerId="ADAL" clId="{312BE368-1ED9-4C89-9F56-93BF55744060}" dt="2026-10-06T16:30:29.526" v="15486" actId="478"/>
          <ac:picMkLst>
            <pc:docMk/>
            <pc:sldMk cId="699817107" sldId="848"/>
            <ac:picMk id="14" creationId="{19D46A40-0C07-CC29-6930-177BCBA7D636}"/>
          </ac:picMkLst>
        </pc:picChg>
        <pc:picChg chg="add del mod">
          <ac:chgData name="Marion Lacroix" userId="9df64882-6113-4c49-9d2b-3e68714ee988" providerId="ADAL" clId="{312BE368-1ED9-4C89-9F56-93BF55744060}" dt="2026-10-06T16:30:37.217" v="15487" actId="478"/>
          <ac:picMkLst>
            <pc:docMk/>
            <pc:sldMk cId="699817107" sldId="848"/>
            <ac:picMk id="15" creationId="{47AB35DF-656A-A0D9-2D26-B8659A3E5C41}"/>
          </ac:picMkLst>
        </pc:picChg>
        <pc:picChg chg="add mod">
          <ac:chgData name="Marion Lacroix" userId="9df64882-6113-4c49-9d2b-3e68714ee988" providerId="ADAL" clId="{312BE368-1ED9-4C89-9F56-93BF55744060}" dt="2026-10-06T16:31:59.927" v="15508" actId="14100"/>
          <ac:picMkLst>
            <pc:docMk/>
            <pc:sldMk cId="699817107" sldId="848"/>
            <ac:picMk id="18" creationId="{A5971B5D-6510-A0A0-587B-3377098AD8FE}"/>
          </ac:picMkLst>
        </pc:picChg>
      </pc:sldChg>
      <pc:sldChg chg="addSp delSp modSp add mod">
        <pc:chgData name="Marion Lacroix" userId="9df64882-6113-4c49-9d2b-3e68714ee988" providerId="ADAL" clId="{312BE368-1ED9-4C89-9F56-93BF55744060}" dt="2026-10-06T16:32:57.051" v="15523" actId="14100"/>
        <pc:sldMkLst>
          <pc:docMk/>
          <pc:sldMk cId="1168552145" sldId="849"/>
        </pc:sldMkLst>
        <pc:spChg chg="mod">
          <ac:chgData name="Marion Lacroix" userId="9df64882-6113-4c49-9d2b-3e68714ee988" providerId="ADAL" clId="{312BE368-1ED9-4C89-9F56-93BF55744060}" dt="2026-09-23T13:58:28.777" v="12085" actId="20577"/>
          <ac:spMkLst>
            <pc:docMk/>
            <pc:sldMk cId="1168552145" sldId="849"/>
            <ac:spMk id="2" creationId="{DE274E3C-E67C-EAD0-633F-C0E3EABA7A3B}"/>
          </ac:spMkLst>
        </pc:spChg>
        <pc:spChg chg="del">
          <ac:chgData name="Marion Lacroix" userId="9df64882-6113-4c49-9d2b-3e68714ee988" providerId="ADAL" clId="{312BE368-1ED9-4C89-9F56-93BF55744060}" dt="2026-10-06T16:28:51.603" v="15449" actId="478"/>
          <ac:spMkLst>
            <pc:docMk/>
            <pc:sldMk cId="1168552145" sldId="849"/>
            <ac:spMk id="5" creationId="{BD8C446A-6266-9223-41DC-75FA5D1922D4}"/>
          </ac:spMkLst>
        </pc:spChg>
        <pc:spChg chg="mod">
          <ac:chgData name="Marion Lacroix" userId="9df64882-6113-4c49-9d2b-3e68714ee988" providerId="ADAL" clId="{312BE368-1ED9-4C89-9F56-93BF55744060}" dt="2026-09-23T14:03:34.513" v="12230" actId="122"/>
          <ac:spMkLst>
            <pc:docMk/>
            <pc:sldMk cId="1168552145" sldId="849"/>
            <ac:spMk id="7" creationId="{F25BCA62-6C28-1E93-45F1-75A819006314}"/>
          </ac:spMkLst>
        </pc:spChg>
        <pc:picChg chg="add mod">
          <ac:chgData name="Marion Lacroix" userId="9df64882-6113-4c49-9d2b-3e68714ee988" providerId="ADAL" clId="{312BE368-1ED9-4C89-9F56-93BF55744060}" dt="2026-10-06T16:32:57.051" v="15523" actId="14100"/>
          <ac:picMkLst>
            <pc:docMk/>
            <pc:sldMk cId="1168552145" sldId="849"/>
            <ac:picMk id="8" creationId="{7D5EA539-8D83-12F5-6DA4-673820CF26EB}"/>
          </ac:picMkLst>
        </pc:picChg>
        <pc:picChg chg="add mod">
          <ac:chgData name="Marion Lacroix" userId="9df64882-6113-4c49-9d2b-3e68714ee988" providerId="ADAL" clId="{312BE368-1ED9-4C89-9F56-93BF55744060}" dt="2026-09-23T14:03:40.820" v="12231" actId="1076"/>
          <ac:picMkLst>
            <pc:docMk/>
            <pc:sldMk cId="1168552145" sldId="849"/>
            <ac:picMk id="11" creationId="{6B338CBC-EC3F-A44B-BF13-0565320287A6}"/>
          </ac:picMkLst>
        </pc:picChg>
        <pc:picChg chg="del">
          <ac:chgData name="Marion Lacroix" userId="9df64882-6113-4c49-9d2b-3e68714ee988" providerId="ADAL" clId="{312BE368-1ED9-4C89-9F56-93BF55744060}" dt="2026-10-06T16:30:38.708" v="15488" actId="478"/>
          <ac:picMkLst>
            <pc:docMk/>
            <pc:sldMk cId="1168552145" sldId="849"/>
            <ac:picMk id="14" creationId="{8B809C39-C648-F64A-2899-76F1BA878658}"/>
          </ac:picMkLst>
        </pc:picChg>
        <pc:picChg chg="add del mod">
          <ac:chgData name="Marion Lacroix" userId="9df64882-6113-4c49-9d2b-3e68714ee988" providerId="ADAL" clId="{312BE368-1ED9-4C89-9F56-93BF55744060}" dt="2026-10-06T16:30:39.198" v="15489" actId="478"/>
          <ac:picMkLst>
            <pc:docMk/>
            <pc:sldMk cId="1168552145" sldId="849"/>
            <ac:picMk id="15" creationId="{23B73D69-3198-9194-160C-87D881D01834}"/>
          </ac:picMkLst>
        </pc:picChg>
      </pc:sldChg>
      <pc:sldChg chg="addSp delSp modSp add mod modAnim">
        <pc:chgData name="Marion Lacroix" userId="9df64882-6113-4c49-9d2b-3e68714ee988" providerId="ADAL" clId="{312BE368-1ED9-4C89-9F56-93BF55744060}" dt="2026-10-06T16:34:16.447" v="15539" actId="1076"/>
        <pc:sldMkLst>
          <pc:docMk/>
          <pc:sldMk cId="2528657429" sldId="851"/>
        </pc:sldMkLst>
        <pc:spChg chg="mod">
          <ac:chgData name="Marion Lacroix" userId="9df64882-6113-4c49-9d2b-3e68714ee988" providerId="ADAL" clId="{312BE368-1ED9-4C89-9F56-93BF55744060}" dt="2026-10-06T13:58:38.031" v="13462" actId="313"/>
          <ac:spMkLst>
            <pc:docMk/>
            <pc:sldMk cId="2528657429" sldId="851"/>
            <ac:spMk id="2" creationId="{AA5DF049-5C54-9A8C-5B9B-6F3C2635C8C5}"/>
          </ac:spMkLst>
        </pc:spChg>
        <pc:spChg chg="del">
          <ac:chgData name="Marion Lacroix" userId="9df64882-6113-4c49-9d2b-3e68714ee988" providerId="ADAL" clId="{312BE368-1ED9-4C89-9F56-93BF55744060}" dt="2026-10-06T16:28:21.362" v="15433" actId="478"/>
          <ac:spMkLst>
            <pc:docMk/>
            <pc:sldMk cId="2528657429" sldId="851"/>
            <ac:spMk id="4" creationId="{589D8FF0-5720-E8DD-6C21-7E515BDC553F}"/>
          </ac:spMkLst>
        </pc:spChg>
        <pc:spChg chg="add mod">
          <ac:chgData name="Marion Lacroix" userId="9df64882-6113-4c49-9d2b-3e68714ee988" providerId="ADAL" clId="{312BE368-1ED9-4C89-9F56-93BF55744060}" dt="2026-10-06T14:16:57.642" v="14176" actId="1076"/>
          <ac:spMkLst>
            <pc:docMk/>
            <pc:sldMk cId="2528657429" sldId="851"/>
            <ac:spMk id="5" creationId="{4185FDE6-BDA5-80B1-8FE3-3B440ADA335A}"/>
          </ac:spMkLst>
        </pc:spChg>
        <pc:spChg chg="add mod">
          <ac:chgData name="Marion Lacroix" userId="9df64882-6113-4c49-9d2b-3e68714ee988" providerId="ADAL" clId="{312BE368-1ED9-4C89-9F56-93BF55744060}" dt="2026-10-06T14:11:51.594" v="14049" actId="14100"/>
          <ac:spMkLst>
            <pc:docMk/>
            <pc:sldMk cId="2528657429" sldId="851"/>
            <ac:spMk id="7" creationId="{6DCE2EFB-BA8B-E991-0E30-2A46BBEFCA77}"/>
          </ac:spMkLst>
        </pc:spChg>
        <pc:spChg chg="add mod">
          <ac:chgData name="Marion Lacroix" userId="9df64882-6113-4c49-9d2b-3e68714ee988" providerId="ADAL" clId="{312BE368-1ED9-4C89-9F56-93BF55744060}" dt="2026-10-06T14:13:43.124" v="14138" actId="1076"/>
          <ac:spMkLst>
            <pc:docMk/>
            <pc:sldMk cId="2528657429" sldId="851"/>
            <ac:spMk id="9" creationId="{21AFF086-EF70-8DD9-3C0C-B41E6120B6E7}"/>
          </ac:spMkLst>
        </pc:spChg>
        <pc:spChg chg="add del mod">
          <ac:chgData name="Marion Lacroix" userId="9df64882-6113-4c49-9d2b-3e68714ee988" providerId="ADAL" clId="{312BE368-1ED9-4C89-9F56-93BF55744060}" dt="2026-10-06T16:28:22.490" v="15434" actId="478"/>
          <ac:spMkLst>
            <pc:docMk/>
            <pc:sldMk cId="2528657429" sldId="851"/>
            <ac:spMk id="10" creationId="{D9F80A22-FEF9-A170-6509-6E4B078F7DDC}"/>
          </ac:spMkLst>
        </pc:spChg>
        <pc:spChg chg="add">
          <ac:chgData name="Marion Lacroix" userId="9df64882-6113-4c49-9d2b-3e68714ee988" providerId="ADAL" clId="{312BE368-1ED9-4C89-9F56-93BF55744060}" dt="2026-09-24T11:07:35.988" v="12826" actId="22"/>
          <ac:spMkLst>
            <pc:docMk/>
            <pc:sldMk cId="2528657429" sldId="851"/>
            <ac:spMk id="22" creationId="{80A0DCD8-95D3-945A-E732-30220F6C99B4}"/>
          </ac:spMkLst>
        </pc:spChg>
        <pc:picChg chg="add mod modCrop">
          <ac:chgData name="Marion Lacroix" userId="9df64882-6113-4c49-9d2b-3e68714ee988" providerId="ADAL" clId="{312BE368-1ED9-4C89-9F56-93BF55744060}" dt="2026-09-24T11:04:21.829" v="12742" actId="14100"/>
          <ac:picMkLst>
            <pc:docMk/>
            <pc:sldMk cId="2528657429" sldId="851"/>
            <ac:picMk id="13" creationId="{08C49CEB-A09C-9049-666B-E03B47E8171B}"/>
          </ac:picMkLst>
        </pc:picChg>
        <pc:picChg chg="del">
          <ac:chgData name="Marion Lacroix" userId="9df64882-6113-4c49-9d2b-3e68714ee988" providerId="ADAL" clId="{312BE368-1ED9-4C89-9F56-93BF55744060}" dt="2026-10-06T16:29:53.535" v="15475" actId="478"/>
          <ac:picMkLst>
            <pc:docMk/>
            <pc:sldMk cId="2528657429" sldId="851"/>
            <ac:picMk id="14" creationId="{6F7B4F24-6914-F501-441B-81C9E02734BD}"/>
          </ac:picMkLst>
        </pc:picChg>
        <pc:picChg chg="add del mod">
          <ac:chgData name="Marion Lacroix" userId="9df64882-6113-4c49-9d2b-3e68714ee988" providerId="ADAL" clId="{312BE368-1ED9-4C89-9F56-93BF55744060}" dt="2026-10-06T16:34:12.156" v="15537" actId="478"/>
          <ac:picMkLst>
            <pc:docMk/>
            <pc:sldMk cId="2528657429" sldId="851"/>
            <ac:picMk id="15" creationId="{A10CA842-6862-5434-7043-D0594E111077}"/>
          </ac:picMkLst>
        </pc:picChg>
        <pc:picChg chg="add mod modCrop">
          <ac:chgData name="Marion Lacroix" userId="9df64882-6113-4c49-9d2b-3e68714ee988" providerId="ADAL" clId="{312BE368-1ED9-4C89-9F56-93BF55744060}" dt="2026-10-06T16:34:16.447" v="15539" actId="1076"/>
          <ac:picMkLst>
            <pc:docMk/>
            <pc:sldMk cId="2528657429" sldId="851"/>
            <ac:picMk id="16" creationId="{411EEBF5-E1F1-83DD-E382-90C10DC161AA}"/>
          </ac:picMkLst>
        </pc:picChg>
        <pc:picChg chg="add">
          <ac:chgData name="Marion Lacroix" userId="9df64882-6113-4c49-9d2b-3e68714ee988" providerId="ADAL" clId="{312BE368-1ED9-4C89-9F56-93BF55744060}" dt="2026-10-06T16:34:12.448" v="15538" actId="22"/>
          <ac:picMkLst>
            <pc:docMk/>
            <pc:sldMk cId="2528657429" sldId="851"/>
            <ac:picMk id="18" creationId="{068692F7-6E58-2814-1528-447CD9C548DC}"/>
          </ac:picMkLst>
        </pc:picChg>
      </pc:sldChg>
      <pc:sldChg chg="addSp delSp modSp add mod modShow">
        <pc:chgData name="Marion Lacroix" userId="9df64882-6113-4c49-9d2b-3e68714ee988" providerId="ADAL" clId="{312BE368-1ED9-4C89-9F56-93BF55744060}" dt="2026-10-06T16:29:49.641" v="15473" actId="478"/>
        <pc:sldMkLst>
          <pc:docMk/>
          <pc:sldMk cId="4286905961" sldId="852"/>
        </pc:sldMkLst>
        <pc:spChg chg="del">
          <ac:chgData name="Marion Lacroix" userId="9df64882-6113-4c49-9d2b-3e68714ee988" providerId="ADAL" clId="{312BE368-1ED9-4C89-9F56-93BF55744060}" dt="2026-10-06T16:28:13.234" v="15429" actId="478"/>
          <ac:spMkLst>
            <pc:docMk/>
            <pc:sldMk cId="4286905961" sldId="852"/>
            <ac:spMk id="5" creationId="{E9057188-B930-202F-CD58-0D6FDA675DCA}"/>
          </ac:spMkLst>
        </pc:spChg>
        <pc:spChg chg="add del mod">
          <ac:chgData name="Marion Lacroix" userId="9df64882-6113-4c49-9d2b-3e68714ee988" providerId="ADAL" clId="{312BE368-1ED9-4C89-9F56-93BF55744060}" dt="2026-10-06T16:28:14.379" v="15430" actId="478"/>
          <ac:spMkLst>
            <pc:docMk/>
            <pc:sldMk cId="4286905961" sldId="852"/>
            <ac:spMk id="8" creationId="{C30D23E3-85DC-C48B-7D5A-262C01684291}"/>
          </ac:spMkLst>
        </pc:spChg>
        <pc:spChg chg="mod">
          <ac:chgData name="Marion Lacroix" userId="9df64882-6113-4c49-9d2b-3e68714ee988" providerId="ADAL" clId="{312BE368-1ED9-4C89-9F56-93BF55744060}" dt="2026-09-24T10:48:47.393" v="12566" actId="12"/>
          <ac:spMkLst>
            <pc:docMk/>
            <pc:sldMk cId="4286905961" sldId="852"/>
            <ac:spMk id="10" creationId="{D9C073C8-D857-C785-76CE-3EDCC9AB6DC2}"/>
          </ac:spMkLst>
        </pc:spChg>
        <pc:spChg chg="add">
          <ac:chgData name="Marion Lacroix" userId="9df64882-6113-4c49-9d2b-3e68714ee988" providerId="ADAL" clId="{312BE368-1ED9-4C89-9F56-93BF55744060}" dt="2026-09-24T11:07:26.558" v="12823" actId="22"/>
          <ac:spMkLst>
            <pc:docMk/>
            <pc:sldMk cId="4286905961" sldId="852"/>
            <ac:spMk id="11" creationId="{76F43A60-C952-1A14-2302-C20A538BD58B}"/>
          </ac:spMkLst>
        </pc:spChg>
        <pc:picChg chg="del">
          <ac:chgData name="Marion Lacroix" userId="9df64882-6113-4c49-9d2b-3e68714ee988" providerId="ADAL" clId="{312BE368-1ED9-4C89-9F56-93BF55744060}" dt="2026-10-06T16:29:49.641" v="15473" actId="478"/>
          <ac:picMkLst>
            <pc:docMk/>
            <pc:sldMk cId="4286905961" sldId="852"/>
            <ac:picMk id="14" creationId="{FC500225-EA54-923E-DEB0-3399C7794BA3}"/>
          </ac:picMkLst>
        </pc:picChg>
        <pc:picChg chg="add">
          <ac:chgData name="Marion Lacroix" userId="9df64882-6113-4c49-9d2b-3e68714ee988" providerId="ADAL" clId="{312BE368-1ED9-4C89-9F56-93BF55744060}" dt="2026-09-24T11:12:07.500" v="12942" actId="22"/>
          <ac:picMkLst>
            <pc:docMk/>
            <pc:sldMk cId="4286905961" sldId="852"/>
            <ac:picMk id="15" creationId="{DCAC01F7-BD5F-681A-9436-9195F3D392BA}"/>
          </ac:picMkLst>
        </pc:picChg>
      </pc:sldChg>
      <pc:sldChg chg="addSp delSp modSp add mod">
        <pc:chgData name="Marion Lacroix" userId="9df64882-6113-4c49-9d2b-3e68714ee988" providerId="ADAL" clId="{312BE368-1ED9-4C89-9F56-93BF55744060}" dt="2026-10-06T16:34:06.669" v="15536" actId="22"/>
        <pc:sldMkLst>
          <pc:docMk/>
          <pc:sldMk cId="2689785958" sldId="855"/>
        </pc:sldMkLst>
        <pc:spChg chg="mod">
          <ac:chgData name="Marion Lacroix" userId="9df64882-6113-4c49-9d2b-3e68714ee988" providerId="ADAL" clId="{312BE368-1ED9-4C89-9F56-93BF55744060}" dt="2026-09-24T11:06:33.656" v="12806" actId="20577"/>
          <ac:spMkLst>
            <pc:docMk/>
            <pc:sldMk cId="2689785958" sldId="855"/>
            <ac:spMk id="2" creationId="{FAB5A802-E941-5434-362F-C29377B154FD}"/>
          </ac:spMkLst>
        </pc:spChg>
        <pc:spChg chg="del">
          <ac:chgData name="Marion Lacroix" userId="9df64882-6113-4c49-9d2b-3e68714ee988" providerId="ADAL" clId="{312BE368-1ED9-4C89-9F56-93BF55744060}" dt="2026-10-06T16:28:24.999" v="15436" actId="478"/>
          <ac:spMkLst>
            <pc:docMk/>
            <pc:sldMk cId="2689785958" sldId="855"/>
            <ac:spMk id="4" creationId="{06508ADC-5B0B-DD9D-AE38-E1057CBFAC79}"/>
          </ac:spMkLst>
        </pc:spChg>
        <pc:spChg chg="del">
          <ac:chgData name="Marion Lacroix" userId="9df64882-6113-4c49-9d2b-3e68714ee988" providerId="ADAL" clId="{312BE368-1ED9-4C89-9F56-93BF55744060}" dt="2026-10-06T16:28:24.322" v="15435" actId="478"/>
          <ac:spMkLst>
            <pc:docMk/>
            <pc:sldMk cId="2689785958" sldId="855"/>
            <ac:spMk id="10" creationId="{1E22C0A1-685E-23EC-8E9A-C36D2A1DC49F}"/>
          </ac:spMkLst>
        </pc:spChg>
        <pc:spChg chg="add">
          <ac:chgData name="Marion Lacroix" userId="9df64882-6113-4c49-9d2b-3e68714ee988" providerId="ADAL" clId="{312BE368-1ED9-4C89-9F56-93BF55744060}" dt="2026-09-24T11:07:37.257" v="12827" actId="22"/>
          <ac:spMkLst>
            <pc:docMk/>
            <pc:sldMk cId="2689785958" sldId="855"/>
            <ac:spMk id="19" creationId="{4489A668-8892-ACA0-4037-6A614B36B733}"/>
          </ac:spMkLst>
        </pc:spChg>
        <pc:picChg chg="add mod modCrop">
          <ac:chgData name="Marion Lacroix" userId="9df64882-6113-4c49-9d2b-3e68714ee988" providerId="ADAL" clId="{312BE368-1ED9-4C89-9F56-93BF55744060}" dt="2026-09-24T11:06:01.614" v="12777" actId="1076"/>
          <ac:picMkLst>
            <pc:docMk/>
            <pc:sldMk cId="2689785958" sldId="855"/>
            <ac:picMk id="5" creationId="{94D2E06E-5438-7789-78B0-E7E2688C2B98}"/>
          </ac:picMkLst>
        </pc:picChg>
        <pc:picChg chg="add mod modCrop">
          <ac:chgData name="Marion Lacroix" userId="9df64882-6113-4c49-9d2b-3e68714ee988" providerId="ADAL" clId="{312BE368-1ED9-4C89-9F56-93BF55744060}" dt="2026-09-24T11:06:05.729" v="12779" actId="1076"/>
          <ac:picMkLst>
            <pc:docMk/>
            <pc:sldMk cId="2689785958" sldId="855"/>
            <ac:picMk id="9" creationId="{1C7C488C-5B31-AC69-92C3-609C0078A6D6}"/>
          </ac:picMkLst>
        </pc:picChg>
        <pc:picChg chg="add">
          <ac:chgData name="Marion Lacroix" userId="9df64882-6113-4c49-9d2b-3e68714ee988" providerId="ADAL" clId="{312BE368-1ED9-4C89-9F56-93BF55744060}" dt="2026-10-06T16:34:06.669" v="15536" actId="22"/>
          <ac:picMkLst>
            <pc:docMk/>
            <pc:sldMk cId="2689785958" sldId="855"/>
            <ac:picMk id="11" creationId="{DB581450-B311-4C07-8946-F15624293CDB}"/>
          </ac:picMkLst>
        </pc:picChg>
        <pc:picChg chg="del">
          <ac:chgData name="Marion Lacroix" userId="9df64882-6113-4c49-9d2b-3e68714ee988" providerId="ADAL" clId="{312BE368-1ED9-4C89-9F56-93BF55744060}" dt="2026-10-06T16:29:55.912" v="15476" actId="478"/>
          <ac:picMkLst>
            <pc:docMk/>
            <pc:sldMk cId="2689785958" sldId="855"/>
            <ac:picMk id="14" creationId="{BF8ADF65-9419-02DD-0376-2374994CAD04}"/>
          </ac:picMkLst>
        </pc:picChg>
        <pc:picChg chg="add mod modCrop">
          <ac:chgData name="Marion Lacroix" userId="9df64882-6113-4c49-9d2b-3e68714ee988" providerId="ADAL" clId="{312BE368-1ED9-4C89-9F56-93BF55744060}" dt="2026-09-24T11:06:08.997" v="12781" actId="14100"/>
          <ac:picMkLst>
            <pc:docMk/>
            <pc:sldMk cId="2689785958" sldId="855"/>
            <ac:picMk id="15" creationId="{048CE15A-55C0-AD64-8578-967E3A1FE5A2}"/>
          </ac:picMkLst>
        </pc:picChg>
      </pc:sldChg>
      <pc:sldChg chg="addSp delSp modSp add mod">
        <pc:chgData name="Marion Lacroix" userId="9df64882-6113-4c49-9d2b-3e68714ee988" providerId="ADAL" clId="{312BE368-1ED9-4C89-9F56-93BF55744060}" dt="2026-10-06T16:28:57.807" v="15453" actId="478"/>
        <pc:sldMkLst>
          <pc:docMk/>
          <pc:sldMk cId="3130610527" sldId="857"/>
        </pc:sldMkLst>
        <pc:spChg chg="mod">
          <ac:chgData name="Marion Lacroix" userId="9df64882-6113-4c49-9d2b-3e68714ee988" providerId="ADAL" clId="{312BE368-1ED9-4C89-9F56-93BF55744060}" dt="2026-09-25T11:45:33.308" v="13416" actId="12788"/>
          <ac:spMkLst>
            <pc:docMk/>
            <pc:sldMk cId="3130610527" sldId="857"/>
            <ac:spMk id="2" creationId="{57BAE1C7-B606-7D66-7C67-D0AB09E75070}"/>
          </ac:spMkLst>
        </pc:spChg>
        <pc:spChg chg="del">
          <ac:chgData name="Marion Lacroix" userId="9df64882-6113-4c49-9d2b-3e68714ee988" providerId="ADAL" clId="{312BE368-1ED9-4C89-9F56-93BF55744060}" dt="2026-10-06T16:28:57.807" v="15453" actId="478"/>
          <ac:spMkLst>
            <pc:docMk/>
            <pc:sldMk cId="3130610527" sldId="857"/>
            <ac:spMk id="3" creationId="{3A7B93E5-E328-A3B1-DD31-2087A6C376A5}"/>
          </ac:spMkLst>
        </pc:spChg>
        <pc:spChg chg="del">
          <ac:chgData name="Marion Lacroix" userId="9df64882-6113-4c49-9d2b-3e68714ee988" providerId="ADAL" clId="{312BE368-1ED9-4C89-9F56-93BF55744060}" dt="2026-10-06T16:28:56.790" v="15452" actId="478"/>
          <ac:spMkLst>
            <pc:docMk/>
            <pc:sldMk cId="3130610527" sldId="857"/>
            <ac:spMk id="10" creationId="{CD64A08A-A6A8-C4B0-D745-BD12FCC530B5}"/>
          </ac:spMkLst>
        </pc:spChg>
        <pc:picChg chg="mod">
          <ac:chgData name="Marion Lacroix" userId="9df64882-6113-4c49-9d2b-3e68714ee988" providerId="ADAL" clId="{312BE368-1ED9-4C89-9F56-93BF55744060}" dt="2026-09-25T11:45:42.520" v="13417" actId="408"/>
          <ac:picMkLst>
            <pc:docMk/>
            <pc:sldMk cId="3130610527" sldId="857"/>
            <ac:picMk id="6" creationId="{5C93FAD2-640D-4A18-563E-F5DAB5A79FF2}"/>
          </ac:picMkLst>
        </pc:picChg>
        <pc:picChg chg="add mod">
          <ac:chgData name="Marion Lacroix" userId="9df64882-6113-4c49-9d2b-3e68714ee988" providerId="ADAL" clId="{312BE368-1ED9-4C89-9F56-93BF55744060}" dt="2026-09-25T11:45:33.308" v="13416" actId="12788"/>
          <ac:picMkLst>
            <pc:docMk/>
            <pc:sldMk cId="3130610527" sldId="857"/>
            <ac:picMk id="8" creationId="{DEF0A66F-6B4E-B309-C5BA-AB7267972F1C}"/>
          </ac:picMkLst>
        </pc:picChg>
        <pc:picChg chg="add del mod">
          <ac:chgData name="Marion Lacroix" userId="9df64882-6113-4c49-9d2b-3e68714ee988" providerId="ADAL" clId="{312BE368-1ED9-4C89-9F56-93BF55744060}" dt="2026-09-25T11:45:42.520" v="13417" actId="408"/>
          <ac:picMkLst>
            <pc:docMk/>
            <pc:sldMk cId="3130610527" sldId="857"/>
            <ac:picMk id="11" creationId="{731E7C88-5040-927B-35C6-60E0989E7A02}"/>
          </ac:picMkLst>
        </pc:picChg>
        <pc:picChg chg="add del mod">
          <ac:chgData name="Marion Lacroix" userId="9df64882-6113-4c49-9d2b-3e68714ee988" providerId="ADAL" clId="{312BE368-1ED9-4C89-9F56-93BF55744060}" dt="2026-09-25T11:45:42.520" v="13417" actId="408"/>
          <ac:picMkLst>
            <pc:docMk/>
            <pc:sldMk cId="3130610527" sldId="857"/>
            <ac:picMk id="14" creationId="{489E6F41-FD3F-F5DD-804D-30BF95407E9E}"/>
          </ac:picMkLst>
        </pc:picChg>
        <pc:picChg chg="add mod">
          <ac:chgData name="Marion Lacroix" userId="9df64882-6113-4c49-9d2b-3e68714ee988" providerId="ADAL" clId="{312BE368-1ED9-4C89-9F56-93BF55744060}" dt="2026-09-25T11:45:42.520" v="13417" actId="408"/>
          <ac:picMkLst>
            <pc:docMk/>
            <pc:sldMk cId="3130610527" sldId="857"/>
            <ac:picMk id="16" creationId="{0E7CD0B0-92A6-32BC-2C26-99509A5A663B}"/>
          </ac:picMkLst>
        </pc:picChg>
      </pc:sldChg>
      <pc:sldChg chg="addSp delSp modSp add mod ord">
        <pc:chgData name="Marion Lacroix" userId="9df64882-6113-4c49-9d2b-3e68714ee988" providerId="ADAL" clId="{312BE368-1ED9-4C89-9F56-93BF55744060}" dt="2026-10-06T16:29:34.555" v="15465" actId="478"/>
        <pc:sldMkLst>
          <pc:docMk/>
          <pc:sldMk cId="203507724" sldId="858"/>
        </pc:sldMkLst>
        <pc:spChg chg="del">
          <ac:chgData name="Marion Lacroix" userId="9df64882-6113-4c49-9d2b-3e68714ee988" providerId="ADAL" clId="{312BE368-1ED9-4C89-9F56-93BF55744060}" dt="2026-10-06T16:27:41.441" v="15414" actId="478"/>
          <ac:spMkLst>
            <pc:docMk/>
            <pc:sldMk cId="203507724" sldId="858"/>
            <ac:spMk id="4" creationId="{5C58DFE4-3740-2985-FED3-5328828223DD}"/>
          </ac:spMkLst>
        </pc:spChg>
        <pc:spChg chg="del">
          <ac:chgData name="Marion Lacroix" userId="9df64882-6113-4c49-9d2b-3e68714ee988" providerId="ADAL" clId="{312BE368-1ED9-4C89-9F56-93BF55744060}" dt="2026-10-06T16:27:42.912" v="15415" actId="478"/>
          <ac:spMkLst>
            <pc:docMk/>
            <pc:sldMk cId="203507724" sldId="858"/>
            <ac:spMk id="10" creationId="{444D736C-4B0B-3F8A-043C-7EA0A96959A6}"/>
          </ac:spMkLst>
        </pc:spChg>
        <pc:spChg chg="mod">
          <ac:chgData name="Marion Lacroix" userId="9df64882-6113-4c49-9d2b-3e68714ee988" providerId="ADAL" clId="{312BE368-1ED9-4C89-9F56-93BF55744060}" dt="2026-09-24T11:47:25.055" v="13302" actId="1036"/>
          <ac:spMkLst>
            <pc:docMk/>
            <pc:sldMk cId="203507724" sldId="858"/>
            <ac:spMk id="20" creationId="{0B920AA9-35FE-8D84-B603-4F04FE96203E}"/>
          </ac:spMkLst>
        </pc:spChg>
        <pc:graphicFrameChg chg="add mod modGraphic">
          <ac:chgData name="Marion Lacroix" userId="9df64882-6113-4c49-9d2b-3e68714ee988" providerId="ADAL" clId="{312BE368-1ED9-4C89-9F56-93BF55744060}" dt="2026-09-24T11:47:28.663" v="13309" actId="1036"/>
          <ac:graphicFrameMkLst>
            <pc:docMk/>
            <pc:sldMk cId="203507724" sldId="858"/>
            <ac:graphicFrameMk id="5" creationId="{688B0B1F-CDC4-9143-C997-552E26D94353}"/>
          </ac:graphicFrameMkLst>
        </pc:graphicFrameChg>
        <pc:graphicFrameChg chg="add mod modGraphic">
          <ac:chgData name="Marion Lacroix" userId="9df64882-6113-4c49-9d2b-3e68714ee988" providerId="ADAL" clId="{312BE368-1ED9-4C89-9F56-93BF55744060}" dt="2026-09-24T11:47:28.663" v="13309" actId="1036"/>
          <ac:graphicFrameMkLst>
            <pc:docMk/>
            <pc:sldMk cId="203507724" sldId="858"/>
            <ac:graphicFrameMk id="11" creationId="{5781A6B4-10FE-2481-E2FF-32269546B2EA}"/>
          </ac:graphicFrameMkLst>
        </pc:graphicFrameChg>
        <pc:graphicFrameChg chg="add del mod modGraphic">
          <ac:chgData name="Marion Lacroix" userId="9df64882-6113-4c49-9d2b-3e68714ee988" providerId="ADAL" clId="{312BE368-1ED9-4C89-9F56-93BF55744060}" dt="2026-09-24T11:48:20.283" v="13313" actId="2161"/>
          <ac:graphicFrameMkLst>
            <pc:docMk/>
            <pc:sldMk cId="203507724" sldId="858"/>
            <ac:graphicFrameMk id="14" creationId="{778FBD8A-3F9D-F628-20AA-6860CE4130F7}"/>
          </ac:graphicFrameMkLst>
        </pc:graphicFrameChg>
        <pc:picChg chg="add del mod">
          <ac:chgData name="Marion Lacroix" userId="9df64882-6113-4c49-9d2b-3e68714ee988" providerId="ADAL" clId="{312BE368-1ED9-4C89-9F56-93BF55744060}" dt="2026-10-06T16:29:34.555" v="15465" actId="478"/>
          <ac:picMkLst>
            <pc:docMk/>
            <pc:sldMk cId="203507724" sldId="858"/>
            <ac:picMk id="6" creationId="{283BF744-C045-5A79-47B9-3BAFC5D10192}"/>
          </ac:picMkLst>
        </pc:picChg>
        <pc:picChg chg="mod">
          <ac:chgData name="Marion Lacroix" userId="9df64882-6113-4c49-9d2b-3e68714ee988" providerId="ADAL" clId="{312BE368-1ED9-4C89-9F56-93BF55744060}" dt="2026-09-24T11:47:25.055" v="13302" actId="1036"/>
          <ac:picMkLst>
            <pc:docMk/>
            <pc:sldMk cId="203507724" sldId="858"/>
            <ac:picMk id="7" creationId="{7E3AA55C-4D90-CFF1-88E1-3301C921E5B4}"/>
          </ac:picMkLst>
        </pc:picChg>
        <pc:picChg chg="mod">
          <ac:chgData name="Marion Lacroix" userId="9df64882-6113-4c49-9d2b-3e68714ee988" providerId="ADAL" clId="{312BE368-1ED9-4C89-9F56-93BF55744060}" dt="2026-09-24T11:47:25.055" v="13302" actId="1036"/>
          <ac:picMkLst>
            <pc:docMk/>
            <pc:sldMk cId="203507724" sldId="858"/>
            <ac:picMk id="8" creationId="{D095F79B-611C-0D30-56B6-7AB86D53FB73}"/>
          </ac:picMkLst>
        </pc:picChg>
        <pc:picChg chg="mod">
          <ac:chgData name="Marion Lacroix" userId="9df64882-6113-4c49-9d2b-3e68714ee988" providerId="ADAL" clId="{312BE368-1ED9-4C89-9F56-93BF55744060}" dt="2026-09-24T11:47:25.055" v="13302" actId="1036"/>
          <ac:picMkLst>
            <pc:docMk/>
            <pc:sldMk cId="203507724" sldId="858"/>
            <ac:picMk id="17" creationId="{E5D28AF2-F578-1D73-6A74-7977B38978AE}"/>
          </ac:picMkLst>
        </pc:picChg>
        <pc:picChg chg="mod">
          <ac:chgData name="Marion Lacroix" userId="9df64882-6113-4c49-9d2b-3e68714ee988" providerId="ADAL" clId="{312BE368-1ED9-4C89-9F56-93BF55744060}" dt="2026-09-24T11:47:25.055" v="13302" actId="1036"/>
          <ac:picMkLst>
            <pc:docMk/>
            <pc:sldMk cId="203507724" sldId="858"/>
            <ac:picMk id="23" creationId="{59D1A0EA-6B66-8CC6-D64A-6381BC77EDA1}"/>
          </ac:picMkLst>
        </pc:picChg>
      </pc:sldChg>
      <pc:sldChg chg="delSp add mod">
        <pc:chgData name="Marion Lacroix" userId="9df64882-6113-4c49-9d2b-3e68714ee988" providerId="ADAL" clId="{312BE368-1ED9-4C89-9F56-93BF55744060}" dt="2026-10-06T16:29:59.445" v="15478" actId="478"/>
        <pc:sldMkLst>
          <pc:docMk/>
          <pc:sldMk cId="1176955342" sldId="859"/>
        </pc:sldMkLst>
        <pc:spChg chg="del">
          <ac:chgData name="Marion Lacroix" userId="9df64882-6113-4c49-9d2b-3e68714ee988" providerId="ADAL" clId="{312BE368-1ED9-4C89-9F56-93BF55744060}" dt="2026-10-06T16:28:30.718" v="15438" actId="478"/>
          <ac:spMkLst>
            <pc:docMk/>
            <pc:sldMk cId="1176955342" sldId="859"/>
            <ac:spMk id="5" creationId="{D4EC7C85-E349-A1B3-8158-1560599F212D}"/>
          </ac:spMkLst>
        </pc:spChg>
        <pc:picChg chg="del">
          <ac:chgData name="Marion Lacroix" userId="9df64882-6113-4c49-9d2b-3e68714ee988" providerId="ADAL" clId="{312BE368-1ED9-4C89-9F56-93BF55744060}" dt="2026-10-06T16:29:59.445" v="15478" actId="478"/>
          <ac:picMkLst>
            <pc:docMk/>
            <pc:sldMk cId="1176955342" sldId="859"/>
            <ac:picMk id="6" creationId="{F2C9E09B-C862-516A-3C40-48F6EDE567D4}"/>
          </ac:picMkLst>
        </pc:picChg>
      </pc:sldChg>
      <pc:sldChg chg="addSp delSp modSp add mod">
        <pc:chgData name="Marion Lacroix" userId="9df64882-6113-4c49-9d2b-3e68714ee988" providerId="ADAL" clId="{312BE368-1ED9-4C89-9F56-93BF55744060}" dt="2026-10-06T16:31:35.804" v="15499" actId="1076"/>
        <pc:sldMkLst>
          <pc:docMk/>
          <pc:sldMk cId="2070653555" sldId="860"/>
        </pc:sldMkLst>
        <pc:spChg chg="mod">
          <ac:chgData name="Marion Lacroix" userId="9df64882-6113-4c49-9d2b-3e68714ee988" providerId="ADAL" clId="{312BE368-1ED9-4C89-9F56-93BF55744060}" dt="2026-10-06T14:37:02.061" v="14883" actId="20577"/>
          <ac:spMkLst>
            <pc:docMk/>
            <pc:sldMk cId="2070653555" sldId="860"/>
            <ac:spMk id="2" creationId="{DBCD411E-09DC-C789-FF79-7659DC5F94F4}"/>
          </ac:spMkLst>
        </pc:spChg>
        <pc:spChg chg="del">
          <ac:chgData name="Marion Lacroix" userId="9df64882-6113-4c49-9d2b-3e68714ee988" providerId="ADAL" clId="{312BE368-1ED9-4C89-9F56-93BF55744060}" dt="2026-10-06T16:28:43.611" v="15446" actId="478"/>
          <ac:spMkLst>
            <pc:docMk/>
            <pc:sldMk cId="2070653555" sldId="860"/>
            <ac:spMk id="5" creationId="{CBB1706F-9B13-4D67-42D5-3CC015ABBB9B}"/>
          </ac:spMkLst>
        </pc:spChg>
        <pc:spChg chg="del">
          <ac:chgData name="Marion Lacroix" userId="9df64882-6113-4c49-9d2b-3e68714ee988" providerId="ADAL" clId="{312BE368-1ED9-4C89-9F56-93BF55744060}" dt="2026-10-06T16:28:42.434" v="15445" actId="478"/>
          <ac:spMkLst>
            <pc:docMk/>
            <pc:sldMk cId="2070653555" sldId="860"/>
            <ac:spMk id="6" creationId="{5D5A46FD-C34E-099C-1CC7-09B6488C3E00}"/>
          </ac:spMkLst>
        </pc:spChg>
        <pc:spChg chg="add del mod">
          <ac:chgData name="Marion Lacroix" userId="9df64882-6113-4c49-9d2b-3e68714ee988" providerId="ADAL" clId="{312BE368-1ED9-4C89-9F56-93BF55744060}" dt="2026-10-06T14:45:07.877" v="15332" actId="113"/>
          <ac:spMkLst>
            <pc:docMk/>
            <pc:sldMk cId="2070653555" sldId="860"/>
            <ac:spMk id="7" creationId="{AE29FE68-E4C5-19D7-7BA9-BFBA92C32074}"/>
          </ac:spMkLst>
        </pc:spChg>
        <pc:spChg chg="add mod">
          <ac:chgData name="Marion Lacroix" userId="9df64882-6113-4c49-9d2b-3e68714ee988" providerId="ADAL" clId="{312BE368-1ED9-4C89-9F56-93BF55744060}" dt="2026-10-06T14:44:05.344" v="15322" actId="1076"/>
          <ac:spMkLst>
            <pc:docMk/>
            <pc:sldMk cId="2070653555" sldId="860"/>
            <ac:spMk id="17" creationId="{67EB42E7-444A-3724-19C2-FC2FF43DA44D}"/>
          </ac:spMkLst>
        </pc:spChg>
        <pc:spChg chg="add mod">
          <ac:chgData name="Marion Lacroix" userId="9df64882-6113-4c49-9d2b-3e68714ee988" providerId="ADAL" clId="{312BE368-1ED9-4C89-9F56-93BF55744060}" dt="2026-10-06T14:44:05.344" v="15322" actId="1076"/>
          <ac:spMkLst>
            <pc:docMk/>
            <pc:sldMk cId="2070653555" sldId="860"/>
            <ac:spMk id="19" creationId="{1F6BE4B0-2728-E253-3958-B090E3D7D2E4}"/>
          </ac:spMkLst>
        </pc:spChg>
        <pc:picChg chg="add del mod">
          <ac:chgData name="Marion Lacroix" userId="9df64882-6113-4c49-9d2b-3e68714ee988" providerId="ADAL" clId="{312BE368-1ED9-4C89-9F56-93BF55744060}" dt="2026-10-06T14:41:33.426" v="15277" actId="478"/>
          <ac:picMkLst>
            <pc:docMk/>
            <pc:sldMk cId="2070653555" sldId="860"/>
            <ac:picMk id="9" creationId="{C704ECD0-C44A-7471-B20B-3A0ADDB7F877}"/>
          </ac:picMkLst>
        </pc:picChg>
        <pc:picChg chg="del">
          <ac:chgData name="Marion Lacroix" userId="9df64882-6113-4c49-9d2b-3e68714ee988" providerId="ADAL" clId="{312BE368-1ED9-4C89-9F56-93BF55744060}" dt="2026-10-06T14:41:47.987" v="15281" actId="478"/>
          <ac:picMkLst>
            <pc:docMk/>
            <pc:sldMk cId="2070653555" sldId="860"/>
            <ac:picMk id="10" creationId="{3A33C98E-C306-12C3-F823-DE23523876BB}"/>
          </ac:picMkLst>
        </pc:picChg>
        <pc:picChg chg="add mod modCrop">
          <ac:chgData name="Marion Lacroix" userId="9df64882-6113-4c49-9d2b-3e68714ee988" providerId="ADAL" clId="{312BE368-1ED9-4C89-9F56-93BF55744060}" dt="2026-10-06T14:44:05.344" v="15322" actId="1076"/>
          <ac:picMkLst>
            <pc:docMk/>
            <pc:sldMk cId="2070653555" sldId="860"/>
            <ac:picMk id="13" creationId="{5D7D9BFA-1BD2-BF52-356E-05A328C14784}"/>
          </ac:picMkLst>
        </pc:picChg>
        <pc:picChg chg="del">
          <ac:chgData name="Marion Lacroix" userId="9df64882-6113-4c49-9d2b-3e68714ee988" providerId="ADAL" clId="{312BE368-1ED9-4C89-9F56-93BF55744060}" dt="2026-10-06T16:30:27.358" v="15485" actId="478"/>
          <ac:picMkLst>
            <pc:docMk/>
            <pc:sldMk cId="2070653555" sldId="860"/>
            <ac:picMk id="14" creationId="{57A6B709-976C-3220-D575-16A2885F7012}"/>
          </ac:picMkLst>
        </pc:picChg>
        <pc:picChg chg="add mod modCrop">
          <ac:chgData name="Marion Lacroix" userId="9df64882-6113-4c49-9d2b-3e68714ee988" providerId="ADAL" clId="{312BE368-1ED9-4C89-9F56-93BF55744060}" dt="2026-10-06T14:44:05.344" v="15322" actId="1076"/>
          <ac:picMkLst>
            <pc:docMk/>
            <pc:sldMk cId="2070653555" sldId="860"/>
            <ac:picMk id="16" creationId="{AA113FE0-78DA-5D28-1777-0DD86E8F6BD6}"/>
          </ac:picMkLst>
        </pc:picChg>
        <pc:picChg chg="add mod">
          <ac:chgData name="Marion Lacroix" userId="9df64882-6113-4c49-9d2b-3e68714ee988" providerId="ADAL" clId="{312BE368-1ED9-4C89-9F56-93BF55744060}" dt="2026-10-06T16:31:35.804" v="15499" actId="1076"/>
          <ac:picMkLst>
            <pc:docMk/>
            <pc:sldMk cId="2070653555" sldId="860"/>
            <ac:picMk id="26" creationId="{DE0D5A51-7EA2-7CD5-7BB6-FE8AA4A0D562}"/>
          </ac:picMkLst>
        </pc:picChg>
        <pc:cxnChg chg="add mod">
          <ac:chgData name="Marion Lacroix" userId="9df64882-6113-4c49-9d2b-3e68714ee988" providerId="ADAL" clId="{312BE368-1ED9-4C89-9F56-93BF55744060}" dt="2026-10-06T14:44:25.021" v="15325" actId="208"/>
          <ac:cxnSpMkLst>
            <pc:docMk/>
            <pc:sldMk cId="2070653555" sldId="860"/>
            <ac:cxnSpMk id="21" creationId="{7E9907D5-FA4F-E2A8-2E3F-3288F078F499}"/>
          </ac:cxnSpMkLst>
        </pc:cxnChg>
        <pc:cxnChg chg="add mod">
          <ac:chgData name="Marion Lacroix" userId="9df64882-6113-4c49-9d2b-3e68714ee988" providerId="ADAL" clId="{312BE368-1ED9-4C89-9F56-93BF55744060}" dt="2026-10-06T14:44:32.753" v="15328" actId="14100"/>
          <ac:cxnSpMkLst>
            <pc:docMk/>
            <pc:sldMk cId="2070653555" sldId="860"/>
            <ac:cxnSpMk id="22" creationId="{E8B5916B-6B99-B775-1799-9F5C4A9E2FE4}"/>
          </ac:cxnSpMkLst>
        </pc:cxnChg>
      </pc:sldChg>
      <pc:sldChg chg="addSp delSp modSp add mod">
        <pc:chgData name="Marion Lacroix" userId="9df64882-6113-4c49-9d2b-3e68714ee988" providerId="ADAL" clId="{312BE368-1ED9-4C89-9F56-93BF55744060}" dt="2026-10-07T08:54:10.199" v="15581" actId="1076"/>
        <pc:sldMkLst>
          <pc:docMk/>
          <pc:sldMk cId="3316779229" sldId="861"/>
        </pc:sldMkLst>
        <pc:spChg chg="mod">
          <ac:chgData name="Marion Lacroix" userId="9df64882-6113-4c49-9d2b-3e68714ee988" providerId="ADAL" clId="{312BE368-1ED9-4C89-9F56-93BF55744060}" dt="2026-10-07T08:53:30.038" v="15578" actId="20577"/>
          <ac:spMkLst>
            <pc:docMk/>
            <pc:sldMk cId="3316779229" sldId="861"/>
            <ac:spMk id="7" creationId="{A99329B6-B78F-2EBC-8CBD-7F51BA6FDE2A}"/>
          </ac:spMkLst>
        </pc:spChg>
        <pc:picChg chg="add mod">
          <ac:chgData name="Marion Lacroix" userId="9df64882-6113-4c49-9d2b-3e68714ee988" providerId="ADAL" clId="{312BE368-1ED9-4C89-9F56-93BF55744060}" dt="2026-10-07T08:54:10.199" v="15581" actId="1076"/>
          <ac:picMkLst>
            <pc:docMk/>
            <pc:sldMk cId="3316779229" sldId="861"/>
            <ac:picMk id="6" creationId="{8A011C8A-0FD1-1068-1056-3E565172A325}"/>
          </ac:picMkLst>
        </pc:picChg>
        <pc:picChg chg="del">
          <ac:chgData name="Marion Lacroix" userId="9df64882-6113-4c49-9d2b-3e68714ee988" providerId="ADAL" clId="{312BE368-1ED9-4C89-9F56-93BF55744060}" dt="2026-10-07T08:53:31.876" v="15579" actId="478"/>
          <ac:picMkLst>
            <pc:docMk/>
            <pc:sldMk cId="3316779229" sldId="861"/>
            <ac:picMk id="11" creationId="{AC547AAF-108F-78B4-1550-F8789F54CFD4}"/>
          </ac:picMkLst>
        </pc:picChg>
      </pc:sldChg>
      <pc:sldMasterChg chg="delSldLayout">
        <pc:chgData name="Marion Lacroix" userId="9df64882-6113-4c49-9d2b-3e68714ee988" providerId="ADAL" clId="{312BE368-1ED9-4C89-9F56-93BF55744060}" dt="2026-09-23T11:14:09.399" v="7405" actId="2696"/>
        <pc:sldMasterMkLst>
          <pc:docMk/>
          <pc:sldMasterMk cId="78825995" sldId="2147483742"/>
        </pc:sldMasterMkLst>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2" y="0"/>
            <a:ext cx="3077137" cy="512304"/>
          </a:xfrm>
          <a:prstGeom prst="rect">
            <a:avLst/>
          </a:prstGeom>
        </p:spPr>
        <p:txBody>
          <a:bodyPr vert="horz" lIns="94750" tIns="47375" rIns="94750" bIns="47375" rtlCol="0"/>
          <a:lstStyle>
            <a:lvl1pPr algn="l">
              <a:defRPr sz="1100"/>
            </a:lvl1pPr>
          </a:lstStyle>
          <a:p>
            <a:r>
              <a:rPr lang="fr-FR"/>
              <a:t>CoPil NaviForest n°4</a:t>
            </a:r>
          </a:p>
        </p:txBody>
      </p:sp>
      <p:sp>
        <p:nvSpPr>
          <p:cNvPr id="3" name="Espace réservé de la date 2"/>
          <p:cNvSpPr>
            <a:spLocks noGrp="1"/>
          </p:cNvSpPr>
          <p:nvPr>
            <p:ph type="dt" sz="quarter" idx="1"/>
          </p:nvPr>
        </p:nvSpPr>
        <p:spPr>
          <a:xfrm>
            <a:off x="4020508" y="0"/>
            <a:ext cx="3077137" cy="512304"/>
          </a:xfrm>
          <a:prstGeom prst="rect">
            <a:avLst/>
          </a:prstGeom>
        </p:spPr>
        <p:txBody>
          <a:bodyPr vert="horz" lIns="94750" tIns="47375" rIns="94750" bIns="47375" rtlCol="0"/>
          <a:lstStyle>
            <a:lvl1pPr algn="r">
              <a:defRPr sz="1100"/>
            </a:lvl1pPr>
          </a:lstStyle>
          <a:p>
            <a:r>
              <a:rPr lang="fr-FR"/>
              <a:t>13/06/2023</a:t>
            </a:r>
          </a:p>
        </p:txBody>
      </p:sp>
      <p:sp>
        <p:nvSpPr>
          <p:cNvPr id="4" name="Espace réservé du pied de page 3"/>
          <p:cNvSpPr>
            <a:spLocks noGrp="1"/>
          </p:cNvSpPr>
          <p:nvPr>
            <p:ph type="ftr" sz="quarter" idx="2"/>
          </p:nvPr>
        </p:nvSpPr>
        <p:spPr>
          <a:xfrm>
            <a:off x="2" y="9722309"/>
            <a:ext cx="3077137" cy="512304"/>
          </a:xfrm>
          <a:prstGeom prst="rect">
            <a:avLst/>
          </a:prstGeom>
        </p:spPr>
        <p:txBody>
          <a:bodyPr vert="horz" lIns="94750" tIns="47375" rIns="94750" bIns="47375" rtlCol="0" anchor="b"/>
          <a:lstStyle>
            <a:lvl1pPr algn="l">
              <a:defRPr sz="1100"/>
            </a:lvl1pPr>
          </a:lstStyle>
          <a:p>
            <a:r>
              <a:rPr lang="fr-FR"/>
              <a:t>FCBA-IGN</a:t>
            </a:r>
          </a:p>
        </p:txBody>
      </p:sp>
      <p:sp>
        <p:nvSpPr>
          <p:cNvPr id="5" name="Espace réservé du numéro de diapositive 4"/>
          <p:cNvSpPr>
            <a:spLocks noGrp="1"/>
          </p:cNvSpPr>
          <p:nvPr>
            <p:ph type="sldNum" sz="quarter" idx="3"/>
          </p:nvPr>
        </p:nvSpPr>
        <p:spPr>
          <a:xfrm>
            <a:off x="4020508" y="9722309"/>
            <a:ext cx="3077137" cy="512304"/>
          </a:xfrm>
          <a:prstGeom prst="rect">
            <a:avLst/>
          </a:prstGeom>
        </p:spPr>
        <p:txBody>
          <a:bodyPr vert="horz" lIns="94750" tIns="47375" rIns="94750" bIns="47375" rtlCol="0" anchor="b"/>
          <a:lstStyle>
            <a:lvl1pPr algn="r">
              <a:defRPr sz="1100"/>
            </a:lvl1pPr>
          </a:lstStyle>
          <a:p>
            <a:fld id="{768F9535-FCA2-4290-A8B4-639E928017F9}" type="slidenum">
              <a:rPr lang="fr-FR" smtClean="0"/>
              <a:t>‹N°›</a:t>
            </a:fld>
            <a:endParaRPr lang="fr-FR"/>
          </a:p>
        </p:txBody>
      </p:sp>
    </p:spTree>
    <p:extLst>
      <p:ext uri="{BB962C8B-B14F-4D97-AF65-F5344CB8AC3E}">
        <p14:creationId xmlns:p14="http://schemas.microsoft.com/office/powerpoint/2010/main" val="3268173030"/>
      </p:ext>
    </p:extLst>
  </p:cSld>
  <p:clrMap bg1="lt1" tx1="dk1" bg2="lt2" tx2="dk2" accent1="accent1" accent2="accent2" accent3="accent3" accent4="accent4" accent5="accent5" accent6="accent6" hlink="hlink" folHlink="folHlink"/>
  <p:hf/>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2" y="0"/>
            <a:ext cx="3077137" cy="512304"/>
          </a:xfrm>
          <a:prstGeom prst="rect">
            <a:avLst/>
          </a:prstGeom>
        </p:spPr>
        <p:txBody>
          <a:bodyPr vert="horz" lIns="94750" tIns="47375" rIns="94750" bIns="47375" rtlCol="0"/>
          <a:lstStyle>
            <a:lvl1pPr algn="l">
              <a:defRPr sz="1100"/>
            </a:lvl1pPr>
          </a:lstStyle>
          <a:p>
            <a:r>
              <a:rPr lang="fr-FR"/>
              <a:t>CoPil NaviForest n°4</a:t>
            </a:r>
          </a:p>
        </p:txBody>
      </p:sp>
      <p:sp>
        <p:nvSpPr>
          <p:cNvPr id="3" name="Espace réservé de la date 2"/>
          <p:cNvSpPr>
            <a:spLocks noGrp="1"/>
          </p:cNvSpPr>
          <p:nvPr>
            <p:ph type="dt" idx="1"/>
          </p:nvPr>
        </p:nvSpPr>
        <p:spPr>
          <a:xfrm>
            <a:off x="4020508" y="0"/>
            <a:ext cx="3077137" cy="512304"/>
          </a:xfrm>
          <a:prstGeom prst="rect">
            <a:avLst/>
          </a:prstGeom>
        </p:spPr>
        <p:txBody>
          <a:bodyPr vert="horz" lIns="94750" tIns="47375" rIns="94750" bIns="47375" rtlCol="0"/>
          <a:lstStyle>
            <a:lvl1pPr algn="r">
              <a:defRPr sz="1100"/>
            </a:lvl1pPr>
          </a:lstStyle>
          <a:p>
            <a:r>
              <a:rPr lang="fr-FR"/>
              <a:t>13/06/2023</a:t>
            </a:r>
          </a:p>
        </p:txBody>
      </p:sp>
      <p:sp>
        <p:nvSpPr>
          <p:cNvPr id="4" name="Espace réservé de l'image des diapositives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4750" tIns="47375" rIns="94750" bIns="47375" rtlCol="0" anchor="ctr"/>
          <a:lstStyle/>
          <a:p>
            <a:endParaRPr lang="fr-FR"/>
          </a:p>
        </p:txBody>
      </p:sp>
      <p:sp>
        <p:nvSpPr>
          <p:cNvPr id="5" name="Espace réservé des commentaires 4"/>
          <p:cNvSpPr>
            <a:spLocks noGrp="1"/>
          </p:cNvSpPr>
          <p:nvPr>
            <p:ph type="body" sz="quarter" idx="3"/>
          </p:nvPr>
        </p:nvSpPr>
        <p:spPr>
          <a:xfrm>
            <a:off x="709601" y="4924989"/>
            <a:ext cx="5680103" cy="4029684"/>
          </a:xfrm>
          <a:prstGeom prst="rect">
            <a:avLst/>
          </a:prstGeom>
        </p:spPr>
        <p:txBody>
          <a:bodyPr vert="horz" lIns="94750" tIns="47375" rIns="94750" bIns="47375"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2" y="9722309"/>
            <a:ext cx="3077137" cy="512304"/>
          </a:xfrm>
          <a:prstGeom prst="rect">
            <a:avLst/>
          </a:prstGeom>
        </p:spPr>
        <p:txBody>
          <a:bodyPr vert="horz" lIns="94750" tIns="47375" rIns="94750" bIns="47375" rtlCol="0" anchor="b"/>
          <a:lstStyle>
            <a:lvl1pPr algn="l">
              <a:defRPr sz="1100"/>
            </a:lvl1pPr>
          </a:lstStyle>
          <a:p>
            <a:r>
              <a:rPr lang="fr-FR"/>
              <a:t>FCBA-IGN</a:t>
            </a:r>
          </a:p>
        </p:txBody>
      </p:sp>
      <p:sp>
        <p:nvSpPr>
          <p:cNvPr id="7" name="Espace réservé du numéro de diapositive 6"/>
          <p:cNvSpPr>
            <a:spLocks noGrp="1"/>
          </p:cNvSpPr>
          <p:nvPr>
            <p:ph type="sldNum" sz="quarter" idx="5"/>
          </p:nvPr>
        </p:nvSpPr>
        <p:spPr>
          <a:xfrm>
            <a:off x="4020508" y="9722309"/>
            <a:ext cx="3077137" cy="512304"/>
          </a:xfrm>
          <a:prstGeom prst="rect">
            <a:avLst/>
          </a:prstGeom>
        </p:spPr>
        <p:txBody>
          <a:bodyPr vert="horz" lIns="94750" tIns="47375" rIns="94750" bIns="47375" rtlCol="0" anchor="b"/>
          <a:lstStyle>
            <a:lvl1pPr algn="r">
              <a:defRPr sz="1100"/>
            </a:lvl1pPr>
          </a:lstStyle>
          <a:p>
            <a:fld id="{135E84F5-E102-4049-B206-4567741B1597}" type="slidenum">
              <a:rPr lang="fr-FR" smtClean="0"/>
              <a:t>‹N°›</a:t>
            </a:fld>
            <a:endParaRPr lang="fr-FR"/>
          </a:p>
        </p:txBody>
      </p:sp>
    </p:spTree>
    <p:extLst>
      <p:ext uri="{BB962C8B-B14F-4D97-AF65-F5344CB8AC3E}">
        <p14:creationId xmlns:p14="http://schemas.microsoft.com/office/powerpoint/2010/main" val="3785653326"/>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06CD8F-B7ED-4A05-9FB1-A01CC0EF02CC}" type="slidenum">
              <a:rPr kumimoji="0" lang="fr-FR" sz="1200" b="0" i="0" u="none" strike="noStrike" kern="1200" cap="none" spc="0" normalizeH="0" baseline="0" noProof="0" smtClean="0">
                <a:ln>
                  <a:noFill/>
                </a:ln>
                <a:solidFill>
                  <a:prstClr val="black"/>
                </a:solidFill>
                <a:effectLst/>
                <a:uLnTx/>
                <a:uFillTx/>
                <a:latin typeface="Arial"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fr-FR" sz="1200" b="0" i="0" u="none" strike="noStrike" kern="1200" cap="none" spc="0" normalizeH="0" baseline="0" noProof="0">
              <a:ln>
                <a:noFill/>
              </a:ln>
              <a:solidFill>
                <a:prstClr val="black"/>
              </a:solidFill>
              <a:effectLst/>
              <a:uLnTx/>
              <a:uFillTx/>
              <a:latin typeface="Arial" pitchFamily="34" charset="0"/>
              <a:ea typeface="+mn-ea"/>
              <a:cs typeface="+mn-cs"/>
            </a:endParaRPr>
          </a:p>
        </p:txBody>
      </p:sp>
    </p:spTree>
    <p:extLst>
      <p:ext uri="{BB962C8B-B14F-4D97-AF65-F5344CB8AC3E}">
        <p14:creationId xmlns:p14="http://schemas.microsoft.com/office/powerpoint/2010/main" val="38689158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107703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763E7-E19D-6FCD-1B3A-F18D374FF6F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86EB197-0C56-E3E6-0110-C4E84B2CB03A}"/>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DB6B5D9-050E-BBB5-7946-B88C6287CAB5}"/>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EA5B42A3-FD19-D1FD-D88B-3A31C77C6FA0}"/>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BA608C84-F21B-76FA-E860-A824B633F977}"/>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1763C503-A1BE-A522-90C4-F2DDEEAE7C0F}"/>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CEE7AB3B-D44B-E991-90F8-289AADE34B7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637390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FFE7C-F022-6FF3-1456-A8D42FEA1FD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77ABCF4-0020-C70F-0B9C-C85A3A3B450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E5A4E3C-33CA-2931-4652-14CF28A2196F}"/>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BAA7B60F-913E-7461-DA00-6D7666F9A2E1}"/>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73932141-43E1-FCE6-5268-294C7E41BF9D}"/>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A967FF23-3034-4815-5D48-19D02339C5EA}"/>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015C62C6-C53F-4B4D-0E87-CFE0AAE56D8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615004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737824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78234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185AE-BADB-BE98-0A97-AB84928AF48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F652AAA-FE86-6641-C274-C1D98E8D4AC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50E71E45-3ADB-012A-1594-AF9D14482D1A}"/>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B96E5DCB-0D08-F580-32A8-834A01F66466}"/>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76032782-0861-3D19-80DA-CE11D0B26CBB}"/>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98637FFE-BF63-7D50-1AF9-A9A2FF874102}"/>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32665FC5-0483-227C-6F52-0D70235720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2162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7E6F0-5492-E44D-68DE-699099D21DC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84835E1-B87A-5D2D-39C5-F82D2DF8A92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4323381A-9301-2E04-5690-CFC30527662E}"/>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2C66F06C-545A-67E5-8CCE-220BC144A562}"/>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20818C78-282C-82D5-3364-FA8D19FDAA03}"/>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8D7964AE-8EF5-3D2E-D80E-12F901B98491}"/>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4FC83EC3-15D7-93AC-A00F-1AE731A187D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500440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FE026-6492-1FB1-BFC8-3493069DB2C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FA28DE9-D261-740F-01A0-B7A495463B83}"/>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BEBC944-86ED-35F1-A869-DFC3FC4D9288}"/>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C4A8D008-C3B3-2710-59C9-3346FB9BE0BE}"/>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39220D63-A5E4-3BBE-2144-EBA51BBDF915}"/>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3A1391D0-92FD-237A-6B00-7BC86ADC079C}"/>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A67EB0A8-084D-1D08-1887-2862A406BB4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265249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7BC3C-DD4F-FBC6-26AF-DE86937F159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3BA1CB1-0911-F76B-0200-80587D99FFA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A78B102-54B9-A3A1-7792-C9865E47563B}"/>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88667151-D27A-DBAC-63D4-F71EDF4B51BD}"/>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22695638-C594-811B-D647-C547C5E3732B}"/>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152242CC-A497-FC40-A41E-CC3759AF8782}"/>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C6D4B4D4-3D98-FA6A-F1FB-2FAD91EE9A7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670336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10F0F-37AD-9F44-7B25-90E7456CE0A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D4CF875-25CC-3225-66CB-9CFF4A95C6DD}"/>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4262187F-EE17-BBC3-B8B8-D295C0811029}"/>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668F51A6-BE07-6312-13FA-9D3E4887E063}"/>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B3D161AF-DA13-FAD8-C7DC-5F1EA30BEF54}"/>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B064DB1B-057D-BB8D-8880-CFD64F49BDE8}"/>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B03141F0-A09E-6158-AC27-6B37C91770E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202537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D7CF5-B3D8-D8BD-7429-E926935784C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888AFB8-D8B7-91CD-85BB-C6DA06E3E96C}"/>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425D99A9-2EC3-88C0-8B5B-1126A4E7859A}"/>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CA11FF1B-7671-6106-4359-D52117DBADA2}"/>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28831C09-A603-DE05-6055-A31AD7594A54}"/>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91538C80-2648-19D4-C3DD-BC55CA5D9C69}"/>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F7879BF6-6B25-A31F-2A18-3000120AF78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280064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9FFE1-5D9A-A5C4-8D69-3031413AF93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BE2C113-CD20-13B7-810F-252AE7DE986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4178AEF6-482C-6032-AD2C-60238743EFF8}"/>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A0611057-0DC3-83B8-C3AA-4715DE44AB4D}"/>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692FC98F-15AC-0A26-5F75-F9F4C3F3BDC1}"/>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9FF25594-C580-A5D3-490D-D67BF4248CD6}"/>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658A9F3A-A685-557A-C828-F64CB975D71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311583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673264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B0E59-D0F3-B08D-B921-BFE595C9922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0697BA1-7A2D-ACA8-9C5C-00571716BC8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FD7A8F1-4B77-880B-F229-BFEDD5FEC193}"/>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F5FF1AA1-AC96-62BD-CF4F-B7B89D3220FA}"/>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66AF612C-9123-70B0-C90F-236D09CF9FB7}"/>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60A44907-4A15-FC35-EEE4-1FEA4B3EED04}"/>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2B8E359C-1C28-CE51-7D53-B4E0879CEE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47309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AA9A5-E33F-E22A-CAB3-16A4960D41C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B86B59A-80A8-AF55-4DC1-AE2852E87F6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7682EC9D-0FC2-9891-D7B6-00F02750BD6E}"/>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1BB4E86D-EECA-7E8C-833A-835CAA5487E4}"/>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8B804285-F990-0116-3033-D6ED93C00F84}"/>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37037AE7-1065-A9E3-A85E-E43295AD327D}"/>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368F59A2-6BEB-0F0B-3B44-882710C9EA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859385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79BFA-17A4-C65D-8FD6-8874D3A7F4D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784C706-E82B-CF33-4907-E4438043FD33}"/>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D6044FD-9FC8-BCDA-4C61-8295CC638400}"/>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0612EF80-D0FB-FFC7-0D46-AC09820D5370}"/>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5DFAAC00-A8AC-2E95-C9E7-9DF4D2E5CE33}"/>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A915A4B1-5799-DB93-32E3-E9D348084142}"/>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5FC04FDC-B10D-61A9-4507-738BB7333BA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810779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5E2CF-A424-4622-365C-E5D74653A99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23F6B98-8E9A-7B8F-BE86-F19C7BFFAB51}"/>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00D544F-91A0-679F-4703-00CBD4B4F0A3}"/>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83131EB8-01B8-E5F9-19C7-B25C0D492B47}"/>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1A65ADEC-5E40-E5D3-B23A-18088CD897C9}"/>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7BF5E229-49CF-EF1A-FA57-B91F498C6ABB}"/>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343F78AF-863A-0C73-930C-AD0F85DBA14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523327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7" name="Titre 1"/>
          <p:cNvSpPr>
            <a:spLocks noGrp="1"/>
          </p:cNvSpPr>
          <p:nvPr>
            <p:ph type="ctrTitle" hasCustomPrompt="1"/>
          </p:nvPr>
        </p:nvSpPr>
        <p:spPr>
          <a:xfrm>
            <a:off x="1524000" y="2116670"/>
            <a:ext cx="9144000" cy="1638830"/>
          </a:xfrm>
          <a:prstGeom prst="rect">
            <a:avLst/>
          </a:prstGeom>
        </p:spPr>
        <p:txBody>
          <a:bodyPr anchor="ctr">
            <a:normAutofit/>
          </a:bodyPr>
          <a:lstStyle>
            <a:lvl1pPr algn="ctr">
              <a:lnSpc>
                <a:spcPct val="100000"/>
              </a:lnSpc>
              <a:defRPr sz="3600" b="1">
                <a:solidFill>
                  <a:srgbClr val="554538"/>
                </a:solidFill>
                <a:latin typeface="Arial" panose="020B0604020202020204" pitchFamily="34" charset="0"/>
                <a:cs typeface="Arial" panose="020B0604020202020204" pitchFamily="34" charset="0"/>
              </a:defRPr>
            </a:lvl1pPr>
          </a:lstStyle>
          <a:p>
            <a:r>
              <a:rPr lang="fr-FR"/>
              <a:t>Modifiez le style du titre de chapitre</a:t>
            </a:r>
          </a:p>
        </p:txBody>
      </p:sp>
      <p:sp>
        <p:nvSpPr>
          <p:cNvPr id="8" name="Sous-titre 2"/>
          <p:cNvSpPr>
            <a:spLocks noGrp="1"/>
          </p:cNvSpPr>
          <p:nvPr>
            <p:ph type="subTitle" idx="1"/>
          </p:nvPr>
        </p:nvSpPr>
        <p:spPr>
          <a:xfrm>
            <a:off x="1524000" y="3847575"/>
            <a:ext cx="9144000" cy="1655762"/>
          </a:xfrm>
          <a:prstGeom prst="rect">
            <a:avLst/>
          </a:prstGeom>
        </p:spPr>
        <p:txBody>
          <a:bodyPr anchor="ctr"/>
          <a:lstStyle>
            <a:lvl1pPr marL="0" indent="0" algn="ctr">
              <a:lnSpc>
                <a:spcPct val="100000"/>
              </a:lnSpc>
              <a:spcBef>
                <a:spcPts val="600"/>
              </a:spcBef>
              <a:buNone/>
              <a:defRPr sz="2400" b="1">
                <a:solidFill>
                  <a:srgbClr val="987D68"/>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6" name="Espace réservé du numéro de diapositive 5"/>
          <p:cNvSpPr>
            <a:spLocks noGrp="1"/>
          </p:cNvSpPr>
          <p:nvPr>
            <p:ph type="sldNum" sz="quarter" idx="4"/>
          </p:nvPr>
        </p:nvSpPr>
        <p:spPr>
          <a:xfrm>
            <a:off x="11037765" y="6480000"/>
            <a:ext cx="993371" cy="288000"/>
          </a:xfrm>
          <a:prstGeom prst="rect">
            <a:avLst/>
          </a:prstGeom>
        </p:spPr>
        <p:txBody>
          <a:bodyPr anchor="b"/>
          <a:lstStyle>
            <a:lvl1pPr algn="r">
              <a:defRPr sz="1100">
                <a:solidFill>
                  <a:srgbClr val="7D7D68"/>
                </a:solidFill>
                <a:latin typeface="Arial" panose="020B0604020202020204" pitchFamily="34" charset="0"/>
                <a:cs typeface="Arial" panose="020B0604020202020204" pitchFamily="34" charset="0"/>
              </a:defRPr>
            </a:lvl1pPr>
          </a:lstStyle>
          <a:p>
            <a:fld id="{5588F01B-8BA8-4E52-9ECA-78FE89B5F248}" type="slidenum">
              <a:rPr lang="fr-FR" smtClean="0"/>
              <a:pPr/>
              <a:t>‹N°›</a:t>
            </a:fld>
            <a:endParaRPr lang="fr-FR"/>
          </a:p>
        </p:txBody>
      </p:sp>
      <p:sp>
        <p:nvSpPr>
          <p:cNvPr id="9" name="Espace réservé du pied de page 5"/>
          <p:cNvSpPr>
            <a:spLocks noGrp="1"/>
          </p:cNvSpPr>
          <p:nvPr>
            <p:ph type="ftr" sz="quarter" idx="3"/>
          </p:nvPr>
        </p:nvSpPr>
        <p:spPr>
          <a:xfrm>
            <a:off x="359779" y="6552010"/>
            <a:ext cx="4114800" cy="238725"/>
          </a:xfrm>
          <a:prstGeom prst="rect">
            <a:avLst/>
          </a:prstGeom>
        </p:spPr>
        <p:txBody>
          <a:bodyPr anchor="b"/>
          <a:lstStyle>
            <a:lvl1pPr>
              <a:defRPr sz="1000">
                <a:solidFill>
                  <a:srgbClr val="987D68"/>
                </a:solidFill>
                <a:latin typeface="Arial" panose="020B0604020202020204" pitchFamily="34" charset="0"/>
                <a:cs typeface="Arial" panose="020B0604020202020204" pitchFamily="34" charset="0"/>
              </a:defRPr>
            </a:lvl1pPr>
          </a:lstStyle>
          <a:p>
            <a:endParaRPr lang="fr-FR"/>
          </a:p>
        </p:txBody>
      </p:sp>
    </p:spTree>
    <p:extLst>
      <p:ext uri="{BB962C8B-B14F-4D97-AF65-F5344CB8AC3E}">
        <p14:creationId xmlns:p14="http://schemas.microsoft.com/office/powerpoint/2010/main" val="25320781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sp>
        <p:nvSpPr>
          <p:cNvPr id="6" name="Espace réservé du contenu 2"/>
          <p:cNvSpPr>
            <a:spLocks noGrp="1"/>
          </p:cNvSpPr>
          <p:nvPr>
            <p:ph idx="13"/>
          </p:nvPr>
        </p:nvSpPr>
        <p:spPr>
          <a:xfrm>
            <a:off x="243606" y="2647405"/>
            <a:ext cx="11787535" cy="3723704"/>
          </a:xfrm>
          <a:prstGeom prst="rect">
            <a:avLst/>
          </a:prstGeom>
        </p:spPr>
        <p:txBody>
          <a:bodyPr/>
          <a:lstStyle>
            <a:lvl1pPr marL="342900" indent="-342900">
              <a:lnSpc>
                <a:spcPct val="100000"/>
              </a:lnSpc>
              <a:spcBef>
                <a:spcPts val="600"/>
              </a:spcBef>
              <a:buClr>
                <a:srgbClr val="554538"/>
              </a:buClr>
              <a:buFont typeface="Webdings" panose="05030102010509060703" pitchFamily="18" charset="2"/>
              <a:buChar char="a"/>
              <a:defRPr sz="2200" b="1">
                <a:solidFill>
                  <a:srgbClr val="554538"/>
                </a:solidFill>
                <a:latin typeface="Arial" panose="020B0604020202020204" pitchFamily="34" charset="0"/>
                <a:cs typeface="Arial" panose="020B0604020202020204" pitchFamily="34" charset="0"/>
              </a:defRPr>
            </a:lvl1pPr>
            <a:lvl2pPr>
              <a:lnSpc>
                <a:spcPct val="100000"/>
              </a:lnSpc>
              <a:spcBef>
                <a:spcPts val="600"/>
              </a:spcBef>
              <a:defRPr sz="2000" b="1">
                <a:solidFill>
                  <a:srgbClr val="987D68"/>
                </a:solidFill>
                <a:latin typeface="Arial" panose="020B0604020202020204" pitchFamily="34" charset="0"/>
                <a:cs typeface="Arial" panose="020B0604020202020204" pitchFamily="34" charset="0"/>
              </a:defRPr>
            </a:lvl2pPr>
            <a:lvl3pPr marL="1143000" indent="-228600">
              <a:lnSpc>
                <a:spcPct val="100000"/>
              </a:lnSpc>
              <a:spcBef>
                <a:spcPts val="600"/>
              </a:spcBef>
              <a:buFont typeface="Arial" panose="020B0604020202020204" pitchFamily="34" charset="0"/>
              <a:buChar char="−"/>
              <a:defRPr sz="1800">
                <a:latin typeface="Arial" panose="020B0604020202020204" pitchFamily="34" charset="0"/>
                <a:cs typeface="Arial" panose="020B0604020202020204" pitchFamily="34" charset="0"/>
              </a:defRPr>
            </a:lvl3pPr>
          </a:lstStyle>
          <a:p>
            <a:pPr lvl="0"/>
            <a:r>
              <a:rPr lang="fr-FR"/>
              <a:t>Modifiez les styles du texte du masque</a:t>
            </a:r>
          </a:p>
          <a:p>
            <a:pPr lvl="1"/>
            <a:r>
              <a:rPr lang="fr-FR"/>
              <a:t>Deuxième niveau</a:t>
            </a:r>
          </a:p>
          <a:p>
            <a:pPr lvl="2"/>
            <a:r>
              <a:rPr lang="fr-FR"/>
              <a:t>Troisième niveau</a:t>
            </a:r>
          </a:p>
        </p:txBody>
      </p:sp>
      <p:sp>
        <p:nvSpPr>
          <p:cNvPr id="5" name="Espace réservé du numéro de diapositive 5"/>
          <p:cNvSpPr>
            <a:spLocks noGrp="1"/>
          </p:cNvSpPr>
          <p:nvPr>
            <p:ph type="sldNum" sz="quarter" idx="4"/>
          </p:nvPr>
        </p:nvSpPr>
        <p:spPr>
          <a:xfrm>
            <a:off x="11037765" y="6480000"/>
            <a:ext cx="993371" cy="288000"/>
          </a:xfrm>
          <a:prstGeom prst="rect">
            <a:avLst/>
          </a:prstGeom>
        </p:spPr>
        <p:txBody>
          <a:bodyPr anchor="b"/>
          <a:lstStyle>
            <a:lvl1pPr algn="r">
              <a:defRPr sz="1100">
                <a:solidFill>
                  <a:srgbClr val="7D7D68"/>
                </a:solidFill>
                <a:latin typeface="Arial" panose="020B0604020202020204" pitchFamily="34" charset="0"/>
                <a:cs typeface="Arial" panose="020B0604020202020204" pitchFamily="34" charset="0"/>
              </a:defRPr>
            </a:lvl1pPr>
          </a:lstStyle>
          <a:p>
            <a:fld id="{5588F01B-8BA8-4E52-9ECA-78FE89B5F248}" type="slidenum">
              <a:rPr lang="fr-FR" smtClean="0"/>
              <a:pPr/>
              <a:t>‹N°›</a:t>
            </a:fld>
            <a:endParaRPr lang="fr-FR"/>
          </a:p>
        </p:txBody>
      </p:sp>
      <p:sp>
        <p:nvSpPr>
          <p:cNvPr id="8" name="Espace réservé du pied de page 5"/>
          <p:cNvSpPr>
            <a:spLocks noGrp="1"/>
          </p:cNvSpPr>
          <p:nvPr>
            <p:ph type="ftr" sz="quarter" idx="3"/>
          </p:nvPr>
        </p:nvSpPr>
        <p:spPr>
          <a:xfrm>
            <a:off x="359779" y="6552010"/>
            <a:ext cx="4114800" cy="238725"/>
          </a:xfrm>
          <a:prstGeom prst="rect">
            <a:avLst/>
          </a:prstGeom>
        </p:spPr>
        <p:txBody>
          <a:bodyPr anchor="b"/>
          <a:lstStyle>
            <a:lvl1pPr>
              <a:defRPr sz="1000">
                <a:solidFill>
                  <a:srgbClr val="987D68"/>
                </a:solidFill>
                <a:latin typeface="Arial" panose="020B0604020202020204" pitchFamily="34" charset="0"/>
                <a:cs typeface="Arial" panose="020B0604020202020204" pitchFamily="34" charset="0"/>
              </a:defRPr>
            </a:lvl1pPr>
          </a:lstStyle>
          <a:p>
            <a:endParaRPr lang="fr-FR"/>
          </a:p>
        </p:txBody>
      </p:sp>
    </p:spTree>
    <p:extLst>
      <p:ext uri="{BB962C8B-B14F-4D97-AF65-F5344CB8AC3E}">
        <p14:creationId xmlns:p14="http://schemas.microsoft.com/office/powerpoint/2010/main" val="1776348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uverture">
    <p:spTree>
      <p:nvGrpSpPr>
        <p:cNvPr id="1" name=""/>
        <p:cNvGrpSpPr/>
        <p:nvPr/>
      </p:nvGrpSpPr>
      <p:grpSpPr>
        <a:xfrm>
          <a:off x="0" y="0"/>
          <a:ext cx="0" cy="0"/>
          <a:chOff x="0" y="0"/>
          <a:chExt cx="0" cy="0"/>
        </a:xfrm>
      </p:grpSpPr>
      <p:sp>
        <p:nvSpPr>
          <p:cNvPr id="4" name="Espace réservé de la date 3"/>
          <p:cNvSpPr>
            <a:spLocks noGrp="1"/>
          </p:cNvSpPr>
          <p:nvPr>
            <p:ph type="dt" sz="half" idx="10"/>
          </p:nvPr>
        </p:nvSpPr>
        <p:spPr bwMode="gray">
          <a:xfrm>
            <a:off x="0" y="6618000"/>
            <a:ext cx="240000" cy="240000"/>
          </a:xfrm>
          <a:ln>
            <a:solidFill>
              <a:schemeClr val="tx1">
                <a:alpha val="0"/>
              </a:schemeClr>
            </a:solidFill>
          </a:ln>
        </p:spPr>
        <p:txBody>
          <a:bodyPr/>
          <a:lstStyle>
            <a:lvl1pPr>
              <a:defRPr sz="133">
                <a:solidFill>
                  <a:schemeClr val="tx1">
                    <a:alpha val="0"/>
                  </a:schemeClr>
                </a:solidFill>
              </a:defRPr>
            </a:lvl1pPr>
          </a:lstStyle>
          <a:p>
            <a:r>
              <a:rPr lang="fr-FR"/>
              <a:t>08/10/2026</a:t>
            </a:r>
          </a:p>
        </p:txBody>
      </p:sp>
      <p:sp>
        <p:nvSpPr>
          <p:cNvPr id="5" name="Espace réservé du pied de page 4"/>
          <p:cNvSpPr>
            <a:spLocks noGrp="1"/>
          </p:cNvSpPr>
          <p:nvPr>
            <p:ph type="ftr" sz="quarter" idx="11"/>
          </p:nvPr>
        </p:nvSpPr>
        <p:spPr bwMode="gray">
          <a:xfrm>
            <a:off x="960000" y="5226529"/>
            <a:ext cx="4320000" cy="1200000"/>
          </a:xfrm>
        </p:spPr>
        <p:txBody>
          <a:bodyPr anchor="b" anchorCtr="0"/>
          <a:lstStyle>
            <a:lvl1pPr>
              <a:defRPr sz="1533"/>
            </a:lvl1pPr>
          </a:lstStyle>
          <a:p>
            <a:endParaRPr lang="fr-FR"/>
          </a:p>
        </p:txBody>
      </p:sp>
      <p:sp>
        <p:nvSpPr>
          <p:cNvPr id="6" name="Espace réservé du numéro de diapositive 5"/>
          <p:cNvSpPr>
            <a:spLocks noGrp="1"/>
          </p:cNvSpPr>
          <p:nvPr>
            <p:ph type="sldNum" sz="quarter" idx="12"/>
          </p:nvPr>
        </p:nvSpPr>
        <p:spPr bwMode="gray">
          <a:xfrm>
            <a:off x="0" y="6618000"/>
            <a:ext cx="240000" cy="240000"/>
          </a:xfrm>
          <a:ln>
            <a:solidFill>
              <a:schemeClr val="tx1">
                <a:alpha val="0"/>
              </a:schemeClr>
            </a:solidFill>
          </a:ln>
        </p:spPr>
        <p:txBody>
          <a:bodyPr/>
          <a:lstStyle>
            <a:lvl1pPr>
              <a:defRPr sz="133">
                <a:solidFill>
                  <a:schemeClr val="tx1">
                    <a:alpha val="0"/>
                  </a:schemeClr>
                </a:solidFill>
              </a:defRPr>
            </a:lvl1pPr>
          </a:lstStyle>
          <a:p>
            <a:fld id="{10C140CD-8AED-46FF-A9A2-77308F3F39AE}" type="slidenum">
              <a:rPr lang="fr-FR" smtClean="0"/>
              <a:pPr/>
              <a:t>‹N°›</a:t>
            </a:fld>
            <a:endParaRPr lang="fr-FR"/>
          </a:p>
        </p:txBody>
      </p:sp>
      <p:sp>
        <p:nvSpPr>
          <p:cNvPr id="7" name="Titre 6"/>
          <p:cNvSpPr>
            <a:spLocks noGrp="1"/>
          </p:cNvSpPr>
          <p:nvPr>
            <p:ph type="title" hasCustomPrompt="1"/>
          </p:nvPr>
        </p:nvSpPr>
        <p:spPr bwMode="gray">
          <a:xfrm>
            <a:off x="0" y="0"/>
            <a:ext cx="240000" cy="240000"/>
          </a:xfrm>
          <a:ln>
            <a:solidFill>
              <a:schemeClr val="tx1">
                <a:alpha val="0"/>
              </a:schemeClr>
            </a:solidFill>
          </a:ln>
        </p:spPr>
        <p:txBody>
          <a:bodyPr/>
          <a:lstStyle>
            <a:lvl1pPr>
              <a:defRPr sz="133">
                <a:solidFill>
                  <a:schemeClr val="tx1">
                    <a:alpha val="0"/>
                  </a:schemeClr>
                </a:solidFill>
              </a:defRPr>
            </a:lvl1pPr>
          </a:lstStyle>
          <a:p>
            <a:r>
              <a:rPr lang="fr-FR"/>
              <a:t>Titre</a:t>
            </a:r>
          </a:p>
        </p:txBody>
      </p:sp>
    </p:spTree>
    <p:extLst>
      <p:ext uri="{BB962C8B-B14F-4D97-AF65-F5344CB8AC3E}">
        <p14:creationId xmlns:p14="http://schemas.microsoft.com/office/powerpoint/2010/main" val="940904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re et sous-titre">
    <p:spTree>
      <p:nvGrpSpPr>
        <p:cNvPr id="1" name=""/>
        <p:cNvGrpSpPr/>
        <p:nvPr/>
      </p:nvGrpSpPr>
      <p:grpSpPr>
        <a:xfrm>
          <a:off x="0" y="0"/>
          <a:ext cx="0" cy="0"/>
          <a:chOff x="0" y="0"/>
          <a:chExt cx="0" cy="0"/>
        </a:xfrm>
      </p:grpSpPr>
      <p:sp>
        <p:nvSpPr>
          <p:cNvPr id="7" name="Titre 6"/>
          <p:cNvSpPr>
            <a:spLocks noGrp="1"/>
          </p:cNvSpPr>
          <p:nvPr>
            <p:ph type="title" hasCustomPrompt="1"/>
          </p:nvPr>
        </p:nvSpPr>
        <p:spPr bwMode="gray">
          <a:xfrm>
            <a:off x="0" y="0"/>
            <a:ext cx="240000" cy="240000"/>
          </a:xfrm>
          <a:ln>
            <a:solidFill>
              <a:schemeClr val="tx1">
                <a:alpha val="0"/>
              </a:schemeClr>
            </a:solidFill>
          </a:ln>
        </p:spPr>
        <p:txBody>
          <a:bodyPr/>
          <a:lstStyle>
            <a:lvl1pPr>
              <a:defRPr sz="133">
                <a:solidFill>
                  <a:schemeClr val="tx1">
                    <a:alpha val="0"/>
                  </a:schemeClr>
                </a:solidFill>
              </a:defRPr>
            </a:lvl1pPr>
          </a:lstStyle>
          <a:p>
            <a:r>
              <a:rPr lang="fr-FR"/>
              <a:t>Titre</a:t>
            </a:r>
          </a:p>
        </p:txBody>
      </p:sp>
      <p:sp>
        <p:nvSpPr>
          <p:cNvPr id="2" name="Espace réservé de la date 1"/>
          <p:cNvSpPr>
            <a:spLocks noGrp="1"/>
          </p:cNvSpPr>
          <p:nvPr>
            <p:ph type="dt" sz="half" idx="10"/>
          </p:nvPr>
        </p:nvSpPr>
        <p:spPr bwMode="gray"/>
        <p:txBody>
          <a:bodyPr/>
          <a:lstStyle/>
          <a:p>
            <a:pPr algn="r"/>
            <a:r>
              <a:rPr lang="fr-FR" cap="all"/>
              <a:t>08/10/2026</a:t>
            </a:r>
          </a:p>
        </p:txBody>
      </p:sp>
      <p:sp>
        <p:nvSpPr>
          <p:cNvPr id="8" name="Espace réservé du numéro de diapositive 7"/>
          <p:cNvSpPr>
            <a:spLocks noGrp="1"/>
          </p:cNvSpPr>
          <p:nvPr>
            <p:ph type="sldNum" sz="quarter" idx="12"/>
          </p:nvPr>
        </p:nvSpPr>
        <p:spPr bwMode="gray"/>
        <p:txBody>
          <a:bodyPr/>
          <a:lstStyle/>
          <a:p>
            <a:fld id="{733122C9-A0B9-462F-8757-0847AD287B63}" type="slidenum">
              <a:rPr lang="fr-FR" smtClean="0"/>
              <a:pPr/>
              <a:t>‹N°›</a:t>
            </a:fld>
            <a:endParaRPr lang="fr-FR"/>
          </a:p>
        </p:txBody>
      </p:sp>
      <p:sp>
        <p:nvSpPr>
          <p:cNvPr id="11" name="Espace réservé du texte 10"/>
          <p:cNvSpPr>
            <a:spLocks noGrp="1"/>
          </p:cNvSpPr>
          <p:nvPr>
            <p:ph type="body" sz="quarter" idx="13" hasCustomPrompt="1"/>
          </p:nvPr>
        </p:nvSpPr>
        <p:spPr bwMode="gray">
          <a:xfrm>
            <a:off x="480000" y="3128061"/>
            <a:ext cx="11232000" cy="2769600"/>
          </a:xfrm>
        </p:spPr>
        <p:txBody>
          <a:bodyPr/>
          <a:lstStyle>
            <a:lvl1pPr>
              <a:lnSpc>
                <a:spcPct val="90000"/>
              </a:lnSpc>
              <a:spcAft>
                <a:spcPts val="0"/>
              </a:spcAft>
              <a:defRPr sz="4333" b="1" cap="all" baseline="0">
                <a:solidFill>
                  <a:schemeClr val="tx2">
                    <a:lumMod val="75000"/>
                  </a:schemeClr>
                </a:solidFill>
              </a:defRPr>
            </a:lvl1pPr>
            <a:lvl2pPr marL="0" indent="0">
              <a:spcBef>
                <a:spcPts val="667"/>
              </a:spcBef>
              <a:spcAft>
                <a:spcPts val="0"/>
              </a:spcAft>
              <a:buNone/>
              <a:defRPr sz="2467"/>
            </a:lvl2pPr>
          </a:lstStyle>
          <a:p>
            <a:pPr lvl="0"/>
            <a:r>
              <a:rPr lang="fr-FR"/>
              <a:t>Titre</a:t>
            </a:r>
          </a:p>
          <a:p>
            <a:pPr lvl="1"/>
            <a:r>
              <a:rPr lang="fr-FR"/>
              <a:t>Sous-titre</a:t>
            </a:r>
          </a:p>
        </p:txBody>
      </p:sp>
      <p:cxnSp>
        <p:nvCxnSpPr>
          <p:cNvPr id="12" name="Connecteur droit 11"/>
          <p:cNvCxnSpPr/>
          <p:nvPr userDrawn="1"/>
        </p:nvCxnSpPr>
        <p:spPr bwMode="gray">
          <a:xfrm>
            <a:off x="480000" y="6379200"/>
            <a:ext cx="11232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Imag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gray">
          <a:xfrm>
            <a:off x="240000" y="240000"/>
            <a:ext cx="1920000" cy="1920000"/>
          </a:xfrm>
          <a:prstGeom prst="rect">
            <a:avLst/>
          </a:prstGeom>
        </p:spPr>
      </p:pic>
    </p:spTree>
    <p:extLst>
      <p:ext uri="{BB962C8B-B14F-4D97-AF65-F5344CB8AC3E}">
        <p14:creationId xmlns:p14="http://schemas.microsoft.com/office/powerpoint/2010/main" val="572572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79999" y="1200000"/>
            <a:ext cx="11232000" cy="960000"/>
          </a:xfrm>
        </p:spPr>
        <p:txBody>
          <a:bodyPr/>
          <a:lstStyle>
            <a:lvl1pPr>
              <a:defRPr/>
            </a:lvl1pPr>
          </a:lstStyle>
          <a:p>
            <a:r>
              <a:rPr lang="fr-FR"/>
              <a:t>Titre</a:t>
            </a:r>
          </a:p>
        </p:txBody>
      </p:sp>
      <p:sp>
        <p:nvSpPr>
          <p:cNvPr id="3" name="Espace réservé de la date 2"/>
          <p:cNvSpPr>
            <a:spLocks noGrp="1"/>
          </p:cNvSpPr>
          <p:nvPr>
            <p:ph type="dt" sz="half" idx="10"/>
          </p:nvPr>
        </p:nvSpPr>
        <p:spPr bwMode="gray"/>
        <p:txBody>
          <a:bodyPr/>
          <a:lstStyle/>
          <a:p>
            <a:pPr algn="r"/>
            <a:r>
              <a:rPr lang="fr-FR" cap="all"/>
              <a:t>08/10/2026</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a:p>
        </p:txBody>
      </p:sp>
      <p:sp>
        <p:nvSpPr>
          <p:cNvPr id="8" name="Espace réservé du texte 7"/>
          <p:cNvSpPr>
            <a:spLocks noGrp="1"/>
          </p:cNvSpPr>
          <p:nvPr>
            <p:ph type="body" sz="quarter" idx="13" hasCustomPrompt="1"/>
          </p:nvPr>
        </p:nvSpPr>
        <p:spPr bwMode="gray">
          <a:xfrm>
            <a:off x="479997" y="2522624"/>
            <a:ext cx="3360000" cy="3374400"/>
          </a:xfrm>
        </p:spPr>
        <p:txBody>
          <a:bodyPr/>
          <a:lstStyle>
            <a:lvl1pPr marL="191995" indent="-191995">
              <a:spcBef>
                <a:spcPts val="533"/>
              </a:spcBef>
              <a:spcAft>
                <a:spcPts val="1067"/>
              </a:spcAft>
              <a:buFont typeface="+mj-lt"/>
              <a:buAutoNum type="arabicPeriod"/>
              <a:defRPr b="1">
                <a:solidFill>
                  <a:schemeClr val="tx2">
                    <a:lumMod val="75000"/>
                  </a:schemeClr>
                </a:solidFill>
              </a:defRPr>
            </a:lvl1pPr>
            <a:lvl2pPr marL="431989" indent="-191995">
              <a:spcBef>
                <a:spcPts val="800"/>
              </a:spcBef>
              <a:spcAft>
                <a:spcPts val="1067"/>
              </a:spcAft>
              <a:buFont typeface="+mj-lt"/>
              <a:buAutoNum type="alphaLcPeriod"/>
              <a:defRPr/>
            </a:lvl2pPr>
          </a:lstStyle>
          <a:p>
            <a:pPr lvl="0"/>
            <a:r>
              <a:rPr lang="fr-FR"/>
              <a:t>Titre de la partie</a:t>
            </a:r>
          </a:p>
          <a:p>
            <a:pPr lvl="1"/>
            <a:r>
              <a:rPr lang="fr-FR"/>
              <a:t>Deuxième niveau</a:t>
            </a:r>
          </a:p>
        </p:txBody>
      </p:sp>
      <p:sp>
        <p:nvSpPr>
          <p:cNvPr id="9" name="Espace réservé du texte 7"/>
          <p:cNvSpPr>
            <a:spLocks noGrp="1"/>
          </p:cNvSpPr>
          <p:nvPr>
            <p:ph type="body" sz="quarter" idx="14" hasCustomPrompt="1"/>
          </p:nvPr>
        </p:nvSpPr>
        <p:spPr bwMode="gray">
          <a:xfrm>
            <a:off x="4416000" y="2524800"/>
            <a:ext cx="3360000" cy="3374400"/>
          </a:xfrm>
        </p:spPr>
        <p:txBody>
          <a:bodyPr/>
          <a:lstStyle>
            <a:lvl1pPr marL="191995" indent="-191995">
              <a:spcBef>
                <a:spcPts val="533"/>
              </a:spcBef>
              <a:spcAft>
                <a:spcPts val="1067"/>
              </a:spcAft>
              <a:buFont typeface="+mj-lt"/>
              <a:buAutoNum type="arabicPeriod"/>
              <a:defRPr b="1">
                <a:solidFill>
                  <a:schemeClr val="tx2">
                    <a:lumMod val="75000"/>
                  </a:schemeClr>
                </a:solidFill>
              </a:defRPr>
            </a:lvl1pPr>
            <a:lvl2pPr marL="431989" indent="-191995">
              <a:spcBef>
                <a:spcPts val="800"/>
              </a:spcBef>
              <a:spcAft>
                <a:spcPts val="1067"/>
              </a:spcAft>
              <a:buFont typeface="+mj-lt"/>
              <a:buAutoNum type="alphaLcPeriod"/>
              <a:defRPr/>
            </a:lvl2pPr>
          </a:lstStyle>
          <a:p>
            <a:pPr lvl="0"/>
            <a:r>
              <a:rPr lang="fr-FR"/>
              <a:t>Titre de la partie</a:t>
            </a:r>
          </a:p>
          <a:p>
            <a:pPr lvl="1"/>
            <a:r>
              <a:rPr lang="fr-FR"/>
              <a:t>Deuxième niveau</a:t>
            </a:r>
          </a:p>
        </p:txBody>
      </p:sp>
      <p:sp>
        <p:nvSpPr>
          <p:cNvPr id="10" name="Espace réservé du texte 7"/>
          <p:cNvSpPr>
            <a:spLocks noGrp="1"/>
          </p:cNvSpPr>
          <p:nvPr>
            <p:ph type="body" sz="quarter" idx="15" hasCustomPrompt="1"/>
          </p:nvPr>
        </p:nvSpPr>
        <p:spPr bwMode="gray">
          <a:xfrm>
            <a:off x="8351999" y="2524800"/>
            <a:ext cx="3360000" cy="3374400"/>
          </a:xfrm>
        </p:spPr>
        <p:txBody>
          <a:bodyPr/>
          <a:lstStyle>
            <a:lvl1pPr marL="191995" indent="-191995">
              <a:spcBef>
                <a:spcPts val="533"/>
              </a:spcBef>
              <a:spcAft>
                <a:spcPts val="1067"/>
              </a:spcAft>
              <a:buFont typeface="+mj-lt"/>
              <a:buAutoNum type="arabicPeriod"/>
              <a:defRPr b="1">
                <a:solidFill>
                  <a:schemeClr val="tx2">
                    <a:lumMod val="75000"/>
                  </a:schemeClr>
                </a:solidFill>
              </a:defRPr>
            </a:lvl1pPr>
            <a:lvl2pPr marL="431989" indent="-191995">
              <a:spcBef>
                <a:spcPts val="800"/>
              </a:spcBef>
              <a:spcAft>
                <a:spcPts val="1067"/>
              </a:spcAft>
              <a:buFont typeface="+mj-lt"/>
              <a:buAutoNum type="alphaLcPeriod"/>
              <a:defRPr/>
            </a:lvl2pPr>
          </a:lstStyle>
          <a:p>
            <a:pPr lvl="0"/>
            <a:r>
              <a:rPr lang="fr-FR"/>
              <a:t>Titre de la partie</a:t>
            </a:r>
          </a:p>
          <a:p>
            <a:pPr lvl="1"/>
            <a:r>
              <a:rPr lang="fr-FR"/>
              <a:t>Deuxième niveau</a:t>
            </a:r>
          </a:p>
        </p:txBody>
      </p:sp>
    </p:spTree>
    <p:extLst>
      <p:ext uri="{BB962C8B-B14F-4D97-AF65-F5344CB8AC3E}">
        <p14:creationId xmlns:p14="http://schemas.microsoft.com/office/powerpoint/2010/main" val="715964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pitre">
    <p:spTree>
      <p:nvGrpSpPr>
        <p:cNvPr id="1" name=""/>
        <p:cNvGrpSpPr/>
        <p:nvPr/>
      </p:nvGrpSpPr>
      <p:grpSpPr>
        <a:xfrm>
          <a:off x="0" y="0"/>
          <a:ext cx="0" cy="0"/>
          <a:chOff x="0" y="0"/>
          <a:chExt cx="0" cy="0"/>
        </a:xfrm>
      </p:grpSpPr>
      <p:pic>
        <p:nvPicPr>
          <p:cNvPr id="10" name="Image 9">
            <a:extLst>
              <a:ext uri="{FF2B5EF4-FFF2-40B4-BE49-F238E27FC236}">
                <a16:creationId xmlns:a16="http://schemas.microsoft.com/office/drawing/2014/main" id="{1CE700A9-F0F7-4C92-A3D4-908C25F8B43E}"/>
              </a:ext>
            </a:extLst>
          </p:cNvPr>
          <p:cNvPicPr>
            <a:picLocks noChangeAspect="1"/>
          </p:cNvPicPr>
          <p:nvPr userDrawn="1"/>
        </p:nvPicPr>
        <p:blipFill>
          <a:blip r:embed="rId2"/>
          <a:stretch>
            <a:fillRect/>
          </a:stretch>
        </p:blipFill>
        <p:spPr>
          <a:xfrm>
            <a:off x="2426697" y="982798"/>
            <a:ext cx="8812803" cy="5875201"/>
          </a:xfrm>
          <a:prstGeom prst="rect">
            <a:avLst/>
          </a:prstGeom>
        </p:spPr>
      </p:pic>
      <p:sp>
        <p:nvSpPr>
          <p:cNvPr id="8" name="Espace réservé pour une image  7"/>
          <p:cNvSpPr>
            <a:spLocks noGrp="1"/>
          </p:cNvSpPr>
          <p:nvPr>
            <p:ph type="pic" sz="quarter" idx="13" hasCustomPrompt="1"/>
          </p:nvPr>
        </p:nvSpPr>
        <p:spPr bwMode="gray">
          <a:xfrm>
            <a:off x="0" y="984000"/>
            <a:ext cx="12192000" cy="5875200"/>
          </a:xfrm>
          <a:solidFill>
            <a:schemeClr val="bg1">
              <a:lumMod val="85000"/>
            </a:schemeClr>
          </a:solidFill>
        </p:spPr>
        <p:txBody>
          <a:bodyPr tIns="1080000" anchor="ctr" anchorCtr="0"/>
          <a:lstStyle>
            <a:lvl1pPr algn="ctr">
              <a:defRPr cap="all" baseline="0"/>
            </a:lvl1pPr>
          </a:lstStyle>
          <a:p>
            <a:r>
              <a:rPr lang="fr-FR"/>
              <a:t>Sélectionner l’icône pour insérer une image, </a:t>
            </a:r>
            <a:br>
              <a:rPr lang="fr-FR"/>
            </a:br>
            <a:r>
              <a:rPr lang="fr-FR"/>
              <a:t>puis disposer l’image en arrière plan </a:t>
            </a:r>
            <a:br>
              <a:rPr lang="fr-FR"/>
            </a:br>
            <a:r>
              <a:rPr lang="fr-FR"/>
              <a:t>(Sélectionner l’image avec le bouton droit de la souris / </a:t>
            </a:r>
            <a:br>
              <a:rPr lang="fr-FR"/>
            </a:br>
            <a:r>
              <a:rPr lang="fr-FR"/>
              <a:t>Mettre à l’arrière plan)</a:t>
            </a:r>
          </a:p>
        </p:txBody>
      </p:sp>
      <p:sp>
        <p:nvSpPr>
          <p:cNvPr id="2" name="Titre 1"/>
          <p:cNvSpPr>
            <a:spLocks noGrp="1"/>
          </p:cNvSpPr>
          <p:nvPr>
            <p:ph type="title" hasCustomPrompt="1"/>
          </p:nvPr>
        </p:nvSpPr>
        <p:spPr bwMode="gray">
          <a:xfrm>
            <a:off x="479999" y="984000"/>
            <a:ext cx="11232000" cy="53952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solidFill>
              <a:schemeClr val="tx1"/>
            </a:solidFill>
          </a:ln>
        </p:spPr>
        <p:txBody>
          <a:bodyPr lIns="0" bIns="360000" anchor="ctr" anchorCtr="0"/>
          <a:lstStyle>
            <a:lvl1pPr marL="527987" indent="-527987">
              <a:buFont typeface="+mj-lt"/>
              <a:buAutoNum type="arabicPeriod"/>
              <a:defRPr sz="4333"/>
            </a:lvl1pPr>
          </a:lstStyle>
          <a:p>
            <a:r>
              <a:rPr lang="fr-FR"/>
              <a:t>Titre</a:t>
            </a:r>
          </a:p>
        </p:txBody>
      </p:sp>
      <p:sp>
        <p:nvSpPr>
          <p:cNvPr id="3" name="Espace réservé de la date 2"/>
          <p:cNvSpPr>
            <a:spLocks noGrp="1"/>
          </p:cNvSpPr>
          <p:nvPr>
            <p:ph type="dt" sz="half" idx="10"/>
          </p:nvPr>
        </p:nvSpPr>
        <p:spPr bwMode="gray"/>
        <p:txBody>
          <a:bodyPr/>
          <a:lstStyle/>
          <a:p>
            <a:pPr algn="r"/>
            <a:r>
              <a:rPr lang="fr-FR" cap="all"/>
              <a:t>08/10/2026</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a:p>
        </p:txBody>
      </p:sp>
    </p:spTree>
    <p:extLst>
      <p:ext uri="{BB962C8B-B14F-4D97-AF65-F5344CB8AC3E}">
        <p14:creationId xmlns:p14="http://schemas.microsoft.com/office/powerpoint/2010/main" val="3762414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et textes 3 colonnes">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79999" y="1200000"/>
            <a:ext cx="11232000" cy="960000"/>
          </a:xfrm>
        </p:spPr>
        <p:txBody>
          <a:bodyPr/>
          <a:lstStyle>
            <a:lvl1pPr>
              <a:defRPr/>
            </a:lvl1pPr>
          </a:lstStyle>
          <a:p>
            <a:r>
              <a:rPr lang="fr-FR"/>
              <a:t>Titre</a:t>
            </a:r>
          </a:p>
        </p:txBody>
      </p:sp>
      <p:sp>
        <p:nvSpPr>
          <p:cNvPr id="3" name="Espace réservé de la date 2"/>
          <p:cNvSpPr>
            <a:spLocks noGrp="1"/>
          </p:cNvSpPr>
          <p:nvPr>
            <p:ph type="dt" sz="half" idx="10"/>
          </p:nvPr>
        </p:nvSpPr>
        <p:spPr bwMode="gray"/>
        <p:txBody>
          <a:bodyPr/>
          <a:lstStyle/>
          <a:p>
            <a:pPr algn="r"/>
            <a:r>
              <a:rPr lang="fr-FR" cap="all"/>
              <a:t>08/10/2026</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a:p>
        </p:txBody>
      </p:sp>
      <p:sp>
        <p:nvSpPr>
          <p:cNvPr id="10" name="Espace réservé du texte 9"/>
          <p:cNvSpPr>
            <a:spLocks noGrp="1"/>
          </p:cNvSpPr>
          <p:nvPr>
            <p:ph type="body" sz="quarter" idx="13" hasCustomPrompt="1"/>
          </p:nvPr>
        </p:nvSpPr>
        <p:spPr bwMode="gray">
          <a:xfrm>
            <a:off x="4416000" y="240000"/>
            <a:ext cx="7296000" cy="480000"/>
          </a:xfrm>
        </p:spPr>
        <p:txBody>
          <a:bodyPr/>
          <a:lstStyle>
            <a:lvl1pPr marL="143996" indent="-143996" algn="r">
              <a:spcAft>
                <a:spcPts val="0"/>
              </a:spcAft>
              <a:buFont typeface="+mj-lt"/>
              <a:buAutoNum type="arabicPeriod"/>
              <a:defRPr sz="1000" b="1"/>
            </a:lvl1pPr>
            <a:lvl2pPr marL="143996" indent="-143996" algn="r">
              <a:spcBef>
                <a:spcPts val="0"/>
              </a:spcBef>
              <a:spcAft>
                <a:spcPts val="0"/>
              </a:spcAft>
              <a:buFont typeface="+mj-lt"/>
              <a:buAutoNum type="alphaLcPeriod"/>
              <a:defRPr sz="1000"/>
            </a:lvl2pPr>
          </a:lstStyle>
          <a:p>
            <a:pPr lvl="0"/>
            <a:r>
              <a:rPr lang="fr-FR"/>
              <a:t>Titre</a:t>
            </a:r>
          </a:p>
          <a:p>
            <a:pPr lvl="1"/>
            <a:r>
              <a:rPr lang="fr-FR"/>
              <a:t>Sous-titre</a:t>
            </a:r>
          </a:p>
        </p:txBody>
      </p:sp>
      <p:sp>
        <p:nvSpPr>
          <p:cNvPr id="12" name="Espace réservé du texte 11"/>
          <p:cNvSpPr>
            <a:spLocks noGrp="1"/>
          </p:cNvSpPr>
          <p:nvPr>
            <p:ph type="body" sz="quarter" idx="14" hasCustomPrompt="1"/>
          </p:nvPr>
        </p:nvSpPr>
        <p:spPr bwMode="gray">
          <a:xfrm>
            <a:off x="479999" y="2448000"/>
            <a:ext cx="3360000" cy="3432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3" name="Espace réservé du texte 11"/>
          <p:cNvSpPr>
            <a:spLocks noGrp="1"/>
          </p:cNvSpPr>
          <p:nvPr>
            <p:ph type="body" sz="quarter" idx="15" hasCustomPrompt="1"/>
          </p:nvPr>
        </p:nvSpPr>
        <p:spPr bwMode="gray">
          <a:xfrm>
            <a:off x="4416000" y="2448000"/>
            <a:ext cx="3360000" cy="3432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4" name="Espace réservé du texte 11"/>
          <p:cNvSpPr>
            <a:spLocks noGrp="1"/>
          </p:cNvSpPr>
          <p:nvPr>
            <p:ph type="body" sz="quarter" idx="16" hasCustomPrompt="1"/>
          </p:nvPr>
        </p:nvSpPr>
        <p:spPr bwMode="gray">
          <a:xfrm>
            <a:off x="8352000" y="2448000"/>
            <a:ext cx="3360000" cy="3432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Tree>
    <p:extLst>
      <p:ext uri="{BB962C8B-B14F-4D97-AF65-F5344CB8AC3E}">
        <p14:creationId xmlns:p14="http://schemas.microsoft.com/office/powerpoint/2010/main" val="21275333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9349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ontenu">
    <p:spTree>
      <p:nvGrpSpPr>
        <p:cNvPr id="1" name=""/>
        <p:cNvGrpSpPr/>
        <p:nvPr/>
      </p:nvGrpSpPr>
      <p:grpSpPr>
        <a:xfrm>
          <a:off x="0" y="0"/>
          <a:ext cx="0" cy="0"/>
          <a:chOff x="0" y="0"/>
          <a:chExt cx="0" cy="0"/>
        </a:xfrm>
      </p:grpSpPr>
      <p:sp>
        <p:nvSpPr>
          <p:cNvPr id="2" name="Titre 1"/>
          <p:cNvSpPr>
            <a:spLocks noGrp="1"/>
          </p:cNvSpPr>
          <p:nvPr>
            <p:ph type="title"/>
          </p:nvPr>
        </p:nvSpPr>
        <p:spPr>
          <a:xfrm>
            <a:off x="359784" y="228893"/>
            <a:ext cx="11662887" cy="425595"/>
          </a:xfrm>
          <a:prstGeom prst="rect">
            <a:avLst/>
          </a:prstGeom>
        </p:spPr>
        <p:txBody>
          <a:bodyPr anchor="ctr"/>
          <a:lstStyle>
            <a:lvl1pPr>
              <a:lnSpc>
                <a:spcPct val="100000"/>
              </a:lnSpc>
              <a:defRPr sz="2800"/>
            </a:lvl1pPr>
          </a:lstStyle>
          <a:p>
            <a:r>
              <a:rPr lang="fr-FR"/>
              <a:t>Modifiez le style du titre</a:t>
            </a:r>
          </a:p>
        </p:txBody>
      </p:sp>
      <p:sp>
        <p:nvSpPr>
          <p:cNvPr id="7" name="Espace réservé du contenu 2"/>
          <p:cNvSpPr>
            <a:spLocks noGrp="1"/>
          </p:cNvSpPr>
          <p:nvPr>
            <p:ph idx="13"/>
          </p:nvPr>
        </p:nvSpPr>
        <p:spPr>
          <a:xfrm>
            <a:off x="359784" y="1041395"/>
            <a:ext cx="11662887" cy="5112000"/>
          </a:xfrm>
          <a:prstGeom prst="rect">
            <a:avLst/>
          </a:prstGeom>
        </p:spPr>
        <p:txBody>
          <a:bodyPr/>
          <a:lstStyle>
            <a:lvl1pPr marL="342891" indent="-342891">
              <a:lnSpc>
                <a:spcPct val="100000"/>
              </a:lnSpc>
              <a:spcBef>
                <a:spcPts val="600"/>
              </a:spcBef>
              <a:buClr>
                <a:srgbClr val="554538"/>
              </a:buClr>
              <a:buFont typeface="Webdings" panose="05030102010509060703" pitchFamily="18" charset="2"/>
              <a:buChar char="a"/>
              <a:defRPr sz="2200" b="1">
                <a:solidFill>
                  <a:srgbClr val="554538"/>
                </a:solidFill>
                <a:latin typeface="Arial" panose="020B0604020202020204" pitchFamily="34" charset="0"/>
                <a:cs typeface="Arial" panose="020B0604020202020204" pitchFamily="34" charset="0"/>
              </a:defRPr>
            </a:lvl1pPr>
            <a:lvl2pPr>
              <a:lnSpc>
                <a:spcPct val="100000"/>
              </a:lnSpc>
              <a:spcBef>
                <a:spcPts val="600"/>
              </a:spcBef>
              <a:defRPr sz="2000" b="1">
                <a:solidFill>
                  <a:srgbClr val="987D68"/>
                </a:solidFill>
                <a:latin typeface="Arial" panose="020B0604020202020204" pitchFamily="34" charset="0"/>
                <a:cs typeface="Arial" panose="020B0604020202020204" pitchFamily="34" charset="0"/>
              </a:defRPr>
            </a:lvl2pPr>
            <a:lvl3pPr marL="985814" indent="-176209">
              <a:lnSpc>
                <a:spcPct val="100000"/>
              </a:lnSpc>
              <a:spcBef>
                <a:spcPts val="600"/>
              </a:spcBef>
              <a:buFont typeface="Arial" panose="020B0604020202020204" pitchFamily="34" charset="0"/>
              <a:buChar char="−"/>
              <a:tabLst/>
              <a:defRPr sz="1800">
                <a:latin typeface="Arial" panose="020B0604020202020204" pitchFamily="34" charset="0"/>
                <a:cs typeface="Arial" panose="020B0604020202020204" pitchFamily="34" charset="0"/>
              </a:defRPr>
            </a:lvl3pPr>
          </a:lstStyle>
          <a:p>
            <a:pPr lvl="0"/>
            <a:r>
              <a:rPr lang="fr-FR"/>
              <a:t>Modifiez les styles du texte du masque</a:t>
            </a:r>
          </a:p>
          <a:p>
            <a:pPr lvl="1"/>
            <a:r>
              <a:rPr lang="fr-FR"/>
              <a:t>Deuxième niveau</a:t>
            </a:r>
          </a:p>
          <a:p>
            <a:pPr lvl="2"/>
            <a:r>
              <a:rPr lang="fr-FR"/>
              <a:t>Troisième niveau</a:t>
            </a:r>
          </a:p>
        </p:txBody>
      </p:sp>
      <p:sp>
        <p:nvSpPr>
          <p:cNvPr id="9" name="Espace réservé du numéro de diapositive 5"/>
          <p:cNvSpPr>
            <a:spLocks noGrp="1"/>
          </p:cNvSpPr>
          <p:nvPr>
            <p:ph type="sldNum" sz="quarter" idx="4"/>
          </p:nvPr>
        </p:nvSpPr>
        <p:spPr>
          <a:xfrm>
            <a:off x="11037765" y="6480000"/>
            <a:ext cx="993371" cy="288000"/>
          </a:xfrm>
          <a:prstGeom prst="rect">
            <a:avLst/>
          </a:prstGeom>
        </p:spPr>
        <p:txBody>
          <a:bodyPr anchor="b"/>
          <a:lstStyle>
            <a:lvl1pPr algn="r">
              <a:defRPr sz="1100">
                <a:solidFill>
                  <a:srgbClr val="7D7D68"/>
                </a:solidFill>
                <a:latin typeface="Arial" panose="020B0604020202020204" pitchFamily="34" charset="0"/>
                <a:cs typeface="Arial" panose="020B0604020202020204" pitchFamily="34" charset="0"/>
              </a:defRPr>
            </a:lvl1pPr>
          </a:lstStyle>
          <a:p>
            <a:fld id="{5588F01B-8BA8-4E52-9ECA-78FE89B5F248}" type="slidenum">
              <a:rPr lang="fr-FR" smtClean="0"/>
              <a:pPr/>
              <a:t>‹N°›</a:t>
            </a:fld>
            <a:endParaRPr lang="fr-FR"/>
          </a:p>
        </p:txBody>
      </p:sp>
      <p:sp>
        <p:nvSpPr>
          <p:cNvPr id="6" name="Espace réservé du pied de page 5"/>
          <p:cNvSpPr>
            <a:spLocks noGrp="1"/>
          </p:cNvSpPr>
          <p:nvPr>
            <p:ph type="ftr" sz="quarter" idx="3"/>
          </p:nvPr>
        </p:nvSpPr>
        <p:spPr>
          <a:xfrm>
            <a:off x="359779" y="6552011"/>
            <a:ext cx="4114800" cy="238725"/>
          </a:xfrm>
          <a:prstGeom prst="rect">
            <a:avLst/>
          </a:prstGeom>
        </p:spPr>
        <p:txBody>
          <a:bodyPr anchor="b"/>
          <a:lstStyle>
            <a:lvl1pPr>
              <a:defRPr sz="1000">
                <a:solidFill>
                  <a:srgbClr val="987D68"/>
                </a:solidFill>
                <a:latin typeface="Arial" panose="020B0604020202020204" pitchFamily="34" charset="0"/>
                <a:cs typeface="Arial" panose="020B0604020202020204" pitchFamily="34" charset="0"/>
              </a:defRPr>
            </a:lvl1pPr>
          </a:lstStyle>
          <a:p>
            <a:endParaRPr lang="fr-FR"/>
          </a:p>
        </p:txBody>
      </p:sp>
    </p:spTree>
    <p:extLst>
      <p:ext uri="{BB962C8B-B14F-4D97-AF65-F5344CB8AC3E}">
        <p14:creationId xmlns:p14="http://schemas.microsoft.com/office/powerpoint/2010/main" val="4123662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numéro de diapositive 7"/>
          <p:cNvSpPr>
            <a:spLocks noGrp="1"/>
          </p:cNvSpPr>
          <p:nvPr>
            <p:ph type="sldNum" sz="quarter" idx="10"/>
          </p:nvPr>
        </p:nvSpPr>
        <p:spPr/>
        <p:txBody>
          <a:bodyPr/>
          <a:lstStyle>
            <a:lvl1pPr>
              <a:defRPr/>
            </a:lvl1pPr>
          </a:lstStyle>
          <a:p>
            <a:pPr>
              <a:defRPr/>
            </a:pPr>
            <a:fld id="{7B678BEB-CB5F-4DC3-8267-6B4093870A95}" type="slidenum">
              <a:rPr>
                <a:solidFill>
                  <a:prstClr val="white"/>
                </a:solidFill>
              </a:rPr>
              <a:pPr>
                <a:defRPr/>
              </a:pPr>
              <a:t>‹N°›</a:t>
            </a:fld>
            <a:endParaRPr>
              <a:solidFill>
                <a:prstClr val="white"/>
              </a:solidFill>
            </a:endParaRPr>
          </a:p>
        </p:txBody>
      </p:sp>
      <p:sp>
        <p:nvSpPr>
          <p:cNvPr id="4" name="Espace réservé de la date 3"/>
          <p:cNvSpPr>
            <a:spLocks noGrp="1"/>
          </p:cNvSpPr>
          <p:nvPr>
            <p:ph type="dt" sz="half" idx="11"/>
          </p:nvPr>
        </p:nvSpPr>
        <p:spPr/>
        <p:txBody>
          <a:bodyPr/>
          <a:lstStyle>
            <a:lvl1pPr>
              <a:defRPr/>
            </a:lvl1pPr>
          </a:lstStyle>
          <a:p>
            <a:pPr>
              <a:defRPr/>
            </a:pPr>
            <a:r>
              <a:rPr lang="fr-FR">
                <a:solidFill>
                  <a:srgbClr val="231F20">
                    <a:lumMod val="75000"/>
                    <a:lumOff val="25000"/>
                  </a:srgbClr>
                </a:solidFill>
              </a:rPr>
              <a:t>08/10/2026</a:t>
            </a:r>
          </a:p>
        </p:txBody>
      </p:sp>
      <p:sp>
        <p:nvSpPr>
          <p:cNvPr id="5" name="Espace réservé du pied de page 4"/>
          <p:cNvSpPr>
            <a:spLocks noGrp="1"/>
          </p:cNvSpPr>
          <p:nvPr>
            <p:ph type="ftr" sz="quarter" idx="12"/>
          </p:nvPr>
        </p:nvSpPr>
        <p:spPr/>
        <p:txBody>
          <a:bodyPr/>
          <a:lstStyle>
            <a:lvl1pPr>
              <a:defRPr/>
            </a:lvl1pPr>
          </a:lstStyle>
          <a:p>
            <a:pPr>
              <a:defRPr/>
            </a:pPr>
            <a:endParaRPr lang="fr-FR">
              <a:solidFill>
                <a:srgbClr val="231F20">
                  <a:lumMod val="75000"/>
                  <a:lumOff val="25000"/>
                </a:srgbClr>
              </a:solidFill>
            </a:endParaRPr>
          </a:p>
        </p:txBody>
      </p:sp>
    </p:spTree>
    <p:extLst>
      <p:ext uri="{BB962C8B-B14F-4D97-AF65-F5344CB8AC3E}">
        <p14:creationId xmlns:p14="http://schemas.microsoft.com/office/powerpoint/2010/main" val="162703264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image" Target="../media/image3.png"/><Relationship Id="rId5" Type="http://schemas.openxmlformats.org/officeDocument/2006/relationships/slideLayout" Target="../slideLayouts/slideLayout7.xml"/><Relationship Id="rId10" Type="http://schemas.openxmlformats.org/officeDocument/2006/relationships/image" Target="../media/image2.png"/><Relationship Id="rId4" Type="http://schemas.openxmlformats.org/officeDocument/2006/relationships/slideLayout" Target="../slideLayouts/slideLayout6.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Image 1"/>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 y="10"/>
            <a:ext cx="12191092" cy="2610519"/>
          </a:xfrm>
          <a:prstGeom prst="rect">
            <a:avLst/>
          </a:prstGeom>
        </p:spPr>
      </p:pic>
      <p:sp>
        <p:nvSpPr>
          <p:cNvPr id="8" name="Espace réservé du numéro de diapositive 5"/>
          <p:cNvSpPr>
            <a:spLocks noGrp="1"/>
          </p:cNvSpPr>
          <p:nvPr>
            <p:ph type="sldNum" sz="quarter" idx="4"/>
          </p:nvPr>
        </p:nvSpPr>
        <p:spPr>
          <a:xfrm>
            <a:off x="11037765" y="6480000"/>
            <a:ext cx="993371" cy="288000"/>
          </a:xfrm>
          <a:prstGeom prst="rect">
            <a:avLst/>
          </a:prstGeom>
        </p:spPr>
        <p:txBody>
          <a:bodyPr anchor="b"/>
          <a:lstStyle>
            <a:lvl1pPr algn="r">
              <a:defRPr sz="1100">
                <a:solidFill>
                  <a:srgbClr val="7D7D68"/>
                </a:solidFill>
                <a:latin typeface="Arial" panose="020B0604020202020204" pitchFamily="34" charset="0"/>
                <a:cs typeface="Arial" panose="020B0604020202020204" pitchFamily="34" charset="0"/>
              </a:defRPr>
            </a:lvl1pPr>
          </a:lstStyle>
          <a:p>
            <a:fld id="{5588F01B-8BA8-4E52-9ECA-78FE89B5F248}" type="slidenum">
              <a:rPr lang="fr-FR" smtClean="0"/>
              <a:pPr/>
              <a:t>‹N°›</a:t>
            </a:fld>
            <a:endParaRPr lang="fr-FR"/>
          </a:p>
        </p:txBody>
      </p:sp>
      <p:sp>
        <p:nvSpPr>
          <p:cNvPr id="9" name="Espace réservé du pied de page 5"/>
          <p:cNvSpPr>
            <a:spLocks noGrp="1"/>
          </p:cNvSpPr>
          <p:nvPr>
            <p:ph type="ftr" sz="quarter" idx="3"/>
          </p:nvPr>
        </p:nvSpPr>
        <p:spPr>
          <a:xfrm>
            <a:off x="359779" y="6552010"/>
            <a:ext cx="4114800" cy="238725"/>
          </a:xfrm>
          <a:prstGeom prst="rect">
            <a:avLst/>
          </a:prstGeom>
        </p:spPr>
        <p:txBody>
          <a:bodyPr anchor="b"/>
          <a:lstStyle>
            <a:lvl1pPr>
              <a:defRPr sz="1000">
                <a:solidFill>
                  <a:srgbClr val="987D68"/>
                </a:solidFill>
                <a:latin typeface="Arial" panose="020B0604020202020204" pitchFamily="34" charset="0"/>
                <a:cs typeface="Arial" panose="020B0604020202020204" pitchFamily="34" charset="0"/>
              </a:defRPr>
            </a:lvl1pPr>
          </a:lstStyle>
          <a:p>
            <a:endParaRPr lang="fr-FR"/>
          </a:p>
        </p:txBody>
      </p:sp>
    </p:spTree>
    <p:extLst>
      <p:ext uri="{BB962C8B-B14F-4D97-AF65-F5344CB8AC3E}">
        <p14:creationId xmlns:p14="http://schemas.microsoft.com/office/powerpoint/2010/main" val="3630132258"/>
      </p:ext>
    </p:extLst>
  </p:cSld>
  <p:clrMap bg1="lt1" tx1="dk1" bg2="lt2" tx2="dk2" accent1="accent1" accent2="accent2" accent3="accent3" accent4="accent4" accent5="accent5" accent6="accent6" hlink="hlink" folHlink="folHlink"/>
  <p:sldLayoutIdLst>
    <p:sldLayoutId id="2147483668" r:id="rId1"/>
    <p:sldLayoutId id="2147483670"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bwMode="gray">
          <a:xfrm>
            <a:off x="479999" y="1200000"/>
            <a:ext cx="11232000" cy="960000"/>
          </a:xfrm>
          <a:prstGeom prst="rect">
            <a:avLst/>
          </a:prstGeom>
        </p:spPr>
        <p:txBody>
          <a:bodyPr vert="horz" lIns="0" tIns="0" rIns="0" bIns="0" rtlCol="0" anchor="t" anchorCtr="0">
            <a:noAutofit/>
          </a:bodyPr>
          <a:lstStyle/>
          <a:p>
            <a:r>
              <a:rPr lang="fr-FR" noProof="0"/>
              <a:t>Titre</a:t>
            </a:r>
          </a:p>
        </p:txBody>
      </p:sp>
      <p:sp>
        <p:nvSpPr>
          <p:cNvPr id="3" name="Espace réservé du texte 2"/>
          <p:cNvSpPr>
            <a:spLocks noGrp="1"/>
          </p:cNvSpPr>
          <p:nvPr>
            <p:ph type="body" idx="1"/>
          </p:nvPr>
        </p:nvSpPr>
        <p:spPr bwMode="gray">
          <a:xfrm>
            <a:off x="479999" y="2448000"/>
            <a:ext cx="11232000" cy="3432000"/>
          </a:xfrm>
          <a:prstGeom prst="rect">
            <a:avLst/>
          </a:prstGeom>
        </p:spPr>
        <p:txBody>
          <a:bodyPr vert="horz" lIns="0" tIns="0" rIns="0" bIns="0" rtlCol="0" anchor="t" anchorCtr="0">
            <a:noAutofit/>
          </a:bodyPr>
          <a:lstStyle/>
          <a:p>
            <a:pPr lvl="0"/>
            <a:r>
              <a:rPr lang="fr-FR" noProof="0"/>
              <a:t>Texte de niveau 1</a:t>
            </a:r>
          </a:p>
          <a:p>
            <a:pPr lvl="1"/>
            <a:r>
              <a:rPr lang="fr-FR" noProof="0"/>
              <a:t>Texte de niveau 2</a:t>
            </a:r>
          </a:p>
          <a:p>
            <a:pPr lvl="2"/>
            <a:r>
              <a:rPr lang="fr-FR" noProof="0"/>
              <a:t>Texte de niveau 3</a:t>
            </a:r>
          </a:p>
          <a:p>
            <a:pPr lvl="3"/>
            <a:r>
              <a:rPr lang="fr-FR" noProof="0"/>
              <a:t>Texte de niveau 4</a:t>
            </a:r>
          </a:p>
          <a:p>
            <a:pPr lvl="4"/>
            <a:r>
              <a:rPr lang="fr-FR" noProof="0"/>
              <a:t>Texte de niveau 5</a:t>
            </a:r>
          </a:p>
        </p:txBody>
      </p:sp>
      <p:sp>
        <p:nvSpPr>
          <p:cNvPr id="4" name="Espace réservé de la date 3"/>
          <p:cNvSpPr>
            <a:spLocks noGrp="1"/>
          </p:cNvSpPr>
          <p:nvPr>
            <p:ph type="dt" sz="half" idx="2"/>
          </p:nvPr>
        </p:nvSpPr>
        <p:spPr bwMode="gray">
          <a:xfrm>
            <a:off x="10152000" y="6378000"/>
            <a:ext cx="1560000" cy="480000"/>
          </a:xfrm>
          <a:prstGeom prst="rect">
            <a:avLst/>
          </a:prstGeom>
        </p:spPr>
        <p:txBody>
          <a:bodyPr vert="horz" lIns="0" tIns="0" rIns="0" bIns="0" rtlCol="0" anchor="ctr" anchorCtr="0">
            <a:noAutofit/>
          </a:bodyPr>
          <a:lstStyle>
            <a:lvl1pPr algn="ctr">
              <a:defRPr sz="1000" b="1">
                <a:solidFill>
                  <a:schemeClr val="tx1"/>
                </a:solidFill>
              </a:defRPr>
            </a:lvl1pPr>
          </a:lstStyle>
          <a:p>
            <a:pPr algn="r"/>
            <a:r>
              <a:rPr lang="fr-FR" cap="all"/>
              <a:t>08/10/2026</a:t>
            </a:r>
          </a:p>
        </p:txBody>
      </p:sp>
      <p:sp>
        <p:nvSpPr>
          <p:cNvPr id="5" name="Espace réservé du pied de page 4"/>
          <p:cNvSpPr>
            <a:spLocks noGrp="1"/>
          </p:cNvSpPr>
          <p:nvPr>
            <p:ph type="ftr" sz="quarter" idx="3"/>
          </p:nvPr>
        </p:nvSpPr>
        <p:spPr bwMode="gray">
          <a:xfrm>
            <a:off x="480000" y="6378000"/>
            <a:ext cx="7872000" cy="480000"/>
          </a:xfrm>
          <a:prstGeom prst="rect">
            <a:avLst/>
          </a:prstGeom>
        </p:spPr>
        <p:txBody>
          <a:bodyPr vert="horz" lIns="0" tIns="0" rIns="0" bIns="0" rtlCol="0" anchor="ctr" anchorCtr="0">
            <a:noAutofit/>
          </a:bodyPr>
          <a:lstStyle>
            <a:lvl1pPr algn="l">
              <a:defRPr sz="1000" b="1">
                <a:solidFill>
                  <a:schemeClr val="tx1"/>
                </a:solidFill>
              </a:defRPr>
            </a:lvl1pPr>
          </a:lstStyle>
          <a:p>
            <a:endParaRPr lang="fr-FR"/>
          </a:p>
        </p:txBody>
      </p:sp>
      <p:sp>
        <p:nvSpPr>
          <p:cNvPr id="6" name="Espace réservé du numéro de diapositive 5"/>
          <p:cNvSpPr>
            <a:spLocks noGrp="1"/>
          </p:cNvSpPr>
          <p:nvPr>
            <p:ph type="sldNum" sz="quarter" idx="4"/>
          </p:nvPr>
        </p:nvSpPr>
        <p:spPr bwMode="gray">
          <a:xfrm>
            <a:off x="8352000" y="6378000"/>
            <a:ext cx="1800000" cy="480000"/>
          </a:xfrm>
          <a:prstGeom prst="rect">
            <a:avLst/>
          </a:prstGeom>
        </p:spPr>
        <p:txBody>
          <a:bodyPr vert="horz" lIns="0" tIns="0" rIns="0" bIns="0" rtlCol="0" anchor="ctr" anchorCtr="0">
            <a:noAutofit/>
          </a:bodyPr>
          <a:lstStyle>
            <a:lvl1pPr algn="r">
              <a:defRPr sz="1000" b="1">
                <a:solidFill>
                  <a:schemeClr val="tx1"/>
                </a:solidFill>
              </a:defRPr>
            </a:lvl1pPr>
          </a:lstStyle>
          <a:p>
            <a:fld id="{733122C9-A0B9-462F-8757-0847AD287B63}" type="slidenum">
              <a:rPr lang="fr-FR" smtClean="0"/>
              <a:pPr/>
              <a:t>‹N°›</a:t>
            </a:fld>
            <a:endParaRPr lang="fr-FR"/>
          </a:p>
        </p:txBody>
      </p:sp>
      <p:cxnSp>
        <p:nvCxnSpPr>
          <p:cNvPr id="10" name="Connecteur droit 9"/>
          <p:cNvCxnSpPr/>
          <p:nvPr/>
        </p:nvCxnSpPr>
        <p:spPr bwMode="gray">
          <a:xfrm>
            <a:off x="480000" y="6379200"/>
            <a:ext cx="11232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Image 6"/>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bwMode="gray">
          <a:xfrm>
            <a:off x="384000" y="144000"/>
            <a:ext cx="720000" cy="720000"/>
          </a:xfrm>
          <a:prstGeom prst="rect">
            <a:avLst/>
          </a:prstGeom>
        </p:spPr>
      </p:pic>
      <p:pic>
        <p:nvPicPr>
          <p:cNvPr id="13" name="Picture 2"/>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1481218" y="270853"/>
            <a:ext cx="1743308" cy="4030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8825995"/>
      </p:ext>
    </p:extLst>
  </p:cSld>
  <p:clrMap bg1="lt1" tx1="dk1" bg2="lt2" tx2="dk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9" r:id="rId6"/>
    <p:sldLayoutId id="2147483762" r:id="rId7"/>
    <p:sldLayoutId id="2147483763" r:id="rId8"/>
  </p:sldLayoutIdLst>
  <p:hf hdr="0"/>
  <p:txStyles>
    <p:titleStyle>
      <a:lvl1pPr algn="l" defTabSz="1219170" rtl="0" eaLnBrk="1" latinLnBrk="0" hangingPunct="1">
        <a:lnSpc>
          <a:spcPct val="90000"/>
        </a:lnSpc>
        <a:spcBef>
          <a:spcPct val="0"/>
        </a:spcBef>
        <a:buNone/>
        <a:defRPr sz="3400" b="1" kern="1200">
          <a:solidFill>
            <a:schemeClr val="tx1"/>
          </a:solidFill>
          <a:latin typeface="+mj-lt"/>
          <a:ea typeface="+mj-ea"/>
          <a:cs typeface="+mj-cs"/>
        </a:defRPr>
      </a:lvl1pPr>
    </p:titleStyle>
    <p:bodyStyle>
      <a:lvl1pPr marL="0" indent="0" algn="l" defTabSz="1219170" rtl="0" eaLnBrk="1" latinLnBrk="0" hangingPunct="1">
        <a:lnSpc>
          <a:spcPct val="100000"/>
        </a:lnSpc>
        <a:spcBef>
          <a:spcPts val="0"/>
        </a:spcBef>
        <a:spcAft>
          <a:spcPts val="667"/>
        </a:spcAft>
        <a:buFont typeface="Arial" pitchFamily="34" charset="0"/>
        <a:buNone/>
        <a:defRPr sz="1400" b="0" kern="1200">
          <a:solidFill>
            <a:schemeClr val="tx1"/>
          </a:solidFill>
          <a:latin typeface="+mn-lt"/>
          <a:ea typeface="+mn-ea"/>
          <a:cs typeface="+mn-cs"/>
        </a:defRPr>
      </a:lvl1pPr>
      <a:lvl2pPr marL="335992" indent="-95998" algn="l" defTabSz="1219170" rtl="0" eaLnBrk="1" latinLnBrk="0" hangingPunct="1">
        <a:lnSpc>
          <a:spcPct val="100000"/>
        </a:lnSpc>
        <a:spcBef>
          <a:spcPts val="800"/>
        </a:spcBef>
        <a:spcAft>
          <a:spcPts val="800"/>
        </a:spcAft>
        <a:buFont typeface="Arial" pitchFamily="34" charset="0"/>
        <a:buChar char="•"/>
        <a:defRPr sz="1267" kern="1200">
          <a:solidFill>
            <a:schemeClr val="tx1"/>
          </a:solidFill>
          <a:latin typeface="+mn-lt"/>
          <a:ea typeface="+mn-ea"/>
          <a:cs typeface="+mn-cs"/>
        </a:defRPr>
      </a:lvl2pPr>
      <a:lvl3pPr marL="575986" indent="-95998" algn="l" defTabSz="1219170" rtl="0" eaLnBrk="1" latinLnBrk="0" hangingPunct="1">
        <a:lnSpc>
          <a:spcPct val="100000"/>
        </a:lnSpc>
        <a:spcBef>
          <a:spcPts val="133"/>
        </a:spcBef>
        <a:spcAft>
          <a:spcPts val="133"/>
        </a:spcAft>
        <a:buSzPct val="100000"/>
        <a:buFont typeface="Arial" pitchFamily="34" charset="0"/>
        <a:buChar char="•"/>
        <a:defRPr sz="1133" kern="1200">
          <a:solidFill>
            <a:schemeClr val="tx1"/>
          </a:solidFill>
          <a:latin typeface="+mn-lt"/>
          <a:ea typeface="+mn-ea"/>
          <a:cs typeface="+mn-cs"/>
        </a:defRPr>
      </a:lvl3pPr>
      <a:lvl4pPr marL="815980" indent="-95998" algn="l" defTabSz="1219170" rtl="0" eaLnBrk="1" latinLnBrk="0" hangingPunct="1">
        <a:lnSpc>
          <a:spcPct val="100000"/>
        </a:lnSpc>
        <a:spcBef>
          <a:spcPts val="133"/>
        </a:spcBef>
        <a:spcAft>
          <a:spcPts val="133"/>
        </a:spcAft>
        <a:buSzPct val="100000"/>
        <a:buFont typeface="Arial" pitchFamily="34" charset="0"/>
        <a:buChar char="•"/>
        <a:defRPr sz="1000" kern="1200">
          <a:solidFill>
            <a:schemeClr val="tx1"/>
          </a:solidFill>
          <a:latin typeface="+mn-lt"/>
          <a:ea typeface="+mn-ea"/>
          <a:cs typeface="+mn-cs"/>
        </a:defRPr>
      </a:lvl4pPr>
      <a:lvl5pPr marL="1103972" indent="-95998" algn="l" defTabSz="1219170" rtl="0" eaLnBrk="1" latinLnBrk="0" hangingPunct="1">
        <a:lnSpc>
          <a:spcPct val="100000"/>
        </a:lnSpc>
        <a:spcBef>
          <a:spcPts val="133"/>
        </a:spcBef>
        <a:spcAft>
          <a:spcPts val="133"/>
        </a:spcAft>
        <a:buSzPct val="100000"/>
        <a:buFont typeface="Arial" pitchFamily="34" charset="0"/>
        <a:buChar char="•"/>
        <a:defRPr sz="933"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fr-FR"/>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customXml" Target="../ink/ink1.xml"/><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29.png"/><Relationship Id="rId9" Type="http://schemas.openxmlformats.org/officeDocument/2006/relationships/image" Target="../media/image17.png"/></Relationships>
</file>

<file path=ppt/slides/_rels/slide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3.pn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16.png"/><Relationship Id="rId11" Type="http://schemas.openxmlformats.org/officeDocument/2006/relationships/image" Target="../media/image26.png"/><Relationship Id="rId5" Type="http://schemas.openxmlformats.org/officeDocument/2006/relationships/image" Target="../media/image13.png"/><Relationship Id="rId10" Type="http://schemas.openxmlformats.org/officeDocument/2006/relationships/image" Target="../media/image20.png"/><Relationship Id="rId4" Type="http://schemas.openxmlformats.org/officeDocument/2006/relationships/image" Target="../media/image24.png"/><Relationship Id="rId9"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9.png"/></Relationships>
</file>

<file path=ppt/slides/_rels/slide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hyperlink" Target="https://cnig.gouv.fr/gt-dessertes-pour-les-transports-de-bois-a18535.html#H_Reunions" TargetMode="External"/><Relationship Id="rId3" Type="http://schemas.openxmlformats.org/officeDocument/2006/relationships/customXml" Target="../ink/ink3.xml"/><Relationship Id="rId7" Type="http://schemas.openxmlformats.org/officeDocument/2006/relationships/hyperlink" Target="https://fichiers.numerique.gouv.fr/explorer/items/6b422a10-0fbb-4915-9451-e4dbd1828b04" TargetMode="External"/><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hyperlink" Target="https://github.com/cnigfr/schema-dessertes-transport-de-bois" TargetMode="External"/><Relationship Id="rId5" Type="http://schemas.openxmlformats.org/officeDocument/2006/relationships/hyperlink" Target="mailto:marion.lacroix@ign.fr?subject=Inscription%20liste%20de%20diffusion%20GT%20Dessertes" TargetMode="External"/><Relationship Id="rId10" Type="http://schemas.openxmlformats.org/officeDocument/2006/relationships/image" Target="../media/image32.png"/><Relationship Id="rId4" Type="http://schemas.openxmlformats.org/officeDocument/2006/relationships/image" Target="../media/image38.png"/><Relationship Id="rId9" Type="http://schemas.openxmlformats.org/officeDocument/2006/relationships/image" Target="../media/image31.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slideLayout" Target="../slideLayouts/slideLayout9.xml"/><Relationship Id="rId5" Type="http://schemas.openxmlformats.org/officeDocument/2006/relationships/image" Target="../media/image10.png"/><Relationship Id="rId4" Type="http://schemas.openxmlformats.org/officeDocument/2006/relationships/image" Target="../media/image33.png"/></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9.xml"/><Relationship Id="rId5" Type="http://schemas.openxmlformats.org/officeDocument/2006/relationships/image" Target="../media/image37.png"/><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8" Type="http://schemas.openxmlformats.org/officeDocument/2006/relationships/hyperlink" Target="https://www.afigeo.asso.fr/wp-content/uploads/2020/12/10/modele-minimal-donnees-pei.pdf" TargetMode="External"/><Relationship Id="rId13" Type="http://schemas.openxmlformats.org/officeDocument/2006/relationships/image" Target="../media/image43.png"/><Relationship Id="rId3" Type="http://schemas.openxmlformats.org/officeDocument/2006/relationships/customXml" Target="../ink/ink4.xml"/><Relationship Id="rId7" Type="http://schemas.openxmlformats.org/officeDocument/2006/relationships/hyperlink" Target="https://geoservices.ign.fr/bd-topor-explorer-descriptif-de-contenu" TargetMode="External"/><Relationship Id="rId12" Type="http://schemas.openxmlformats.org/officeDocument/2006/relationships/image" Target="../media/image42.png"/><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hyperlink" Target="https://cnig.gouv.fr/gt-dessertes-pour-les-transports-de-bois-a18535.html#H_Mandat-du-GT" TargetMode="External"/><Relationship Id="rId11" Type="http://schemas.openxmlformats.org/officeDocument/2006/relationships/image" Target="../media/image41.png"/><Relationship Id="rId5" Type="http://schemas.openxmlformats.org/officeDocument/2006/relationships/hyperlink" Target="https://naviforest.ign.fr/" TargetMode="External"/><Relationship Id="rId15" Type="http://schemas.openxmlformats.org/officeDocument/2006/relationships/image" Target="../media/image45.png"/><Relationship Id="rId10" Type="http://schemas.openxmlformats.org/officeDocument/2006/relationships/image" Target="../media/image40.png"/><Relationship Id="rId4" Type="http://schemas.openxmlformats.org/officeDocument/2006/relationships/image" Target="../media/image38.png"/><Relationship Id="rId9" Type="http://schemas.openxmlformats.org/officeDocument/2006/relationships/image" Target="../media/image39.png"/><Relationship Id="rId14" Type="http://schemas.openxmlformats.org/officeDocument/2006/relationships/image" Target="../media/image44.png"/></Relationships>
</file>

<file path=ppt/slides/_rels/slide1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hyperlink" Target="https://github.com/cnigfr/schema-dessertes-transport-de-bois/tree/master/ressources/tableaux-de-travail" TargetMode="External"/><Relationship Id="rId1" Type="http://schemas.openxmlformats.org/officeDocument/2006/relationships/slideLayout" Target="../slideLayouts/slideLayout9.xml"/><Relationship Id="rId4" Type="http://schemas.openxmlformats.org/officeDocument/2006/relationships/image" Target="../media/image47.png"/></Relationships>
</file>

<file path=ppt/slides/_rels/slide13.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7.xml"/><Relationship Id="rId1" Type="http://schemas.openxmlformats.org/officeDocument/2006/relationships/slideLayout" Target="../slideLayouts/slideLayout9.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8" Type="http://schemas.openxmlformats.org/officeDocument/2006/relationships/hyperlink" Target="https://www.legifrance.gouv.fr/codes/article_lc/LEGIARTI000047808176" TargetMode="External"/><Relationship Id="rId13" Type="http://schemas.openxmlformats.org/officeDocument/2006/relationships/hyperlink" Target="https://guides.data.gouv.fr/fabrique-des-standards" TargetMode="External"/><Relationship Id="rId3" Type="http://schemas.openxmlformats.org/officeDocument/2006/relationships/customXml" Target="../ink/ink7.xml"/><Relationship Id="rId7" Type="http://schemas.openxmlformats.org/officeDocument/2006/relationships/hyperlink" Target="https://www.legifrance.gouv.fr/eli/loi/2023/7/10/TREX2309187L/jo/texte" TargetMode="External"/><Relationship Id="rId12" Type="http://schemas.openxmlformats.org/officeDocument/2006/relationships/hyperlink" Target="https://cnig.gouv.fr/geostandard-transports-exceptionnels-v1-0-a29842.html" TargetMode="External"/><Relationship Id="rId2" Type="http://schemas.openxmlformats.org/officeDocument/2006/relationships/notesSlide" Target="../notesSlides/notesSlide9.xml"/><Relationship Id="rId16" Type="http://schemas.openxmlformats.org/officeDocument/2006/relationships/image" Target="../media/image53.png"/><Relationship Id="rId1" Type="http://schemas.openxmlformats.org/officeDocument/2006/relationships/slideLayout" Target="../slideLayouts/slideLayout9.xml"/><Relationship Id="rId6" Type="http://schemas.openxmlformats.org/officeDocument/2006/relationships/hyperlink" Target="https://www.legifrance.gouv.fr/codes/article_lc/LEGIARTI000047809273/2026-06-07" TargetMode="External"/><Relationship Id="rId11" Type="http://schemas.openxmlformats.org/officeDocument/2006/relationships/hyperlink" Target="https://cnig.gouv.fr/gt-routes-voies-a26007.html" TargetMode="External"/><Relationship Id="rId5" Type="http://schemas.openxmlformats.org/officeDocument/2006/relationships/hyperlink" Target="https://www.legifrance.gouv.fr/codes/section_lc/LEGITEXT000006074228/LEGISCTA000020789001/" TargetMode="External"/><Relationship Id="rId15" Type="http://schemas.openxmlformats.org/officeDocument/2006/relationships/hyperlink" Target="https://cnig.gouv.fr/gt-metadonnees-a958.html" TargetMode="External"/><Relationship Id="rId10" Type="http://schemas.openxmlformats.org/officeDocument/2006/relationships/hyperlink" Target="https://www.legifrance.gouv.fr/codes/article_lc/LEGIARTI000047810860/2026-07-27" TargetMode="External"/><Relationship Id="rId4" Type="http://schemas.openxmlformats.org/officeDocument/2006/relationships/image" Target="../media/image29.png"/><Relationship Id="rId9" Type="http://schemas.openxmlformats.org/officeDocument/2006/relationships/hyperlink" Target="https://www.legifrance.gouv.fr/codes/article_lc/LEGIARTI000047811011" TargetMode="External"/><Relationship Id="rId14" Type="http://schemas.openxmlformats.org/officeDocument/2006/relationships/hyperlink" Target="https://cnig.gouv.fr/gt-quadogeo-a18183.html" TargetMode="External"/></Relationships>
</file>

<file path=ppt/slides/_rels/slide17.xml.rels><?xml version="1.0" encoding="UTF-8" standalone="yes"?>
<Relationships xmlns="http://schemas.openxmlformats.org/package/2006/relationships"><Relationship Id="rId8" Type="http://schemas.openxmlformats.org/officeDocument/2006/relationships/hyperlink" Target="https://www.valabre.com/wp-content/uploads/20180424_Guide_Equipements_DFCI_2014_vf2018.pdf" TargetMode="External"/><Relationship Id="rId3" Type="http://schemas.openxmlformats.org/officeDocument/2006/relationships/customXml" Target="../ink/ink8.xml"/><Relationship Id="rId7" Type="http://schemas.openxmlformats.org/officeDocument/2006/relationships/hyperlink" Target="https://cnig.gouv.fr/ressources-dematerialisation-documents-d-urbanisme-a2732.html" TargetMode="External"/><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hyperlink" Target="https://www.interieur.gouv.fr/Le-ministere/Securite-civile/Documentation-technique/La-defense-exterieure-contre-l-incendie" TargetMode="External"/><Relationship Id="rId5" Type="http://schemas.openxmlformats.org/officeDocument/2006/relationships/hyperlink" Target="https://www.afigeo.asso.fr/wp-content/uploads/2020/12/10/modele-minimal-donnees-pei.pdf" TargetMode="External"/><Relationship Id="rId10" Type="http://schemas.openxmlformats.org/officeDocument/2006/relationships/image" Target="../media/image53.png"/><Relationship Id="rId4" Type="http://schemas.openxmlformats.org/officeDocument/2006/relationships/image" Target="../media/image29.png"/><Relationship Id="rId9" Type="http://schemas.openxmlformats.org/officeDocument/2006/relationships/hyperlink" Target="https://bdtopoexplorer.ign.fr/" TargetMode="External"/></Relationships>
</file>

<file path=ppt/slides/_rels/slide18.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11.xml"/><Relationship Id="rId1" Type="http://schemas.openxmlformats.org/officeDocument/2006/relationships/slideLayout" Target="../slideLayouts/slideLayout9.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12.xml"/><Relationship Id="rId1" Type="http://schemas.openxmlformats.org/officeDocument/2006/relationships/slideLayout" Target="../slideLayouts/slideLayout9.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notesSlide" Target="../notesSlides/notesSlide13.xml"/><Relationship Id="rId1" Type="http://schemas.openxmlformats.org/officeDocument/2006/relationships/slideLayout" Target="../slideLayouts/slideLayout9.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hyperlink" Target="https://fichiers.numerique.gouv.fr/explorer/items/45165cb8-73e4-483b-8254-3a43eaf1456d" TargetMode="Externa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9.xml"/><Relationship Id="rId4" Type="http://schemas.openxmlformats.org/officeDocument/2006/relationships/image" Target="../media/image60.png"/></Relationships>
</file>

<file path=ppt/slides/_rels/slide24.xml.rels><?xml version="1.0" encoding="UTF-8" standalone="yes"?>
<Relationships xmlns="http://schemas.openxmlformats.org/package/2006/relationships"><Relationship Id="rId3" Type="http://schemas.openxmlformats.org/officeDocument/2006/relationships/customXml" Target="../ink/ink12.xml"/><Relationship Id="rId7" Type="http://schemas.openxmlformats.org/officeDocument/2006/relationships/hyperlink" Target="https://cnig.gouv.fr/gt-dessertes-pour-les-transports-de-bois-a18535.html" TargetMode="External"/><Relationship Id="rId2" Type="http://schemas.openxmlformats.org/officeDocument/2006/relationships/notesSlide" Target="../notesSlides/notesSlide14.xml"/><Relationship Id="rId1" Type="http://schemas.openxmlformats.org/officeDocument/2006/relationships/slideLayout" Target="../slideLayouts/slideLayout9.xml"/><Relationship Id="rId6" Type="http://schemas.openxmlformats.org/officeDocument/2006/relationships/hyperlink" Target="https://github.com/cnigfr/DessertesEnForet-schema/wiki" TargetMode="External"/><Relationship Id="rId5" Type="http://schemas.openxmlformats.org/officeDocument/2006/relationships/image" Target="../media/image61.pn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customXml" Target="../ink/ink13.xml"/><Relationship Id="rId7" Type="http://schemas.openxmlformats.org/officeDocument/2006/relationships/image" Target="../media/image64.png"/><Relationship Id="rId2" Type="http://schemas.openxmlformats.org/officeDocument/2006/relationships/notesSlide" Target="../notesSlides/notesSlide15.xml"/><Relationship Id="rId1" Type="http://schemas.openxmlformats.org/officeDocument/2006/relationships/slideLayout" Target="../slideLayouts/slideLayout9.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customXml" Target="../ink/ink14.xml"/><Relationship Id="rId7" Type="http://schemas.openxmlformats.org/officeDocument/2006/relationships/image" Target="../media/image66.png"/><Relationship Id="rId2" Type="http://schemas.openxmlformats.org/officeDocument/2006/relationships/notesSlide" Target="../notesSlides/notesSlide16.xml"/><Relationship Id="rId1" Type="http://schemas.openxmlformats.org/officeDocument/2006/relationships/slideLayout" Target="../slideLayouts/slideLayout9.xml"/><Relationship Id="rId6" Type="http://schemas.openxmlformats.org/officeDocument/2006/relationships/image" Target="../media/image65.png"/><Relationship Id="rId5" Type="http://schemas.openxmlformats.org/officeDocument/2006/relationships/hyperlink" Target="https://github.com/cnigfr/DessertesEnForet-schema/tree/master/schema" TargetMode="External"/><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notesSlide" Target="../notesSlides/notesSlide17.xml"/><Relationship Id="rId1" Type="http://schemas.openxmlformats.org/officeDocument/2006/relationships/slideLayout" Target="../slideLayouts/slideLayout9.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notesSlide" Target="../notesSlides/notesSlide18.xml"/><Relationship Id="rId1" Type="http://schemas.openxmlformats.org/officeDocument/2006/relationships/slideLayout" Target="../slideLayouts/slideLayout9.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2.png"/><Relationship Id="rId1" Type="http://schemas.openxmlformats.org/officeDocument/2006/relationships/slideLayout" Target="../slideLayouts/slideLayout9.xml"/><Relationship Id="rId6" Type="http://schemas.openxmlformats.org/officeDocument/2006/relationships/image" Target="../media/image8.svg"/><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81D4F6B9-F858-4519-8D4C-063D756504E4}"/>
              </a:ext>
            </a:extLst>
          </p:cNvPr>
          <p:cNvSpPr/>
          <p:nvPr/>
        </p:nvSpPr>
        <p:spPr>
          <a:xfrm>
            <a:off x="301047" y="294639"/>
            <a:ext cx="2081900" cy="20478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1292F264-9D89-442C-A33D-26D9F2FEFE94}"/>
              </a:ext>
            </a:extLst>
          </p:cNvPr>
          <p:cNvSpPr/>
          <p:nvPr/>
        </p:nvSpPr>
        <p:spPr>
          <a:xfrm>
            <a:off x="9731163" y="322055"/>
            <a:ext cx="2175029" cy="16698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fr-FR" sz="1351"/>
          </a:p>
        </p:txBody>
      </p:sp>
      <p:sp>
        <p:nvSpPr>
          <p:cNvPr id="6" name="Espace réservé du texte 5"/>
          <p:cNvSpPr>
            <a:spLocks noGrp="1"/>
          </p:cNvSpPr>
          <p:nvPr>
            <p:ph type="body" sz="quarter" idx="13"/>
          </p:nvPr>
        </p:nvSpPr>
        <p:spPr>
          <a:xfrm>
            <a:off x="1341997" y="2592511"/>
            <a:ext cx="9945952" cy="3025112"/>
          </a:xfrm>
        </p:spPr>
        <p:txBody>
          <a:bodyPr/>
          <a:ls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sz="3200" dirty="0">
                <a:latin typeface="+mj-lt"/>
                <a:ea typeface="Calibri"/>
                <a:cs typeface="Calibri"/>
              </a:rPr>
              <a:t>Présentation </a:t>
            </a:r>
            <a:r>
              <a:rPr kumimoji="0" lang="fr-FR" sz="3200" b="1" i="0" u="none" strike="noStrike" kern="1200" cap="all" spc="0" normalizeH="0" baseline="0" noProof="0" dirty="0">
                <a:ln>
                  <a:noFill/>
                </a:ln>
                <a:effectLst/>
                <a:uLnTx/>
                <a:uFillTx/>
                <a:latin typeface="+mj-lt"/>
                <a:ea typeface="Calibri"/>
                <a:cs typeface="Calibri"/>
              </a:rPr>
              <a:t>du standard</a:t>
            </a:r>
            <a:endParaRPr lang="fr-FR" sz="3200" b="1" i="0" u="none" strike="noStrike" kern="1200" cap="all" spc="0" normalizeH="0" baseline="0" noProof="0" dirty="0">
              <a:ln>
                <a:noFill/>
              </a:ln>
              <a:effectLst/>
              <a:uLnTx/>
              <a:uFillTx/>
              <a:latin typeface="+mj-lt"/>
              <a:ea typeface="Calibri"/>
              <a:cs typeface="Calibri"/>
            </a:endParaRPr>
          </a:p>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all" spc="0" normalizeH="0" baseline="0" noProof="0" dirty="0">
                <a:ln>
                  <a:noFill/>
                </a:ln>
                <a:effectLst/>
                <a:uLnTx/>
                <a:uFillTx/>
                <a:latin typeface="+mj-lt"/>
                <a:ea typeface="Calibri"/>
                <a:cs typeface="Calibri"/>
              </a:rPr>
              <a:t>« Dessertes en forêt : </a:t>
            </a:r>
          </a:p>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all" spc="0" normalizeH="0" baseline="0" noProof="0" dirty="0">
                <a:ln>
                  <a:noFill/>
                </a:ln>
                <a:effectLst/>
                <a:uLnTx/>
                <a:uFillTx/>
                <a:latin typeface="+mj-lt"/>
                <a:ea typeface="Calibri"/>
                <a:cs typeface="Calibri"/>
              </a:rPr>
              <a:t>transport de bois et DFCI"</a:t>
            </a:r>
            <a:endParaRPr kumimoji="0" lang="fr-FR" sz="5400" b="1" i="0" u="none" strike="noStrike" kern="1200" cap="all" spc="0" normalizeH="0" baseline="0" noProof="0" dirty="0">
              <a:ln>
                <a:noFill/>
              </a:ln>
              <a:effectLst/>
              <a:uLnTx/>
              <a:uFillTx/>
              <a:latin typeface="+mj-lt"/>
              <a:ea typeface="+mn-ea"/>
              <a:cs typeface="+mn-cs"/>
            </a:endParaRPr>
          </a:p>
          <a:p>
            <a:pPr marL="228600" marR="0" lvl="0" indent="-228600" algn="r"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fr-FR" sz="1500" b="1" i="0" u="none" strike="noStrike" kern="1200" cap="all" spc="0" normalizeH="0" baseline="0" noProof="0" dirty="0">
              <a:ln>
                <a:noFill/>
              </a:ln>
              <a:solidFill>
                <a:srgbClr val="554538"/>
              </a:solidFill>
              <a:effectLst/>
              <a:uLnTx/>
              <a:uFillTx/>
              <a:latin typeface="+mj-lt"/>
              <a:ea typeface="+mn-ea"/>
              <a:cs typeface="Calibri" panose="020F0502020204030204" pitchFamily="34" charset="0"/>
            </a:endParaRPr>
          </a:p>
          <a:p>
            <a:pPr marL="228600" marR="0" lvl="0" indent="-228600" algn="r"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fr-FR" sz="1500" b="1" i="0" u="none" strike="noStrike" kern="1200" cap="all" spc="0" normalizeH="0" baseline="0" noProof="0" dirty="0">
              <a:ln>
                <a:noFill/>
              </a:ln>
              <a:solidFill>
                <a:srgbClr val="554538"/>
              </a:solidFill>
              <a:effectLst/>
              <a:uLnTx/>
              <a:uFillTx/>
              <a:latin typeface="+mj-lt"/>
              <a:ea typeface="+mn-ea"/>
              <a:cs typeface="Calibri" panose="020F0502020204030204" pitchFamily="34" charset="0"/>
            </a:endParaRPr>
          </a:p>
          <a:p>
            <a:pPr algn="r" defTabSz="914377">
              <a:spcBef>
                <a:spcPts val="1000"/>
              </a:spcBef>
              <a:defRPr/>
            </a:pPr>
            <a:endParaRPr lang="fr-FR" sz="2000" dirty="0">
              <a:solidFill>
                <a:srgbClr val="554538"/>
              </a:solidFill>
              <a:latin typeface="+mj-lt"/>
              <a:ea typeface="Calibri" panose="020F0502020204030204" pitchFamily="34" charset="0"/>
              <a:cs typeface="Calibri" panose="020F0502020204030204" pitchFamily="34" charset="0"/>
            </a:endParaRPr>
          </a:p>
          <a:p>
            <a:pPr algn="r" defTabSz="914377">
              <a:spcBef>
                <a:spcPts val="1000"/>
              </a:spcBef>
              <a:defRPr/>
            </a:pPr>
            <a:endParaRPr lang="fr-FR" sz="1467" dirty="0">
              <a:solidFill>
                <a:srgbClr val="554538"/>
              </a:solidFill>
              <a:latin typeface="+mj-lt"/>
              <a:ea typeface="Calibri"/>
              <a:cs typeface="Calibri" panose="020F0502020204030204" pitchFamily="34" charset="0"/>
            </a:endParaRPr>
          </a:p>
          <a:p>
            <a:pPr marL="228594" indent="-228594" algn="r">
              <a:spcBef>
                <a:spcPts val="1000"/>
              </a:spcBef>
              <a:buChar char="•"/>
              <a:defRPr/>
            </a:pPr>
            <a:endParaRPr lang="fr-FR" sz="1300" b="0" dirty="0">
              <a:solidFill>
                <a:srgbClr val="4EA72E">
                  <a:lumMod val="60000"/>
                  <a:lumOff val="40000"/>
                </a:srgbClr>
              </a:solidFill>
              <a:latin typeface="+mj-lt"/>
              <a:ea typeface="Calibri" panose="020F0502020204030204" pitchFamily="34" charset="0"/>
              <a:cs typeface="Calibri" panose="020F0502020204030204" pitchFamily="34" charset="0"/>
            </a:endParaRPr>
          </a:p>
        </p:txBody>
      </p:sp>
      <p:pic>
        <p:nvPicPr>
          <p:cNvPr id="7" name="Image 6">
            <a:extLst>
              <a:ext uri="{FF2B5EF4-FFF2-40B4-BE49-F238E27FC236}">
                <a16:creationId xmlns:a16="http://schemas.microsoft.com/office/drawing/2014/main" id="{AF4B4D34-3332-4206-9757-BB8A2646C209}"/>
              </a:ext>
            </a:extLst>
          </p:cNvPr>
          <p:cNvPicPr>
            <a:picLocks noChangeAspect="1"/>
          </p:cNvPicPr>
          <p:nvPr/>
        </p:nvPicPr>
        <p:blipFill>
          <a:blip r:embed="rId3"/>
          <a:stretch>
            <a:fillRect/>
          </a:stretch>
        </p:blipFill>
        <p:spPr>
          <a:xfrm>
            <a:off x="10152000" y="306481"/>
            <a:ext cx="1333355" cy="1451161"/>
          </a:xfrm>
          <a:prstGeom prst="rect">
            <a:avLst/>
          </a:prstGeom>
          <a:ln>
            <a:noFill/>
          </a:ln>
        </p:spPr>
      </p:pic>
      <p:sp>
        <p:nvSpPr>
          <p:cNvPr id="3" name="Rectangle 2">
            <a:extLst>
              <a:ext uri="{FF2B5EF4-FFF2-40B4-BE49-F238E27FC236}">
                <a16:creationId xmlns:a16="http://schemas.microsoft.com/office/drawing/2014/main" id="{2A1BE3EA-BC1C-4F4B-BEBE-F790BF497879}"/>
              </a:ext>
            </a:extLst>
          </p:cNvPr>
          <p:cNvSpPr/>
          <p:nvPr/>
        </p:nvSpPr>
        <p:spPr>
          <a:xfrm>
            <a:off x="11670207" y="2971041"/>
            <a:ext cx="83585" cy="2092973"/>
          </a:xfrm>
          <a:prstGeom prst="rect">
            <a:avLst/>
          </a:prstGeom>
          <a:solidFill>
            <a:srgbClr val="8A9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fr-FR" sz="1351"/>
          </a:p>
        </p:txBody>
      </p:sp>
      <p:pic>
        <p:nvPicPr>
          <p:cNvPr id="5" name="Image 4" descr="Une image contenant texte, Police, logo, Graphique&#10;&#10;Le contenu généré par l’IA peut être incorrect.">
            <a:extLst>
              <a:ext uri="{FF2B5EF4-FFF2-40B4-BE49-F238E27FC236}">
                <a16:creationId xmlns:a16="http://schemas.microsoft.com/office/drawing/2014/main" id="{55898B98-6CBE-40D9-CC2E-BFB3DD313E13}"/>
              </a:ext>
            </a:extLst>
          </p:cNvPr>
          <p:cNvPicPr>
            <a:picLocks noChangeAspect="1"/>
          </p:cNvPicPr>
          <p:nvPr/>
        </p:nvPicPr>
        <p:blipFill>
          <a:blip r:embed="rId4"/>
          <a:stretch>
            <a:fillRect/>
          </a:stretch>
        </p:blipFill>
        <p:spPr>
          <a:xfrm>
            <a:off x="8153855" y="244021"/>
            <a:ext cx="1575376" cy="1687288"/>
          </a:xfrm>
          <a:prstGeom prst="rect">
            <a:avLst/>
          </a:prstGeom>
          <a:ln>
            <a:noFill/>
          </a:ln>
        </p:spPr>
      </p:pic>
      <p:sp>
        <p:nvSpPr>
          <p:cNvPr id="11" name="Espace réservé du pied de page 10">
            <a:extLst>
              <a:ext uri="{FF2B5EF4-FFF2-40B4-BE49-F238E27FC236}">
                <a16:creationId xmlns:a16="http://schemas.microsoft.com/office/drawing/2014/main" id="{B82313C9-D5BF-4E03-9936-9A509F430E5A}"/>
              </a:ext>
            </a:extLst>
          </p:cNvPr>
          <p:cNvSpPr>
            <a:spLocks noGrp="1"/>
          </p:cNvSpPr>
          <p:nvPr>
            <p:ph type="ftr" sz="quarter" idx="11"/>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dirty="0"/>
          </a:p>
        </p:txBody>
      </p:sp>
      <p:sp>
        <p:nvSpPr>
          <p:cNvPr id="17" name="Espace réservé du numéro de diapositive 16">
            <a:extLst>
              <a:ext uri="{FF2B5EF4-FFF2-40B4-BE49-F238E27FC236}">
                <a16:creationId xmlns:a16="http://schemas.microsoft.com/office/drawing/2014/main" id="{7FA9FD43-0EA4-4063-8C97-F0E6FE8C5FA3}"/>
              </a:ext>
            </a:extLst>
          </p:cNvPr>
          <p:cNvSpPr>
            <a:spLocks noGrp="1"/>
          </p:cNvSpPr>
          <p:nvPr>
            <p:ph type="sldNum" sz="quarter" idx="12"/>
          </p:nvPr>
        </p:nvSpPr>
        <p:spPr>
          <a:xfrm>
            <a:off x="8352000" y="6378000"/>
            <a:ext cx="1800000" cy="480000"/>
          </a:xfrm>
        </p:spPr>
        <p:txBody>
          <a:bodyPr/>
          <a:lstStyle/>
          <a:p>
            <a:fld id="{733122C9-A0B9-462F-8757-0847AD287B63}" type="slidenum">
              <a:rPr lang="fr-FR" smtClean="0"/>
              <a:pPr/>
              <a:t>1</a:t>
            </a:fld>
            <a:endParaRPr lang="fr-FR" dirty="0"/>
          </a:p>
        </p:txBody>
      </p:sp>
      <p:pic>
        <p:nvPicPr>
          <p:cNvPr id="19" name="Graphique 18">
            <a:extLst>
              <a:ext uri="{FF2B5EF4-FFF2-40B4-BE49-F238E27FC236}">
                <a16:creationId xmlns:a16="http://schemas.microsoft.com/office/drawing/2014/main" id="{15A9D933-5A52-49DE-9C4A-9BF3DAB50D5B}"/>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29358" y="339904"/>
            <a:ext cx="2472215" cy="1772838"/>
          </a:xfrm>
          <a:prstGeom prst="rect">
            <a:avLst/>
          </a:prstGeom>
        </p:spPr>
      </p:pic>
      <p:pic>
        <p:nvPicPr>
          <p:cNvPr id="21" name="Image 20">
            <a:extLst>
              <a:ext uri="{FF2B5EF4-FFF2-40B4-BE49-F238E27FC236}">
                <a16:creationId xmlns:a16="http://schemas.microsoft.com/office/drawing/2014/main" id="{D2E6BBF7-2454-DD56-BF24-5A99E37C660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23157" y="475707"/>
            <a:ext cx="1249170" cy="874419"/>
          </a:xfrm>
          <a:prstGeom prst="rect">
            <a:avLst/>
          </a:prstGeom>
        </p:spPr>
      </p:pic>
      <p:pic>
        <p:nvPicPr>
          <p:cNvPr id="22" name="Image 21">
            <a:extLst>
              <a:ext uri="{FF2B5EF4-FFF2-40B4-BE49-F238E27FC236}">
                <a16:creationId xmlns:a16="http://schemas.microsoft.com/office/drawing/2014/main" id="{6FB02973-52D6-29C1-8BD8-D8FF5FB9FF4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802539" y="412331"/>
            <a:ext cx="1732285" cy="1053229"/>
          </a:xfrm>
          <a:prstGeom prst="rect">
            <a:avLst/>
          </a:prstGeom>
        </p:spPr>
      </p:pic>
      <p:pic>
        <p:nvPicPr>
          <p:cNvPr id="16" name="Image 15">
            <a:extLst>
              <a:ext uri="{FF2B5EF4-FFF2-40B4-BE49-F238E27FC236}">
                <a16:creationId xmlns:a16="http://schemas.microsoft.com/office/drawing/2014/main" id="{AB095C9E-886C-750B-4506-E24CBBCE4CCB}"/>
              </a:ext>
              <a:ext uri="{C183D7F6-B498-43B3-948B-1728B52AA6E4}">
                <adec:decorative xmlns:adec="http://schemas.microsoft.com/office/drawing/2017/decorative" val="1"/>
              </a:ext>
            </a:extLst>
          </p:cNvPr>
          <p:cNvPicPr>
            <a:picLocks noChangeAspect="1"/>
          </p:cNvPicPr>
          <p:nvPr/>
        </p:nvPicPr>
        <p:blipFill>
          <a:blip r:embed="rId8"/>
          <a:srcRect t="4090"/>
          <a:stretch>
            <a:fillRect/>
          </a:stretch>
        </p:blipFill>
        <p:spPr>
          <a:xfrm>
            <a:off x="504335" y="3811509"/>
            <a:ext cx="3407551" cy="2450281"/>
          </a:xfrm>
          <a:prstGeom prst="rect">
            <a:avLst/>
          </a:prstGeom>
        </p:spPr>
      </p:pic>
    </p:spTree>
    <p:extLst>
      <p:ext uri="{BB962C8B-B14F-4D97-AF65-F5344CB8AC3E}">
        <p14:creationId xmlns:p14="http://schemas.microsoft.com/office/powerpoint/2010/main" val="3601713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92356-B42D-759B-8E93-6204496B1ED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47FAA2FA-3C09-F8CB-57AD-301AC4D1192F}"/>
              </a:ext>
            </a:extLst>
          </p:cNvPr>
          <p:cNvSpPr/>
          <p:nvPr/>
        </p:nvSpPr>
        <p:spPr>
          <a:xfrm>
            <a:off x="2268415" y="764931"/>
            <a:ext cx="9231923" cy="63568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Titre 5">
            <a:extLst>
              <a:ext uri="{FF2B5EF4-FFF2-40B4-BE49-F238E27FC236}">
                <a16:creationId xmlns:a16="http://schemas.microsoft.com/office/drawing/2014/main" id="{5CBA4779-180D-8348-40E9-82B7A5C2A30A}"/>
              </a:ext>
            </a:extLst>
          </p:cNvPr>
          <p:cNvSpPr>
            <a:spLocks noGrp="1"/>
          </p:cNvSpPr>
          <p:nvPr>
            <p:ph type="title"/>
          </p:nvPr>
        </p:nvSpPr>
        <p:spPr>
          <a:xfrm>
            <a:off x="792335" y="2769990"/>
            <a:ext cx="11232000" cy="1318019"/>
          </a:xfrm>
        </p:spPr>
        <p:txBody>
          <a:bodyPr/>
          <a:lstStyle/>
          <a:p>
            <a:pPr marL="0" indent="0">
              <a:buNone/>
            </a:pPr>
            <a:r>
              <a:rPr lang="fr-FR" sz="4400" dirty="0">
                <a:solidFill>
                  <a:srgbClr val="000000"/>
                </a:solidFill>
              </a:rPr>
              <a:t>Contexte</a:t>
            </a:r>
            <a:endParaRPr lang="fr-FR" dirty="0"/>
          </a:p>
        </p:txBody>
      </p:sp>
      <p:sp>
        <p:nvSpPr>
          <p:cNvPr id="4" name="Espace réservé du numéro de diapositive 3">
            <a:extLst>
              <a:ext uri="{FF2B5EF4-FFF2-40B4-BE49-F238E27FC236}">
                <a16:creationId xmlns:a16="http://schemas.microsoft.com/office/drawing/2014/main" id="{A4F07804-9BBE-684D-CA95-D46FA44B3404}"/>
              </a:ext>
            </a:extLst>
          </p:cNvPr>
          <p:cNvSpPr>
            <a:spLocks noGrp="1"/>
          </p:cNvSpPr>
          <p:nvPr>
            <p:ph type="sldNum" sz="quarter" idx="12"/>
          </p:nvPr>
        </p:nvSpPr>
        <p:spPr/>
        <p:txBody>
          <a:bodyPr/>
          <a:lstStyle/>
          <a:p>
            <a:fld id="{733122C9-A0B9-462F-8757-0847AD287B63}" type="slidenum">
              <a:rPr lang="fr-FR" smtClean="0"/>
              <a:pPr/>
              <a:t>2</a:t>
            </a:fld>
            <a:endParaRPr lang="fr-FR" dirty="0"/>
          </a:p>
        </p:txBody>
      </p:sp>
      <p:pic>
        <p:nvPicPr>
          <p:cNvPr id="5" name="Image 4">
            <a:extLst>
              <a:ext uri="{FF2B5EF4-FFF2-40B4-BE49-F238E27FC236}">
                <a16:creationId xmlns:a16="http://schemas.microsoft.com/office/drawing/2014/main" id="{B18DC686-C374-127F-EABF-03011DC1B1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233191" y="2287770"/>
            <a:ext cx="1551842" cy="1551842"/>
          </a:xfrm>
          <a:prstGeom prst="rect">
            <a:avLst/>
          </a:prstGeom>
        </p:spPr>
      </p:pic>
      <p:sp>
        <p:nvSpPr>
          <p:cNvPr id="11" name="Espace réservé du pied de page 10">
            <a:extLst>
              <a:ext uri="{FF2B5EF4-FFF2-40B4-BE49-F238E27FC236}">
                <a16:creationId xmlns:a16="http://schemas.microsoft.com/office/drawing/2014/main" id="{22E3D09D-C828-0043-0E1B-7DA3C77102DD}"/>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Tree>
    <p:extLst>
      <p:ext uri="{BB962C8B-B14F-4D97-AF65-F5344CB8AC3E}">
        <p14:creationId xmlns:p14="http://schemas.microsoft.com/office/powerpoint/2010/main" val="3772503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t>A l’origine : NaviForest</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3F273C30-FC1D-0545-2F1A-57468750148E}"/>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B0798B54-E5C6-4B77-A65C-B80D7302A6CA}"/>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6" name="Espace réservé du numéro de diapositive 16">
            <a:extLst>
              <a:ext uri="{FF2B5EF4-FFF2-40B4-BE49-F238E27FC236}">
                <a16:creationId xmlns:a16="http://schemas.microsoft.com/office/drawing/2014/main" id="{016E7A1E-8857-90C9-5ECF-C46BC58ECC5A}"/>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3</a:t>
            </a:fld>
            <a:endParaRPr lang="fr-FR" sz="1000" b="1" dirty="0"/>
          </a:p>
        </p:txBody>
      </p:sp>
      <p:pic>
        <p:nvPicPr>
          <p:cNvPr id="4" name="Picture 13">
            <a:extLst>
              <a:ext uri="{FF2B5EF4-FFF2-40B4-BE49-F238E27FC236}">
                <a16:creationId xmlns:a16="http://schemas.microsoft.com/office/drawing/2014/main" id="{2037252A-C345-282B-E730-26FF3AB395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55559" y="3481233"/>
            <a:ext cx="667379" cy="6509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Forme libre 39">
            <a:extLst>
              <a:ext uri="{FF2B5EF4-FFF2-40B4-BE49-F238E27FC236}">
                <a16:creationId xmlns:a16="http://schemas.microsoft.com/office/drawing/2014/main" id="{50DBCADC-5052-28E5-5889-D4AD487D6A24}"/>
              </a:ext>
            </a:extLst>
          </p:cNvPr>
          <p:cNvSpPr/>
          <p:nvPr/>
        </p:nvSpPr>
        <p:spPr>
          <a:xfrm>
            <a:off x="6028267" y="1219200"/>
            <a:ext cx="2311400" cy="4956795"/>
          </a:xfrm>
          <a:custGeom>
            <a:avLst/>
            <a:gdLst>
              <a:gd name="connsiteX0" fmla="*/ 0 w 1733550"/>
              <a:gd name="connsiteY0" fmla="*/ 0 h 3717596"/>
              <a:gd name="connsiteX1" fmla="*/ 1238250 w 1733550"/>
              <a:gd name="connsiteY1" fmla="*/ 768350 h 3717596"/>
              <a:gd name="connsiteX2" fmla="*/ 1657350 w 1733550"/>
              <a:gd name="connsiteY2" fmla="*/ 2209800 h 3717596"/>
              <a:gd name="connsiteX3" fmla="*/ 1720850 w 1733550"/>
              <a:gd name="connsiteY3" fmla="*/ 3581400 h 3717596"/>
              <a:gd name="connsiteX4" fmla="*/ 1733550 w 1733550"/>
              <a:gd name="connsiteY4" fmla="*/ 3594100 h 37175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3550" h="3717596">
                <a:moveTo>
                  <a:pt x="0" y="0"/>
                </a:moveTo>
                <a:cubicBezTo>
                  <a:pt x="481012" y="200025"/>
                  <a:pt x="962025" y="400050"/>
                  <a:pt x="1238250" y="768350"/>
                </a:cubicBezTo>
                <a:cubicBezTo>
                  <a:pt x="1514475" y="1136650"/>
                  <a:pt x="1576917" y="1740959"/>
                  <a:pt x="1657350" y="2209800"/>
                </a:cubicBezTo>
                <a:cubicBezTo>
                  <a:pt x="1737783" y="2678641"/>
                  <a:pt x="1708150" y="3350683"/>
                  <a:pt x="1720850" y="3581400"/>
                </a:cubicBezTo>
                <a:cubicBezTo>
                  <a:pt x="1733550" y="3812117"/>
                  <a:pt x="1733550" y="3703108"/>
                  <a:pt x="1733550" y="3594100"/>
                </a:cubicBezTo>
              </a:path>
            </a:pathLst>
          </a:cu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9" name="Forme libre 27">
            <a:extLst>
              <a:ext uri="{FF2B5EF4-FFF2-40B4-BE49-F238E27FC236}">
                <a16:creationId xmlns:a16="http://schemas.microsoft.com/office/drawing/2014/main" id="{21485C79-201C-4BC7-B350-F1DDB7D57834}"/>
              </a:ext>
            </a:extLst>
          </p:cNvPr>
          <p:cNvSpPr/>
          <p:nvPr/>
        </p:nvSpPr>
        <p:spPr>
          <a:xfrm rot="4910162">
            <a:off x="9466783" y="958677"/>
            <a:ext cx="2496277" cy="2881875"/>
          </a:xfrm>
          <a:custGeom>
            <a:avLst/>
            <a:gdLst>
              <a:gd name="connsiteX0" fmla="*/ 5750 w 780450"/>
              <a:gd name="connsiteY0" fmla="*/ 82550 h 683589"/>
              <a:gd name="connsiteX1" fmla="*/ 5750 w 780450"/>
              <a:gd name="connsiteY1" fmla="*/ 82550 h 683589"/>
              <a:gd name="connsiteX2" fmla="*/ 31150 w 780450"/>
              <a:gd name="connsiteY2" fmla="*/ 254000 h 683589"/>
              <a:gd name="connsiteX3" fmla="*/ 43850 w 780450"/>
              <a:gd name="connsiteY3" fmla="*/ 292100 h 683589"/>
              <a:gd name="connsiteX4" fmla="*/ 50200 w 780450"/>
              <a:gd name="connsiteY4" fmla="*/ 381000 h 683589"/>
              <a:gd name="connsiteX5" fmla="*/ 62900 w 780450"/>
              <a:gd name="connsiteY5" fmla="*/ 406400 h 683589"/>
              <a:gd name="connsiteX6" fmla="*/ 75600 w 780450"/>
              <a:gd name="connsiteY6" fmla="*/ 425450 h 683589"/>
              <a:gd name="connsiteX7" fmla="*/ 75600 w 780450"/>
              <a:gd name="connsiteY7" fmla="*/ 520700 h 683589"/>
              <a:gd name="connsiteX8" fmla="*/ 183550 w 780450"/>
              <a:gd name="connsiteY8" fmla="*/ 552450 h 683589"/>
              <a:gd name="connsiteX9" fmla="*/ 234350 w 780450"/>
              <a:gd name="connsiteY9" fmla="*/ 584200 h 683589"/>
              <a:gd name="connsiteX10" fmla="*/ 285150 w 780450"/>
              <a:gd name="connsiteY10" fmla="*/ 628650 h 683589"/>
              <a:gd name="connsiteX11" fmla="*/ 329600 w 780450"/>
              <a:gd name="connsiteY11" fmla="*/ 635000 h 683589"/>
              <a:gd name="connsiteX12" fmla="*/ 386750 w 780450"/>
              <a:gd name="connsiteY12" fmla="*/ 654050 h 683589"/>
              <a:gd name="connsiteX13" fmla="*/ 456600 w 780450"/>
              <a:gd name="connsiteY13" fmla="*/ 673100 h 683589"/>
              <a:gd name="connsiteX14" fmla="*/ 577250 w 780450"/>
              <a:gd name="connsiteY14" fmla="*/ 673100 h 683589"/>
              <a:gd name="connsiteX15" fmla="*/ 628050 w 780450"/>
              <a:gd name="connsiteY15" fmla="*/ 660400 h 683589"/>
              <a:gd name="connsiteX16" fmla="*/ 666150 w 780450"/>
              <a:gd name="connsiteY16" fmla="*/ 628650 h 683589"/>
              <a:gd name="connsiteX17" fmla="*/ 678850 w 780450"/>
              <a:gd name="connsiteY17" fmla="*/ 603250 h 683589"/>
              <a:gd name="connsiteX18" fmla="*/ 685200 w 780450"/>
              <a:gd name="connsiteY18" fmla="*/ 584200 h 683589"/>
              <a:gd name="connsiteX19" fmla="*/ 723300 w 780450"/>
              <a:gd name="connsiteY19" fmla="*/ 546100 h 683589"/>
              <a:gd name="connsiteX20" fmla="*/ 736000 w 780450"/>
              <a:gd name="connsiteY20" fmla="*/ 514350 h 683589"/>
              <a:gd name="connsiteX21" fmla="*/ 761400 w 780450"/>
              <a:gd name="connsiteY21" fmla="*/ 463550 h 683589"/>
              <a:gd name="connsiteX22" fmla="*/ 780450 w 780450"/>
              <a:gd name="connsiteY22" fmla="*/ 406400 h 683589"/>
              <a:gd name="connsiteX23" fmla="*/ 761400 w 780450"/>
              <a:gd name="connsiteY23" fmla="*/ 311150 h 683589"/>
              <a:gd name="connsiteX24" fmla="*/ 742350 w 780450"/>
              <a:gd name="connsiteY24" fmla="*/ 292100 h 683589"/>
              <a:gd name="connsiteX25" fmla="*/ 716950 w 780450"/>
              <a:gd name="connsiteY25" fmla="*/ 247650 h 683589"/>
              <a:gd name="connsiteX26" fmla="*/ 672500 w 780450"/>
              <a:gd name="connsiteY26" fmla="*/ 196850 h 683589"/>
              <a:gd name="connsiteX27" fmla="*/ 647100 w 780450"/>
              <a:gd name="connsiteY27" fmla="*/ 171450 h 683589"/>
              <a:gd name="connsiteX28" fmla="*/ 634400 w 780450"/>
              <a:gd name="connsiteY28" fmla="*/ 152400 h 683589"/>
              <a:gd name="connsiteX29" fmla="*/ 602650 w 780450"/>
              <a:gd name="connsiteY29" fmla="*/ 139700 h 683589"/>
              <a:gd name="connsiteX30" fmla="*/ 589950 w 780450"/>
              <a:gd name="connsiteY30" fmla="*/ 120650 h 683589"/>
              <a:gd name="connsiteX31" fmla="*/ 570900 w 780450"/>
              <a:gd name="connsiteY31" fmla="*/ 114300 h 683589"/>
              <a:gd name="connsiteX32" fmla="*/ 551850 w 780450"/>
              <a:gd name="connsiteY32" fmla="*/ 101600 h 683589"/>
              <a:gd name="connsiteX33" fmla="*/ 532800 w 780450"/>
              <a:gd name="connsiteY33" fmla="*/ 95250 h 683589"/>
              <a:gd name="connsiteX34" fmla="*/ 443900 w 780450"/>
              <a:gd name="connsiteY34" fmla="*/ 50800 h 683589"/>
              <a:gd name="connsiteX35" fmla="*/ 418500 w 780450"/>
              <a:gd name="connsiteY35" fmla="*/ 38100 h 683589"/>
              <a:gd name="connsiteX36" fmla="*/ 361350 w 780450"/>
              <a:gd name="connsiteY36" fmla="*/ 31750 h 683589"/>
              <a:gd name="connsiteX37" fmla="*/ 221650 w 780450"/>
              <a:gd name="connsiteY37" fmla="*/ 19050 h 683589"/>
              <a:gd name="connsiteX38" fmla="*/ 189900 w 780450"/>
              <a:gd name="connsiteY38" fmla="*/ 6350 h 683589"/>
              <a:gd name="connsiteX39" fmla="*/ 151800 w 780450"/>
              <a:gd name="connsiteY39" fmla="*/ 0 h 683589"/>
              <a:gd name="connsiteX40" fmla="*/ 88300 w 780450"/>
              <a:gd name="connsiteY40" fmla="*/ 6350 h 683589"/>
              <a:gd name="connsiteX41" fmla="*/ 50200 w 780450"/>
              <a:gd name="connsiteY41" fmla="*/ 19050 h 683589"/>
              <a:gd name="connsiteX42" fmla="*/ 31150 w 780450"/>
              <a:gd name="connsiteY42" fmla="*/ 38100 h 683589"/>
              <a:gd name="connsiteX43" fmla="*/ 24800 w 780450"/>
              <a:gd name="connsiteY43" fmla="*/ 57150 h 683589"/>
              <a:gd name="connsiteX44" fmla="*/ 12100 w 780450"/>
              <a:gd name="connsiteY44" fmla="*/ 82550 h 683589"/>
              <a:gd name="connsiteX45" fmla="*/ 5750 w 780450"/>
              <a:gd name="connsiteY45" fmla="*/ 82550 h 683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80450" h="683589">
                <a:moveTo>
                  <a:pt x="5750" y="82550"/>
                </a:moveTo>
                <a:lnTo>
                  <a:pt x="5750" y="82550"/>
                </a:lnTo>
                <a:cubicBezTo>
                  <a:pt x="46934" y="233557"/>
                  <a:pt x="4727" y="60233"/>
                  <a:pt x="31150" y="254000"/>
                </a:cubicBezTo>
                <a:cubicBezTo>
                  <a:pt x="32959" y="267264"/>
                  <a:pt x="43850" y="292100"/>
                  <a:pt x="43850" y="292100"/>
                </a:cubicBezTo>
                <a:cubicBezTo>
                  <a:pt x="45967" y="321733"/>
                  <a:pt x="45316" y="351695"/>
                  <a:pt x="50200" y="381000"/>
                </a:cubicBezTo>
                <a:cubicBezTo>
                  <a:pt x="51756" y="390337"/>
                  <a:pt x="58204" y="398181"/>
                  <a:pt x="62900" y="406400"/>
                </a:cubicBezTo>
                <a:cubicBezTo>
                  <a:pt x="66686" y="413026"/>
                  <a:pt x="74757" y="417865"/>
                  <a:pt x="75600" y="425450"/>
                </a:cubicBezTo>
                <a:cubicBezTo>
                  <a:pt x="79106" y="457006"/>
                  <a:pt x="75600" y="488950"/>
                  <a:pt x="75600" y="520700"/>
                </a:cubicBezTo>
                <a:lnTo>
                  <a:pt x="183550" y="552450"/>
                </a:lnTo>
                <a:cubicBezTo>
                  <a:pt x="200483" y="563033"/>
                  <a:pt x="218757" y="571726"/>
                  <a:pt x="234350" y="584200"/>
                </a:cubicBezTo>
                <a:cubicBezTo>
                  <a:pt x="260348" y="604999"/>
                  <a:pt x="231037" y="620920"/>
                  <a:pt x="285150" y="628650"/>
                </a:cubicBezTo>
                <a:lnTo>
                  <a:pt x="329600" y="635000"/>
                </a:lnTo>
                <a:cubicBezTo>
                  <a:pt x="393444" y="666922"/>
                  <a:pt x="312892" y="629431"/>
                  <a:pt x="386750" y="654050"/>
                </a:cubicBezTo>
                <a:cubicBezTo>
                  <a:pt x="459476" y="678292"/>
                  <a:pt x="349117" y="657745"/>
                  <a:pt x="456600" y="673100"/>
                </a:cubicBezTo>
                <a:cubicBezTo>
                  <a:pt x="504929" y="689210"/>
                  <a:pt x="483735" y="684789"/>
                  <a:pt x="577250" y="673100"/>
                </a:cubicBezTo>
                <a:cubicBezTo>
                  <a:pt x="594570" y="670935"/>
                  <a:pt x="628050" y="660400"/>
                  <a:pt x="628050" y="660400"/>
                </a:cubicBezTo>
                <a:cubicBezTo>
                  <a:pt x="643240" y="650273"/>
                  <a:pt x="655038" y="644207"/>
                  <a:pt x="666150" y="628650"/>
                </a:cubicBezTo>
                <a:cubicBezTo>
                  <a:pt x="671652" y="620947"/>
                  <a:pt x="675121" y="611951"/>
                  <a:pt x="678850" y="603250"/>
                </a:cubicBezTo>
                <a:cubicBezTo>
                  <a:pt x="681487" y="597098"/>
                  <a:pt x="681091" y="589484"/>
                  <a:pt x="685200" y="584200"/>
                </a:cubicBezTo>
                <a:cubicBezTo>
                  <a:pt x="696227" y="570023"/>
                  <a:pt x="723300" y="546100"/>
                  <a:pt x="723300" y="546100"/>
                </a:cubicBezTo>
                <a:cubicBezTo>
                  <a:pt x="727533" y="535517"/>
                  <a:pt x="730902" y="524545"/>
                  <a:pt x="736000" y="514350"/>
                </a:cubicBezTo>
                <a:cubicBezTo>
                  <a:pt x="755656" y="475038"/>
                  <a:pt x="744920" y="518483"/>
                  <a:pt x="761400" y="463550"/>
                </a:cubicBezTo>
                <a:cubicBezTo>
                  <a:pt x="779864" y="402002"/>
                  <a:pt x="753926" y="459447"/>
                  <a:pt x="780450" y="406400"/>
                </a:cubicBezTo>
                <a:cubicBezTo>
                  <a:pt x="775956" y="352472"/>
                  <a:pt x="787493" y="342461"/>
                  <a:pt x="761400" y="311150"/>
                </a:cubicBezTo>
                <a:cubicBezTo>
                  <a:pt x="755651" y="304251"/>
                  <a:pt x="748700" y="298450"/>
                  <a:pt x="742350" y="292100"/>
                </a:cubicBezTo>
                <a:cubicBezTo>
                  <a:pt x="731242" y="247668"/>
                  <a:pt x="744826" y="283490"/>
                  <a:pt x="716950" y="247650"/>
                </a:cubicBezTo>
                <a:cubicBezTo>
                  <a:pt x="644278" y="154214"/>
                  <a:pt x="725769" y="242510"/>
                  <a:pt x="672500" y="196850"/>
                </a:cubicBezTo>
                <a:cubicBezTo>
                  <a:pt x="663409" y="189058"/>
                  <a:pt x="654892" y="180541"/>
                  <a:pt x="647100" y="171450"/>
                </a:cubicBezTo>
                <a:cubicBezTo>
                  <a:pt x="642133" y="165656"/>
                  <a:pt x="640610" y="156836"/>
                  <a:pt x="634400" y="152400"/>
                </a:cubicBezTo>
                <a:cubicBezTo>
                  <a:pt x="625125" y="145775"/>
                  <a:pt x="613233" y="143933"/>
                  <a:pt x="602650" y="139700"/>
                </a:cubicBezTo>
                <a:cubicBezTo>
                  <a:pt x="598417" y="133350"/>
                  <a:pt x="595909" y="125418"/>
                  <a:pt x="589950" y="120650"/>
                </a:cubicBezTo>
                <a:cubicBezTo>
                  <a:pt x="584723" y="116469"/>
                  <a:pt x="576887" y="117293"/>
                  <a:pt x="570900" y="114300"/>
                </a:cubicBezTo>
                <a:cubicBezTo>
                  <a:pt x="564074" y="110887"/>
                  <a:pt x="558676" y="105013"/>
                  <a:pt x="551850" y="101600"/>
                </a:cubicBezTo>
                <a:cubicBezTo>
                  <a:pt x="545863" y="98607"/>
                  <a:pt x="538856" y="98100"/>
                  <a:pt x="532800" y="95250"/>
                </a:cubicBezTo>
                <a:cubicBezTo>
                  <a:pt x="502822" y="81143"/>
                  <a:pt x="473533" y="65617"/>
                  <a:pt x="443900" y="50800"/>
                </a:cubicBezTo>
                <a:cubicBezTo>
                  <a:pt x="435433" y="46567"/>
                  <a:pt x="427908" y="39145"/>
                  <a:pt x="418500" y="38100"/>
                </a:cubicBezTo>
                <a:lnTo>
                  <a:pt x="361350" y="31750"/>
                </a:lnTo>
                <a:cubicBezTo>
                  <a:pt x="296743" y="10214"/>
                  <a:pt x="393216" y="40496"/>
                  <a:pt x="221650" y="19050"/>
                </a:cubicBezTo>
                <a:cubicBezTo>
                  <a:pt x="210339" y="17636"/>
                  <a:pt x="200897" y="9349"/>
                  <a:pt x="189900" y="6350"/>
                </a:cubicBezTo>
                <a:cubicBezTo>
                  <a:pt x="177478" y="2962"/>
                  <a:pt x="164500" y="2117"/>
                  <a:pt x="151800" y="0"/>
                </a:cubicBezTo>
                <a:cubicBezTo>
                  <a:pt x="130633" y="2117"/>
                  <a:pt x="109208" y="2430"/>
                  <a:pt x="88300" y="6350"/>
                </a:cubicBezTo>
                <a:cubicBezTo>
                  <a:pt x="75142" y="8817"/>
                  <a:pt x="50200" y="19050"/>
                  <a:pt x="50200" y="19050"/>
                </a:cubicBezTo>
                <a:cubicBezTo>
                  <a:pt x="43850" y="25400"/>
                  <a:pt x="36131" y="30628"/>
                  <a:pt x="31150" y="38100"/>
                </a:cubicBezTo>
                <a:cubicBezTo>
                  <a:pt x="27437" y="43669"/>
                  <a:pt x="27437" y="50998"/>
                  <a:pt x="24800" y="57150"/>
                </a:cubicBezTo>
                <a:cubicBezTo>
                  <a:pt x="21071" y="65851"/>
                  <a:pt x="15829" y="73849"/>
                  <a:pt x="12100" y="82550"/>
                </a:cubicBezTo>
                <a:cubicBezTo>
                  <a:pt x="-11440" y="137477"/>
                  <a:pt x="6808" y="82550"/>
                  <a:pt x="5750" y="82550"/>
                </a:cubicBezTo>
                <a:close/>
              </a:path>
            </a:pathLst>
          </a:custGeom>
          <a:solidFill>
            <a:srgbClr val="92D050">
              <a:alpha val="96863"/>
            </a:srgb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pic>
        <p:nvPicPr>
          <p:cNvPr id="10" name="Picture 2">
            <a:extLst>
              <a:ext uri="{FF2B5EF4-FFF2-40B4-BE49-F238E27FC236}">
                <a16:creationId xmlns:a16="http://schemas.microsoft.com/office/drawing/2014/main" id="{45E903AA-4593-4ADC-E342-3FE3234E7E7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9285963">
            <a:off x="5422128" y="3007035"/>
            <a:ext cx="1929733" cy="6184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1" name="Connecteur droit 10">
            <a:extLst>
              <a:ext uri="{FF2B5EF4-FFF2-40B4-BE49-F238E27FC236}">
                <a16:creationId xmlns:a16="http://schemas.microsoft.com/office/drawing/2014/main" id="{BA1689C9-C813-0C0C-9428-63BE6CD18B18}"/>
              </a:ext>
            </a:extLst>
          </p:cNvPr>
          <p:cNvCxnSpPr/>
          <p:nvPr/>
        </p:nvCxnSpPr>
        <p:spPr>
          <a:xfrm flipV="1">
            <a:off x="5266207" y="740704"/>
            <a:ext cx="5088565" cy="3840425"/>
          </a:xfrm>
          <a:prstGeom prst="line">
            <a:avLst/>
          </a:prstGeom>
          <a:ln w="571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3" name="Picture 4">
            <a:extLst>
              <a:ext uri="{FF2B5EF4-FFF2-40B4-BE49-F238E27FC236}">
                <a16:creationId xmlns:a16="http://schemas.microsoft.com/office/drawing/2014/main" id="{CABE1F22-9075-F0D3-7BE3-9436F80809F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32823" y="4957550"/>
            <a:ext cx="972943" cy="12744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ZoneTexte 14">
            <a:extLst>
              <a:ext uri="{FF2B5EF4-FFF2-40B4-BE49-F238E27FC236}">
                <a16:creationId xmlns:a16="http://schemas.microsoft.com/office/drawing/2014/main" id="{FD6C0FE1-6AE9-45DF-22D9-CB9EF0B8CA8B}"/>
              </a:ext>
            </a:extLst>
          </p:cNvPr>
          <p:cNvSpPr txBox="1"/>
          <p:nvPr/>
        </p:nvSpPr>
        <p:spPr>
          <a:xfrm>
            <a:off x="10950506" y="4375943"/>
            <a:ext cx="1245529" cy="379656"/>
          </a:xfrm>
          <a:prstGeom prst="rect">
            <a:avLst/>
          </a:prstGeom>
          <a:noFill/>
        </p:spPr>
        <p:txBody>
          <a:bodyPr wrap="square" rtlCol="0">
            <a:spAutoFit/>
          </a:bodyPr>
          <a:lstStyle/>
          <a:p>
            <a:pPr algn="ctr"/>
            <a:r>
              <a:rPr lang="fr-FR" sz="1867" b="1">
                <a:solidFill>
                  <a:srgbClr val="FF0000"/>
                </a:solidFill>
              </a:rPr>
              <a:t>N 134</a:t>
            </a:r>
          </a:p>
        </p:txBody>
      </p:sp>
      <p:sp>
        <p:nvSpPr>
          <p:cNvPr id="16" name="ZoneTexte 15">
            <a:extLst>
              <a:ext uri="{FF2B5EF4-FFF2-40B4-BE49-F238E27FC236}">
                <a16:creationId xmlns:a16="http://schemas.microsoft.com/office/drawing/2014/main" id="{AD1EB076-778B-9558-F958-17686A48F5D1}"/>
              </a:ext>
            </a:extLst>
          </p:cNvPr>
          <p:cNvSpPr txBox="1"/>
          <p:nvPr/>
        </p:nvSpPr>
        <p:spPr>
          <a:xfrm>
            <a:off x="1" y="4375943"/>
            <a:ext cx="1245529" cy="379656"/>
          </a:xfrm>
          <a:prstGeom prst="rect">
            <a:avLst/>
          </a:prstGeom>
          <a:noFill/>
        </p:spPr>
        <p:txBody>
          <a:bodyPr wrap="square" rtlCol="0">
            <a:spAutoFit/>
          </a:bodyPr>
          <a:lstStyle/>
          <a:p>
            <a:pPr algn="ctr"/>
            <a:r>
              <a:rPr lang="fr-FR" sz="1867" b="1">
                <a:solidFill>
                  <a:srgbClr val="FF0000"/>
                </a:solidFill>
              </a:rPr>
              <a:t>N 134</a:t>
            </a:r>
          </a:p>
        </p:txBody>
      </p:sp>
      <p:sp>
        <p:nvSpPr>
          <p:cNvPr id="17" name="ZoneTexte 16">
            <a:extLst>
              <a:ext uri="{FF2B5EF4-FFF2-40B4-BE49-F238E27FC236}">
                <a16:creationId xmlns:a16="http://schemas.microsoft.com/office/drawing/2014/main" id="{4399023C-A063-08FF-B3DA-901D1B0D003F}"/>
              </a:ext>
            </a:extLst>
          </p:cNvPr>
          <p:cNvSpPr txBox="1"/>
          <p:nvPr/>
        </p:nvSpPr>
        <p:spPr>
          <a:xfrm>
            <a:off x="10018453" y="452668"/>
            <a:ext cx="1245529" cy="379656"/>
          </a:xfrm>
          <a:prstGeom prst="rect">
            <a:avLst/>
          </a:prstGeom>
          <a:noFill/>
        </p:spPr>
        <p:txBody>
          <a:bodyPr wrap="square" rtlCol="0">
            <a:spAutoFit/>
          </a:bodyPr>
          <a:lstStyle/>
          <a:p>
            <a:pPr algn="ctr"/>
            <a:r>
              <a:rPr lang="fr-FR" sz="1867" b="1">
                <a:solidFill>
                  <a:srgbClr val="FF0000"/>
                </a:solidFill>
              </a:rPr>
              <a:t>D</a:t>
            </a:r>
            <a:r>
              <a:rPr lang="fr-FR" sz="1867" b="1"/>
              <a:t> </a:t>
            </a:r>
            <a:r>
              <a:rPr lang="fr-FR" sz="1867" b="1">
                <a:solidFill>
                  <a:srgbClr val="FF0000"/>
                </a:solidFill>
              </a:rPr>
              <a:t>12</a:t>
            </a:r>
          </a:p>
        </p:txBody>
      </p:sp>
      <p:sp>
        <p:nvSpPr>
          <p:cNvPr id="18" name="Forme libre 26">
            <a:extLst>
              <a:ext uri="{FF2B5EF4-FFF2-40B4-BE49-F238E27FC236}">
                <a16:creationId xmlns:a16="http://schemas.microsoft.com/office/drawing/2014/main" id="{8F4FD8A7-5780-2D26-C2F6-E46508BD0B33}"/>
              </a:ext>
            </a:extLst>
          </p:cNvPr>
          <p:cNvSpPr/>
          <p:nvPr/>
        </p:nvSpPr>
        <p:spPr>
          <a:xfrm>
            <a:off x="6975079" y="3140968"/>
            <a:ext cx="3776133" cy="422885"/>
          </a:xfrm>
          <a:custGeom>
            <a:avLst/>
            <a:gdLst>
              <a:gd name="connsiteX0" fmla="*/ 0 w 2832100"/>
              <a:gd name="connsiteY0" fmla="*/ 121499 h 317164"/>
              <a:gd name="connsiteX1" fmla="*/ 419100 w 2832100"/>
              <a:gd name="connsiteY1" fmla="*/ 216749 h 317164"/>
              <a:gd name="connsiteX2" fmla="*/ 1174750 w 2832100"/>
              <a:gd name="connsiteY2" fmla="*/ 849 h 317164"/>
              <a:gd name="connsiteX3" fmla="*/ 1752600 w 2832100"/>
              <a:gd name="connsiteY3" fmla="*/ 311999 h 317164"/>
              <a:gd name="connsiteX4" fmla="*/ 2571750 w 2832100"/>
              <a:gd name="connsiteY4" fmla="*/ 191349 h 317164"/>
              <a:gd name="connsiteX5" fmla="*/ 2832100 w 2832100"/>
              <a:gd name="connsiteY5" fmla="*/ 140549 h 317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32100" h="317164">
                <a:moveTo>
                  <a:pt x="0" y="121499"/>
                </a:moveTo>
                <a:cubicBezTo>
                  <a:pt x="111654" y="179178"/>
                  <a:pt x="223308" y="236857"/>
                  <a:pt x="419100" y="216749"/>
                </a:cubicBezTo>
                <a:cubicBezTo>
                  <a:pt x="614892" y="196641"/>
                  <a:pt x="952500" y="-15026"/>
                  <a:pt x="1174750" y="849"/>
                </a:cubicBezTo>
                <a:cubicBezTo>
                  <a:pt x="1397000" y="16724"/>
                  <a:pt x="1519767" y="280249"/>
                  <a:pt x="1752600" y="311999"/>
                </a:cubicBezTo>
                <a:cubicBezTo>
                  <a:pt x="1985433" y="343749"/>
                  <a:pt x="2391833" y="219924"/>
                  <a:pt x="2571750" y="191349"/>
                </a:cubicBezTo>
                <a:cubicBezTo>
                  <a:pt x="2751667" y="162774"/>
                  <a:pt x="2791883" y="151661"/>
                  <a:pt x="2832100" y="140549"/>
                </a:cubicBezTo>
              </a:path>
            </a:pathLst>
          </a:cu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19" name="Connecteur droit 18">
            <a:extLst>
              <a:ext uri="{FF2B5EF4-FFF2-40B4-BE49-F238E27FC236}">
                <a16:creationId xmlns:a16="http://schemas.microsoft.com/office/drawing/2014/main" id="{E0187212-4205-5283-70C7-25B1EBD08ED2}"/>
              </a:ext>
            </a:extLst>
          </p:cNvPr>
          <p:cNvCxnSpPr>
            <a:cxnSpLocks/>
          </p:cNvCxnSpPr>
          <p:nvPr/>
        </p:nvCxnSpPr>
        <p:spPr>
          <a:xfrm flipV="1">
            <a:off x="1139139" y="4605229"/>
            <a:ext cx="2451045" cy="1597151"/>
          </a:xfrm>
          <a:prstGeom prst="lin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cxnSp>
      <p:pic>
        <p:nvPicPr>
          <p:cNvPr id="20" name="Picture 5">
            <a:extLst>
              <a:ext uri="{FF2B5EF4-FFF2-40B4-BE49-F238E27FC236}">
                <a16:creationId xmlns:a16="http://schemas.microsoft.com/office/drawing/2014/main" id="{0074A43D-9C33-24BA-94BF-18B932653C6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735" y="4930560"/>
            <a:ext cx="1139496" cy="10561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6">
            <a:extLst>
              <a:ext uri="{FF2B5EF4-FFF2-40B4-BE49-F238E27FC236}">
                <a16:creationId xmlns:a16="http://schemas.microsoft.com/office/drawing/2014/main" id="{528D0C89-B7C5-7E6D-A44B-6EA7D8C58F5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20374288">
            <a:off x="7892178" y="3257551"/>
            <a:ext cx="480053" cy="150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 name="Picture 6">
            <a:extLst>
              <a:ext uri="{FF2B5EF4-FFF2-40B4-BE49-F238E27FC236}">
                <a16:creationId xmlns:a16="http://schemas.microsoft.com/office/drawing/2014/main" id="{BAECF2B0-FE27-74E8-D3B0-3BDB3ECBA28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9479682">
            <a:off x="7779091" y="3097673"/>
            <a:ext cx="480053" cy="150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3" name="Arc 22">
            <a:extLst>
              <a:ext uri="{FF2B5EF4-FFF2-40B4-BE49-F238E27FC236}">
                <a16:creationId xmlns:a16="http://schemas.microsoft.com/office/drawing/2014/main" id="{2BF987E0-CCAD-2DF3-D974-1A4C563A4E92}"/>
              </a:ext>
            </a:extLst>
          </p:cNvPr>
          <p:cNvSpPr/>
          <p:nvPr/>
        </p:nvSpPr>
        <p:spPr>
          <a:xfrm>
            <a:off x="8112224" y="4581128"/>
            <a:ext cx="1488165" cy="1632181"/>
          </a:xfrm>
          <a:prstGeom prst="arc">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24" name="Forme libre 41">
            <a:extLst>
              <a:ext uri="{FF2B5EF4-FFF2-40B4-BE49-F238E27FC236}">
                <a16:creationId xmlns:a16="http://schemas.microsoft.com/office/drawing/2014/main" id="{6BD9C922-D795-F716-572E-2657DF5C7EFE}"/>
              </a:ext>
            </a:extLst>
          </p:cNvPr>
          <p:cNvSpPr/>
          <p:nvPr/>
        </p:nvSpPr>
        <p:spPr>
          <a:xfrm>
            <a:off x="9141243" y="1422509"/>
            <a:ext cx="2488444" cy="2100891"/>
          </a:xfrm>
          <a:custGeom>
            <a:avLst/>
            <a:gdLst>
              <a:gd name="connsiteX0" fmla="*/ 78883 w 1386983"/>
              <a:gd name="connsiteY0" fmla="*/ 1295400 h 1295400"/>
              <a:gd name="connsiteX1" fmla="*/ 15383 w 1386983"/>
              <a:gd name="connsiteY1" fmla="*/ 673100 h 1295400"/>
              <a:gd name="connsiteX2" fmla="*/ 332883 w 1386983"/>
              <a:gd name="connsiteY2" fmla="*/ 876300 h 1295400"/>
              <a:gd name="connsiteX3" fmla="*/ 218583 w 1386983"/>
              <a:gd name="connsiteY3" fmla="*/ 463550 h 1295400"/>
              <a:gd name="connsiteX4" fmla="*/ 663083 w 1386983"/>
              <a:gd name="connsiteY4" fmla="*/ 730250 h 1295400"/>
              <a:gd name="connsiteX5" fmla="*/ 574183 w 1386983"/>
              <a:gd name="connsiteY5" fmla="*/ 323850 h 1295400"/>
              <a:gd name="connsiteX6" fmla="*/ 1005983 w 1386983"/>
              <a:gd name="connsiteY6" fmla="*/ 387350 h 1295400"/>
              <a:gd name="connsiteX7" fmla="*/ 1221883 w 1386983"/>
              <a:gd name="connsiteY7" fmla="*/ 177800 h 1295400"/>
              <a:gd name="connsiteX8" fmla="*/ 1386983 w 1386983"/>
              <a:gd name="connsiteY8" fmla="*/ 0 h 1295400"/>
              <a:gd name="connsiteX9" fmla="*/ 1386983 w 1386983"/>
              <a:gd name="connsiteY9" fmla="*/ 0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86983" h="1295400">
                <a:moveTo>
                  <a:pt x="78883" y="1295400"/>
                </a:moveTo>
                <a:cubicBezTo>
                  <a:pt x="25966" y="1019175"/>
                  <a:pt x="-26950" y="742950"/>
                  <a:pt x="15383" y="673100"/>
                </a:cubicBezTo>
                <a:cubicBezTo>
                  <a:pt x="57716" y="603250"/>
                  <a:pt x="299016" y="911225"/>
                  <a:pt x="332883" y="876300"/>
                </a:cubicBezTo>
                <a:cubicBezTo>
                  <a:pt x="366750" y="841375"/>
                  <a:pt x="163550" y="487892"/>
                  <a:pt x="218583" y="463550"/>
                </a:cubicBezTo>
                <a:cubicBezTo>
                  <a:pt x="273616" y="439208"/>
                  <a:pt x="603816" y="753533"/>
                  <a:pt x="663083" y="730250"/>
                </a:cubicBezTo>
                <a:cubicBezTo>
                  <a:pt x="722350" y="706967"/>
                  <a:pt x="517033" y="381000"/>
                  <a:pt x="574183" y="323850"/>
                </a:cubicBezTo>
                <a:cubicBezTo>
                  <a:pt x="631333" y="266700"/>
                  <a:pt x="898033" y="411692"/>
                  <a:pt x="1005983" y="387350"/>
                </a:cubicBezTo>
                <a:cubicBezTo>
                  <a:pt x="1113933" y="363008"/>
                  <a:pt x="1158383" y="242358"/>
                  <a:pt x="1221883" y="177800"/>
                </a:cubicBezTo>
                <a:cubicBezTo>
                  <a:pt x="1285383" y="113242"/>
                  <a:pt x="1386983" y="0"/>
                  <a:pt x="1386983" y="0"/>
                </a:cubicBezTo>
                <a:lnTo>
                  <a:pt x="1386983" y="0"/>
                </a:lnTo>
              </a:path>
            </a:pathLst>
          </a:cu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25" name="Rectangle 24">
            <a:extLst>
              <a:ext uri="{FF2B5EF4-FFF2-40B4-BE49-F238E27FC236}">
                <a16:creationId xmlns:a16="http://schemas.microsoft.com/office/drawing/2014/main" id="{F1BB5E94-49F8-063C-5992-DB246A4CA441}"/>
              </a:ext>
            </a:extLst>
          </p:cNvPr>
          <p:cNvSpPr/>
          <p:nvPr/>
        </p:nvSpPr>
        <p:spPr>
          <a:xfrm>
            <a:off x="4162666" y="4961665"/>
            <a:ext cx="3970617" cy="995401"/>
          </a:xfrm>
          <a:prstGeom prst="rect">
            <a:avLst/>
          </a:prstGeom>
        </p:spPr>
        <p:txBody>
          <a:bodyPr wrap="square">
            <a:spAutoFit/>
          </a:bodyPr>
          <a:lstStyle/>
          <a:p>
            <a:pPr algn="ctr"/>
            <a:r>
              <a:rPr lang="fr-FR" sz="1467" b="1" dirty="0">
                <a:solidFill>
                  <a:schemeClr val="bg1">
                    <a:lumMod val="50000"/>
                  </a:schemeClr>
                </a:solidFill>
              </a:rPr>
              <a:t>Itinéraire dérogatoire au code de la route en termes de tonnage pour le transport de bois</a:t>
            </a:r>
          </a:p>
          <a:p>
            <a:pPr algn="ctr"/>
            <a:r>
              <a:rPr lang="fr-FR" sz="1467" b="1" dirty="0">
                <a:solidFill>
                  <a:schemeClr val="bg1">
                    <a:lumMod val="50000"/>
                  </a:schemeClr>
                </a:solidFill>
              </a:rPr>
              <a:t>(itinéraire bois ronds)</a:t>
            </a:r>
          </a:p>
        </p:txBody>
      </p:sp>
      <p:sp>
        <p:nvSpPr>
          <p:cNvPr id="26" name="Forme libre 43">
            <a:extLst>
              <a:ext uri="{FF2B5EF4-FFF2-40B4-BE49-F238E27FC236}">
                <a16:creationId xmlns:a16="http://schemas.microsoft.com/office/drawing/2014/main" id="{73830133-170A-B680-F7EA-49EAEB51647B}"/>
              </a:ext>
            </a:extLst>
          </p:cNvPr>
          <p:cNvSpPr/>
          <p:nvPr/>
        </p:nvSpPr>
        <p:spPr>
          <a:xfrm>
            <a:off x="9753600" y="2819401"/>
            <a:ext cx="1490133" cy="212801"/>
          </a:xfrm>
          <a:custGeom>
            <a:avLst/>
            <a:gdLst>
              <a:gd name="connsiteX0" fmla="*/ 0 w 1117600"/>
              <a:gd name="connsiteY0" fmla="*/ 0 h 159601"/>
              <a:gd name="connsiteX1" fmla="*/ 165100 w 1117600"/>
              <a:gd name="connsiteY1" fmla="*/ 152400 h 159601"/>
              <a:gd name="connsiteX2" fmla="*/ 685800 w 1117600"/>
              <a:gd name="connsiteY2" fmla="*/ 127000 h 159601"/>
              <a:gd name="connsiteX3" fmla="*/ 1117600 w 1117600"/>
              <a:gd name="connsiteY3" fmla="*/ 57150 h 159601"/>
            </a:gdLst>
            <a:ahLst/>
            <a:cxnLst>
              <a:cxn ang="0">
                <a:pos x="connsiteX0" y="connsiteY0"/>
              </a:cxn>
              <a:cxn ang="0">
                <a:pos x="connsiteX1" y="connsiteY1"/>
              </a:cxn>
              <a:cxn ang="0">
                <a:pos x="connsiteX2" y="connsiteY2"/>
              </a:cxn>
              <a:cxn ang="0">
                <a:pos x="connsiteX3" y="connsiteY3"/>
              </a:cxn>
            </a:cxnLst>
            <a:rect l="l" t="t" r="r" b="b"/>
            <a:pathLst>
              <a:path w="1117600" h="159601">
                <a:moveTo>
                  <a:pt x="0" y="0"/>
                </a:moveTo>
                <a:cubicBezTo>
                  <a:pt x="25400" y="65616"/>
                  <a:pt x="50800" y="131233"/>
                  <a:pt x="165100" y="152400"/>
                </a:cubicBezTo>
                <a:cubicBezTo>
                  <a:pt x="279400" y="173567"/>
                  <a:pt x="527050" y="142875"/>
                  <a:pt x="685800" y="127000"/>
                </a:cubicBezTo>
                <a:cubicBezTo>
                  <a:pt x="844550" y="111125"/>
                  <a:pt x="981075" y="84137"/>
                  <a:pt x="1117600" y="57150"/>
                </a:cubicBezTo>
              </a:path>
            </a:pathLst>
          </a:cu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27" name="Connecteur droit 26">
            <a:extLst>
              <a:ext uri="{FF2B5EF4-FFF2-40B4-BE49-F238E27FC236}">
                <a16:creationId xmlns:a16="http://schemas.microsoft.com/office/drawing/2014/main" id="{509C791F-F240-13E2-03CD-321E8B494F9B}"/>
              </a:ext>
            </a:extLst>
          </p:cNvPr>
          <p:cNvCxnSpPr/>
          <p:nvPr/>
        </p:nvCxnSpPr>
        <p:spPr>
          <a:xfrm>
            <a:off x="1093798" y="4581127"/>
            <a:ext cx="9985109" cy="0"/>
          </a:xfrm>
          <a:prstGeom prst="line">
            <a:avLst/>
          </a:prstGeom>
          <a:ln w="571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AC416AAD-5146-E8CE-87CC-7FB5DA6736B5}"/>
              </a:ext>
            </a:extLst>
          </p:cNvPr>
          <p:cNvSpPr/>
          <p:nvPr/>
        </p:nvSpPr>
        <p:spPr>
          <a:xfrm>
            <a:off x="10783421" y="5318153"/>
            <a:ext cx="1248139" cy="738664"/>
          </a:xfrm>
          <a:prstGeom prst="rect">
            <a:avLst/>
          </a:prstGeom>
        </p:spPr>
        <p:txBody>
          <a:bodyPr wrap="square">
            <a:spAutoFit/>
          </a:bodyPr>
          <a:lstStyle/>
          <a:p>
            <a:r>
              <a:rPr lang="fr-FR" sz="1400" b="1" i="1">
                <a:solidFill>
                  <a:schemeClr val="bg1">
                    <a:lumMod val="50000"/>
                  </a:schemeClr>
                </a:solidFill>
              </a:rPr>
              <a:t>Scierie</a:t>
            </a:r>
          </a:p>
          <a:p>
            <a:r>
              <a:rPr lang="fr-FR" sz="1400" b="1" i="1">
                <a:solidFill>
                  <a:schemeClr val="bg1">
                    <a:lumMod val="50000"/>
                  </a:schemeClr>
                </a:solidFill>
              </a:rPr>
              <a:t>Papeterie</a:t>
            </a:r>
          </a:p>
          <a:p>
            <a:r>
              <a:rPr lang="fr-FR" sz="1400" b="1" i="1">
                <a:solidFill>
                  <a:schemeClr val="bg1">
                    <a:lumMod val="50000"/>
                  </a:schemeClr>
                </a:solidFill>
              </a:rPr>
              <a:t>Chaufferie</a:t>
            </a:r>
          </a:p>
        </p:txBody>
      </p:sp>
      <p:pic>
        <p:nvPicPr>
          <p:cNvPr id="29" name="Picture 2">
            <a:extLst>
              <a:ext uri="{FF2B5EF4-FFF2-40B4-BE49-F238E27FC236}">
                <a16:creationId xmlns:a16="http://schemas.microsoft.com/office/drawing/2014/main" id="{7F3764C5-91C9-11E5-D993-759932D14BF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573589" y="2084851"/>
            <a:ext cx="899009" cy="528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0" name="Connecteur droit avec flèche 29">
            <a:extLst>
              <a:ext uri="{FF2B5EF4-FFF2-40B4-BE49-F238E27FC236}">
                <a16:creationId xmlns:a16="http://schemas.microsoft.com/office/drawing/2014/main" id="{3E4B41D6-C2E3-ABF1-9554-4048D4839D53}"/>
              </a:ext>
            </a:extLst>
          </p:cNvPr>
          <p:cNvCxnSpPr/>
          <p:nvPr/>
        </p:nvCxnSpPr>
        <p:spPr>
          <a:xfrm flipV="1">
            <a:off x="7075043" y="4634819"/>
            <a:ext cx="280516" cy="384043"/>
          </a:xfrm>
          <a:prstGeom prst="straightConnector1">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2ABC3EA7-F1F9-9068-9938-B775AC1FFE54}"/>
              </a:ext>
            </a:extLst>
          </p:cNvPr>
          <p:cNvSpPr/>
          <p:nvPr/>
        </p:nvSpPr>
        <p:spPr>
          <a:xfrm rot="19251235">
            <a:off x="5986064" y="2958822"/>
            <a:ext cx="1348285" cy="307777"/>
          </a:xfrm>
          <a:prstGeom prst="rect">
            <a:avLst/>
          </a:prstGeom>
        </p:spPr>
        <p:txBody>
          <a:bodyPr wrap="square">
            <a:spAutoFit/>
          </a:bodyPr>
          <a:lstStyle/>
          <a:p>
            <a:r>
              <a:rPr lang="fr-FR" sz="1400" b="1" dirty="0">
                <a:solidFill>
                  <a:srgbClr val="FFFF00"/>
                </a:solidFill>
              </a:rPr>
              <a:t>55 tonnes</a:t>
            </a:r>
          </a:p>
        </p:txBody>
      </p:sp>
      <p:cxnSp>
        <p:nvCxnSpPr>
          <p:cNvPr id="32" name="Connecteur droit avec flèche 31">
            <a:extLst>
              <a:ext uri="{FF2B5EF4-FFF2-40B4-BE49-F238E27FC236}">
                <a16:creationId xmlns:a16="http://schemas.microsoft.com/office/drawing/2014/main" id="{1FA6F545-072E-0FCA-11AD-9F6A180AAB2A}"/>
              </a:ext>
            </a:extLst>
          </p:cNvPr>
          <p:cNvCxnSpPr>
            <a:cxnSpLocks/>
          </p:cNvCxnSpPr>
          <p:nvPr/>
        </p:nvCxnSpPr>
        <p:spPr>
          <a:xfrm flipH="1" flipV="1">
            <a:off x="5930925" y="4153372"/>
            <a:ext cx="124288" cy="797973"/>
          </a:xfrm>
          <a:prstGeom prst="straightConnector1">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06AAB4F-DC26-19E7-6CAF-F62F0E34AB61}"/>
              </a:ext>
            </a:extLst>
          </p:cNvPr>
          <p:cNvSpPr/>
          <p:nvPr/>
        </p:nvSpPr>
        <p:spPr>
          <a:xfrm>
            <a:off x="8154064" y="5925277"/>
            <a:ext cx="342203"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34" name="Rectangle 33">
            <a:extLst>
              <a:ext uri="{FF2B5EF4-FFF2-40B4-BE49-F238E27FC236}">
                <a16:creationId xmlns:a16="http://schemas.microsoft.com/office/drawing/2014/main" id="{80988D6F-F98B-1E4A-530D-7E51C2A36E8F}"/>
              </a:ext>
            </a:extLst>
          </p:cNvPr>
          <p:cNvSpPr/>
          <p:nvPr/>
        </p:nvSpPr>
        <p:spPr>
          <a:xfrm>
            <a:off x="2093172" y="2663003"/>
            <a:ext cx="1208136" cy="486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35" name="Rectangle 34">
            <a:extLst>
              <a:ext uri="{FF2B5EF4-FFF2-40B4-BE49-F238E27FC236}">
                <a16:creationId xmlns:a16="http://schemas.microsoft.com/office/drawing/2014/main" id="{F08AA1F0-6EF8-76E7-9B00-95112516DF59}"/>
              </a:ext>
            </a:extLst>
          </p:cNvPr>
          <p:cNvSpPr/>
          <p:nvPr/>
        </p:nvSpPr>
        <p:spPr>
          <a:xfrm rot="20323109">
            <a:off x="11415296" y="742905"/>
            <a:ext cx="311824" cy="2828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36" name="Rectangle 35">
            <a:extLst>
              <a:ext uri="{FF2B5EF4-FFF2-40B4-BE49-F238E27FC236}">
                <a16:creationId xmlns:a16="http://schemas.microsoft.com/office/drawing/2014/main" id="{C5246B70-D6B1-1ADB-F42E-AD8EE345503C}"/>
              </a:ext>
            </a:extLst>
          </p:cNvPr>
          <p:cNvSpPr/>
          <p:nvPr/>
        </p:nvSpPr>
        <p:spPr>
          <a:xfrm>
            <a:off x="11462738" y="728744"/>
            <a:ext cx="281572" cy="3167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pic>
        <p:nvPicPr>
          <p:cNvPr id="37" name="Picture 14">
            <a:extLst>
              <a:ext uri="{FF2B5EF4-FFF2-40B4-BE49-F238E27FC236}">
                <a16:creationId xmlns:a16="http://schemas.microsoft.com/office/drawing/2014/main" id="{2D30AA15-B355-145E-AA44-EFEEBA6FDB0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457953" y="859274"/>
            <a:ext cx="572712" cy="5165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8" name="Espace réservé du texte 7">
            <a:extLst>
              <a:ext uri="{FF2B5EF4-FFF2-40B4-BE49-F238E27FC236}">
                <a16:creationId xmlns:a16="http://schemas.microsoft.com/office/drawing/2014/main" id="{AD2F7B8A-501D-AD88-ABDE-5CCF2DE2B664}"/>
              </a:ext>
            </a:extLst>
          </p:cNvPr>
          <p:cNvSpPr txBox="1">
            <a:spLocks/>
          </p:cNvSpPr>
          <p:nvPr/>
        </p:nvSpPr>
        <p:spPr>
          <a:xfrm>
            <a:off x="242388" y="947350"/>
            <a:ext cx="5197415" cy="2012041"/>
          </a:xfrm>
          <a:prstGeom prst="rect">
            <a:avLst/>
          </a:prstGeom>
        </p:spPr>
        <p:txBody>
          <a:bodyPr/>
          <a:lstStyle>
            <a:lvl1pPr marL="0" indent="0" algn="l" defTabSz="685800" rtl="0" eaLnBrk="1" latinLnBrk="0" hangingPunct="1">
              <a:lnSpc>
                <a:spcPct val="87000"/>
              </a:lnSpc>
              <a:spcBef>
                <a:spcPts val="750"/>
              </a:spcBef>
              <a:spcAft>
                <a:spcPts val="1200"/>
              </a:spcAft>
              <a:buFont typeface="Calibri" panose="020F0502020204030204" pitchFamily="34" charset="0"/>
              <a:buChar char="​"/>
              <a:defRPr sz="2000" kern="1200" cap="none" baseline="0">
                <a:solidFill>
                  <a:schemeClr val="accent2"/>
                </a:solidFill>
                <a:latin typeface="Arial" panose="020B0604020202020204" pitchFamily="34" charset="0"/>
                <a:ea typeface="+mn-ea"/>
                <a:cs typeface="Arial" panose="020B0604020202020204" pitchFamily="34" charset="0"/>
              </a:defRPr>
            </a:lvl1pPr>
            <a:lvl2pPr marL="0" indent="0" algn="l" defTabSz="685800" rtl="0" eaLnBrk="1" latinLnBrk="0" hangingPunct="1">
              <a:lnSpc>
                <a:spcPct val="100000"/>
              </a:lnSpc>
              <a:spcBef>
                <a:spcPts val="400"/>
              </a:spcBef>
              <a:spcAft>
                <a:spcPts val="1400"/>
              </a:spcAft>
              <a:buFont typeface="Calibri" panose="020F0502020204030204" pitchFamily="34" charset="0"/>
              <a:buChar char="​"/>
              <a:defRPr lang="fr-FR" sz="1400" kern="1200" dirty="0">
                <a:solidFill>
                  <a:srgbClr val="6D6F71"/>
                </a:solidFill>
                <a:latin typeface="Arial" panose="020B0604020202020204" pitchFamily="34" charset="0"/>
                <a:ea typeface="+mn-ea"/>
                <a:cs typeface="Arial" panose="020B0604020202020204" pitchFamily="34" charset="0"/>
              </a:defRPr>
            </a:lvl2pPr>
            <a:lvl3pPr marL="360000" indent="-144000" algn="l" defTabSz="685800" rtl="0" eaLnBrk="1" latinLnBrk="0" hangingPunct="1">
              <a:lnSpc>
                <a:spcPct val="100000"/>
              </a:lnSpc>
              <a:spcBef>
                <a:spcPts val="600"/>
              </a:spcBef>
              <a:spcAft>
                <a:spcPts val="1200"/>
              </a:spcAft>
              <a:buClr>
                <a:schemeClr val="accent6"/>
              </a:buClr>
              <a:buSzPct val="175000"/>
              <a:buFontTx/>
              <a:buBlip>
                <a:blip r:embed="rId12"/>
              </a:buBlip>
              <a:defRPr sz="1200" b="1" kern="1200">
                <a:solidFill>
                  <a:srgbClr val="6D6F71"/>
                </a:solidFill>
                <a:latin typeface="Arial" panose="020B0604020202020204" pitchFamily="34" charset="0"/>
                <a:ea typeface="+mn-ea"/>
                <a:cs typeface="Arial" panose="020B0604020202020204" pitchFamily="34" charset="0"/>
              </a:defRPr>
            </a:lvl3pPr>
            <a:lvl4pPr marL="288925" indent="-72000" algn="l" defTabSz="685800" rtl="0" eaLnBrk="1" latinLnBrk="0" hangingPunct="1">
              <a:lnSpc>
                <a:spcPct val="100000"/>
              </a:lnSpc>
              <a:spcBef>
                <a:spcPts val="500"/>
              </a:spcBef>
              <a:buClr>
                <a:srgbClr val="6D6F71"/>
              </a:buClr>
              <a:buSzPct val="110000"/>
              <a:buFont typeface="Arial" panose="020B0604020202020204" pitchFamily="34" charset="0"/>
              <a:buChar char="•"/>
              <a:defRPr sz="1100" b="1" i="0" kern="1200">
                <a:solidFill>
                  <a:schemeClr val="accent2"/>
                </a:solidFill>
                <a:latin typeface="Arial" panose="020B0604020202020204" pitchFamily="34" charset="0"/>
                <a:ea typeface="+mn-ea"/>
                <a:cs typeface="Arial" panose="020B0604020202020204" pitchFamily="34" charset="0"/>
              </a:defRPr>
            </a:lvl4pPr>
            <a:lvl5pPr marL="288000" indent="0" algn="l" defTabSz="685800" rtl="0" eaLnBrk="1" latinLnBrk="0" hangingPunct="1">
              <a:lnSpc>
                <a:spcPct val="100000"/>
              </a:lnSpc>
              <a:spcBef>
                <a:spcPts val="0"/>
              </a:spcBef>
              <a:buFont typeface="Calibri" panose="020F0502020204030204" pitchFamily="34" charset="0"/>
              <a:buChar char="​"/>
              <a:defRPr sz="1100" i="0" kern="1200">
                <a:solidFill>
                  <a:srgbClr val="6D6F7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marR="0" lvl="2" indent="-342900" defTabSz="121917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fr-FR" sz="1800" b="0" i="0" u="none" strike="noStrike" kern="1200" cap="none" spc="0" normalizeH="0" baseline="0" noProof="0" dirty="0">
                <a:ln>
                  <a:noFill/>
                </a:ln>
                <a:solidFill>
                  <a:srgbClr val="000000"/>
                </a:solidFill>
                <a:effectLst/>
                <a:uLnTx/>
                <a:uFillTx/>
                <a:latin typeface="+mn-lt"/>
                <a:ea typeface="+mn-ea"/>
                <a:cs typeface="+mn-cs"/>
                <a:sym typeface="Wingdings" panose="05000000000000000000" pitchFamily="2" charset="2"/>
              </a:rPr>
              <a:t>A</a:t>
            </a:r>
            <a:r>
              <a:rPr kumimoji="0" lang="fr-FR" sz="1800" b="0" i="0" u="none" strike="noStrike" kern="1200" cap="none" spc="0" normalizeH="0" baseline="0" noProof="0" dirty="0">
                <a:ln>
                  <a:noFill/>
                </a:ln>
                <a:solidFill>
                  <a:srgbClr val="000000"/>
                </a:solidFill>
                <a:effectLst/>
                <a:uLnTx/>
                <a:uFillTx/>
                <a:latin typeface="+mn-lt"/>
                <a:ea typeface="+mn-ea"/>
                <a:cs typeface="+mn-cs"/>
              </a:rPr>
              <a:t>méliorer la compétitivité de la filière Forêt-Bois française-</a:t>
            </a:r>
          </a:p>
          <a:p>
            <a:pPr marL="342900" marR="0" lvl="2" indent="-342900" defTabSz="1219170" rtl="0" eaLnBrk="1" fontAlgn="auto" latinLnBrk="0" hangingPunct="1">
              <a:lnSpc>
                <a:spcPct val="100000"/>
              </a:lnSpc>
              <a:spcBef>
                <a:spcPts val="0"/>
              </a:spcBef>
              <a:spcAft>
                <a:spcPts val="800"/>
              </a:spcAft>
              <a:buClrTx/>
              <a:buSzTx/>
              <a:buFont typeface="Arial" panose="020B0604020202020204" pitchFamily="34" charset="0"/>
              <a:buChar char="•"/>
              <a:tabLst/>
              <a:defRPr/>
            </a:pPr>
            <a:r>
              <a:rPr lang="fr-FR" sz="1800" b="0" dirty="0">
                <a:solidFill>
                  <a:schemeClr val="tx1"/>
                </a:solidFill>
                <a:latin typeface="+mn-lt"/>
                <a:cs typeface="+mn-cs"/>
              </a:rPr>
              <a:t>Récupérer les données de </a:t>
            </a:r>
            <a:r>
              <a:rPr lang="fr-FR" sz="1800" dirty="0">
                <a:solidFill>
                  <a:srgbClr val="00B050"/>
                </a:solidFill>
                <a:latin typeface="+mn-lt"/>
                <a:cs typeface="+mn-cs"/>
              </a:rPr>
              <a:t>dessertes forestières</a:t>
            </a:r>
            <a:r>
              <a:rPr lang="fr-FR" sz="1800" b="0" dirty="0">
                <a:solidFill>
                  <a:schemeClr val="tx1"/>
                </a:solidFill>
                <a:latin typeface="+mn-lt"/>
                <a:cs typeface="+mn-cs"/>
              </a:rPr>
              <a:t> dans une base nationale unique via un outil collaboratif en ligne </a:t>
            </a:r>
          </a:p>
          <a:p>
            <a:pPr marL="342900" marR="0" lvl="2" indent="-342900" algn="l" defTabSz="121917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fr-FR" sz="1800" b="0" i="0" u="none" strike="noStrike" kern="1200" cap="none" spc="0" normalizeH="0" baseline="0" noProof="0" dirty="0">
                <a:ln>
                  <a:noFill/>
                </a:ln>
                <a:solidFill>
                  <a:srgbClr val="000000"/>
                </a:solidFill>
                <a:effectLst/>
                <a:uLnTx/>
                <a:uFillTx/>
                <a:latin typeface="Marianne"/>
                <a:ea typeface="+mn-ea"/>
                <a:cs typeface="+mn-cs"/>
              </a:rPr>
              <a:t>Permettre la production uniforme et le partage des informations utiles au transport de bois</a:t>
            </a:r>
            <a:endParaRPr lang="fr-FR" sz="1800" b="0" dirty="0">
              <a:solidFill>
                <a:schemeClr val="tx1"/>
              </a:solidFill>
              <a:latin typeface="+mn-lt"/>
              <a:cs typeface="+mn-cs"/>
            </a:endParaRPr>
          </a:p>
        </p:txBody>
      </p:sp>
      <p:sp>
        <p:nvSpPr>
          <p:cNvPr id="40" name="Rectangle : coins arrondis 39">
            <a:extLst>
              <a:ext uri="{FF2B5EF4-FFF2-40B4-BE49-F238E27FC236}">
                <a16:creationId xmlns:a16="http://schemas.microsoft.com/office/drawing/2014/main" id="{A98084E9-A3D7-9D23-53E6-EF2F105EE07C}"/>
              </a:ext>
            </a:extLst>
          </p:cNvPr>
          <p:cNvSpPr/>
          <p:nvPr/>
        </p:nvSpPr>
        <p:spPr>
          <a:xfrm>
            <a:off x="2521542" y="2000816"/>
            <a:ext cx="7148916" cy="3036662"/>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fontAlgn="base"/>
            <a:r>
              <a:rPr lang="fr-FR" b="1" dirty="0">
                <a:solidFill>
                  <a:schemeClr val="tx1"/>
                </a:solidFill>
              </a:rPr>
              <a:t>Travaux et publication en 2019 du standard CNIG « Dessertes pour le transport de bois »</a:t>
            </a:r>
          </a:p>
          <a:p>
            <a:pPr algn="just" fontAlgn="base"/>
            <a:endParaRPr lang="fr-FR" b="1" dirty="0">
              <a:solidFill>
                <a:schemeClr val="tx1"/>
              </a:solidFill>
              <a:cs typeface="Arial"/>
            </a:endParaRPr>
          </a:p>
          <a:p>
            <a:pPr algn="just" fontAlgn="base"/>
            <a:endParaRPr lang="fr-FR" b="1" dirty="0">
              <a:solidFill>
                <a:schemeClr val="tx1"/>
              </a:solidFill>
              <a:cs typeface="Arial"/>
            </a:endParaRPr>
          </a:p>
          <a:p>
            <a:pPr algn="just" fontAlgn="base"/>
            <a:endParaRPr lang="fr-FR" b="1" dirty="0">
              <a:solidFill>
                <a:schemeClr val="tx1"/>
              </a:solidFill>
              <a:cs typeface="Arial"/>
            </a:endParaRPr>
          </a:p>
          <a:p>
            <a:pPr algn="just" fontAlgn="base"/>
            <a:endParaRPr lang="fr-FR" b="1" dirty="0">
              <a:solidFill>
                <a:schemeClr val="tx1"/>
              </a:solidFill>
              <a:cs typeface="Arial"/>
            </a:endParaRPr>
          </a:p>
          <a:p>
            <a:pPr algn="just" fontAlgn="base"/>
            <a:endParaRPr lang="fr-FR" dirty="0">
              <a:solidFill>
                <a:schemeClr val="tx1"/>
              </a:solidFill>
              <a:cs typeface="Arial"/>
            </a:endParaRPr>
          </a:p>
        </p:txBody>
      </p:sp>
      <p:pic>
        <p:nvPicPr>
          <p:cNvPr id="42" name="Image 41">
            <a:extLst>
              <a:ext uri="{FF2B5EF4-FFF2-40B4-BE49-F238E27FC236}">
                <a16:creationId xmlns:a16="http://schemas.microsoft.com/office/drawing/2014/main" id="{7848B891-D342-983B-3FBA-6DFC8E8ECE47}"/>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335383" y="3381375"/>
            <a:ext cx="1394448" cy="1394448"/>
          </a:xfrm>
          <a:prstGeom prst="rect">
            <a:avLst/>
          </a:prstGeom>
        </p:spPr>
      </p:pic>
      <p:sp>
        <p:nvSpPr>
          <p:cNvPr id="7" name="Espace réservé du pied de page 6">
            <a:extLst>
              <a:ext uri="{FF2B5EF4-FFF2-40B4-BE49-F238E27FC236}">
                <a16:creationId xmlns:a16="http://schemas.microsoft.com/office/drawing/2014/main" id="{F3C49430-BCE3-7770-C383-B32EE4904D48}"/>
              </a:ext>
            </a:extLst>
          </p:cNvPr>
          <p:cNvSpPr>
            <a:spLocks noGrp="1"/>
          </p:cNvSpPr>
          <p:nvPr>
            <p:ph type="ftr" sz="quarter" idx="3"/>
          </p:nvPr>
        </p:nvSpPr>
        <p:spPr/>
        <p:txBody>
          <a:bodyPr/>
          <a:lstStyle/>
          <a:p>
            <a:endParaRPr lang="fr-FR"/>
          </a:p>
        </p:txBody>
      </p:sp>
      <p:sp>
        <p:nvSpPr>
          <p:cNvPr id="44" name="Espace réservé du pied de page 10">
            <a:extLst>
              <a:ext uri="{FF2B5EF4-FFF2-40B4-BE49-F238E27FC236}">
                <a16:creationId xmlns:a16="http://schemas.microsoft.com/office/drawing/2014/main" id="{617CAAB7-0198-FEA1-DBB6-CB02F58AE662}"/>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
        <p:nvSpPr>
          <p:cNvPr id="5" name="Espace réservé du numéro de diapositive 4">
            <a:extLst>
              <a:ext uri="{FF2B5EF4-FFF2-40B4-BE49-F238E27FC236}">
                <a16:creationId xmlns:a16="http://schemas.microsoft.com/office/drawing/2014/main" id="{362D600D-4B3A-655F-7826-DC79C6E65D3A}"/>
              </a:ext>
            </a:extLst>
          </p:cNvPr>
          <p:cNvSpPr>
            <a:spLocks noGrp="1"/>
          </p:cNvSpPr>
          <p:nvPr>
            <p:ph type="sldNum" sz="quarter" idx="4"/>
          </p:nvPr>
        </p:nvSpPr>
        <p:spPr/>
        <p:txBody>
          <a:bodyPr/>
          <a:lstStyle/>
          <a:p>
            <a:fld id="{5588F01B-8BA8-4E52-9ECA-78FE89B5F248}" type="slidenum">
              <a:rPr lang="fr-FR" smtClean="0"/>
              <a:pPr/>
              <a:t>3</a:t>
            </a:fld>
            <a:endParaRPr lang="fr-FR"/>
          </a:p>
        </p:txBody>
      </p:sp>
    </p:spTree>
    <p:extLst>
      <p:ext uri="{BB962C8B-B14F-4D97-AF65-F5344CB8AC3E}">
        <p14:creationId xmlns:p14="http://schemas.microsoft.com/office/powerpoint/2010/main" val="1669774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21"/>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9"/>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23"/>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8"/>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10"/>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5"/>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30"/>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32"/>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31"/>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40"/>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5" grpId="0"/>
      <p:bldP spid="16" grpId="0"/>
      <p:bldP spid="17" grpId="0"/>
      <p:bldP spid="18" grpId="0" animBg="1"/>
      <p:bldP spid="23" grpId="0" animBg="1"/>
      <p:bldP spid="24" grpId="0" animBg="1"/>
      <p:bldP spid="25" grpId="0"/>
      <p:bldP spid="26" grpId="0" animBg="1"/>
      <p:bldP spid="31" grpId="0"/>
      <p:bldP spid="4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56D2F-88BF-24AD-69C2-18CB2A53B7C4}"/>
            </a:ext>
          </a:extLst>
        </p:cNvPr>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046FE1D9-29B9-C941-B623-122F94A24897}"/>
              </a:ext>
            </a:extLst>
          </p:cNvPr>
          <p:cNvSpPr>
            <a:spLocks noGrp="1"/>
          </p:cNvSpPr>
          <p:nvPr>
            <p:ph type="sldNum" sz="quarter" idx="10"/>
          </p:nvPr>
        </p:nvSpPr>
        <p:spPr/>
        <p:txBody>
          <a:bodyPr/>
          <a:lstStyle/>
          <a:p>
            <a:pPr>
              <a:defRPr/>
            </a:pPr>
            <a:fld id="{4FBFDBB4-34FB-4CEE-AA04-C9366B83A511}" type="slidenum">
              <a:rPr>
                <a:solidFill>
                  <a:prstClr val="white"/>
                </a:solidFill>
              </a:rPr>
              <a:pPr>
                <a:defRPr/>
              </a:pPr>
              <a:t>4</a:t>
            </a:fld>
            <a:endParaRPr>
              <a:solidFill>
                <a:prstClr val="white"/>
              </a:solidFill>
            </a:endParaRPr>
          </a:p>
        </p:txBody>
      </p:sp>
      <p:sp>
        <p:nvSpPr>
          <p:cNvPr id="10" name="Titre 1">
            <a:extLst>
              <a:ext uri="{FF2B5EF4-FFF2-40B4-BE49-F238E27FC236}">
                <a16:creationId xmlns:a16="http://schemas.microsoft.com/office/drawing/2014/main" id="{9ACE1BFB-302D-C1C5-6BDA-0A91DE3FE35A}"/>
              </a:ext>
            </a:extLst>
          </p:cNvPr>
          <p:cNvSpPr>
            <a:spLocks noGrp="1"/>
          </p:cNvSpPr>
          <p:nvPr>
            <p:ph type="title"/>
          </p:nvPr>
        </p:nvSpPr>
        <p:spPr>
          <a:xfrm>
            <a:off x="2351584" y="356659"/>
            <a:ext cx="9840417" cy="363539"/>
          </a:xfrm>
        </p:spPr>
        <p:txBody>
          <a:bodyPr/>
          <a:lstStyle/>
          <a:p>
            <a:pPr algn="ctr">
              <a:defRPr/>
            </a:pPr>
            <a:r>
              <a:rPr lang="fr-FR" dirty="0"/>
              <a:t>Loi incendie de juillet 2023 </a:t>
            </a:r>
            <a:br>
              <a:rPr lang="fr-FR" dirty="0"/>
            </a:br>
            <a:br>
              <a:rPr lang="fr-FR" dirty="0"/>
            </a:br>
            <a:br>
              <a:rPr lang="fr-FR" dirty="0"/>
            </a:br>
            <a:endParaRPr lang="en-US" dirty="0"/>
          </a:p>
        </p:txBody>
      </p:sp>
      <p:sp>
        <p:nvSpPr>
          <p:cNvPr id="14" name="Espace réservé du contenu 2">
            <a:extLst>
              <a:ext uri="{FF2B5EF4-FFF2-40B4-BE49-F238E27FC236}">
                <a16:creationId xmlns:a16="http://schemas.microsoft.com/office/drawing/2014/main" id="{97211E77-5E3C-6A93-5AD7-33E3DB964AB6}"/>
              </a:ext>
            </a:extLst>
          </p:cNvPr>
          <p:cNvSpPr txBox="1">
            <a:spLocks/>
          </p:cNvSpPr>
          <p:nvPr/>
        </p:nvSpPr>
        <p:spPr>
          <a:xfrm>
            <a:off x="475596" y="900079"/>
            <a:ext cx="11232000" cy="5242812"/>
          </a:xfrm>
          <a:prstGeom prst="rect">
            <a:avLst/>
          </a:prstGeom>
        </p:spPr>
        <p:txBody>
          <a:bodyPr/>
          <a:lstStyle>
            <a:lvl1pPr marL="0" indent="0" algn="l" defTabSz="914400" rtl="0" eaLnBrk="1" latinLnBrk="0" hangingPunct="1">
              <a:lnSpc>
                <a:spcPct val="100000"/>
              </a:lnSpc>
              <a:spcBef>
                <a:spcPts val="0"/>
              </a:spcBef>
              <a:spcAft>
                <a:spcPts val="500"/>
              </a:spcAft>
              <a:buFont typeface="Arial" pitchFamily="34" charset="0"/>
              <a:buNone/>
              <a:defRPr sz="1050" b="0" kern="1200">
                <a:solidFill>
                  <a:schemeClr val="tx1"/>
                </a:solidFill>
                <a:latin typeface="+mn-lt"/>
                <a:ea typeface="+mn-ea"/>
                <a:cs typeface="+mn-cs"/>
              </a:defRPr>
            </a:lvl1pPr>
            <a:lvl2pPr marL="252000" indent="-72000" algn="l" defTabSz="914400" rtl="0" eaLnBrk="1" latinLnBrk="0" hangingPunct="1">
              <a:lnSpc>
                <a:spcPct val="100000"/>
              </a:lnSpc>
              <a:spcBef>
                <a:spcPts val="600"/>
              </a:spcBef>
              <a:spcAft>
                <a:spcPts val="600"/>
              </a:spcAft>
              <a:buFont typeface="Arial" pitchFamily="34" charset="0"/>
              <a:buChar char="•"/>
              <a:defRPr sz="950" kern="1200">
                <a:solidFill>
                  <a:schemeClr val="tx1"/>
                </a:solidFill>
                <a:latin typeface="+mn-lt"/>
                <a:ea typeface="+mn-ea"/>
                <a:cs typeface="+mn-cs"/>
              </a:defRPr>
            </a:lvl2pPr>
            <a:lvl3pPr marL="432000" indent="-72000" algn="l" defTabSz="914400" rtl="0" eaLnBrk="1" latinLnBrk="0" hangingPunct="1">
              <a:lnSpc>
                <a:spcPct val="100000"/>
              </a:lnSpc>
              <a:spcBef>
                <a:spcPts val="100"/>
              </a:spcBef>
              <a:spcAft>
                <a:spcPts val="100"/>
              </a:spcAft>
              <a:buSzPct val="100000"/>
              <a:buFont typeface="Arial" pitchFamily="34" charset="0"/>
              <a:buChar char="•"/>
              <a:defRPr sz="850" kern="1200">
                <a:solidFill>
                  <a:schemeClr val="tx1"/>
                </a:solidFill>
                <a:latin typeface="+mn-lt"/>
                <a:ea typeface="+mn-ea"/>
                <a:cs typeface="+mn-cs"/>
              </a:defRPr>
            </a:lvl3pPr>
            <a:lvl4pPr marL="612000" indent="-72000" algn="l" defTabSz="914400" rtl="0" eaLnBrk="1" latinLnBrk="0" hangingPunct="1">
              <a:lnSpc>
                <a:spcPct val="100000"/>
              </a:lnSpc>
              <a:spcBef>
                <a:spcPts val="100"/>
              </a:spcBef>
              <a:spcAft>
                <a:spcPts val="100"/>
              </a:spcAft>
              <a:buSzPct val="100000"/>
              <a:buFont typeface="Arial" pitchFamily="34" charset="0"/>
              <a:buChar char="•"/>
              <a:defRPr sz="750" kern="1200">
                <a:solidFill>
                  <a:schemeClr val="tx1"/>
                </a:solidFill>
                <a:latin typeface="+mn-lt"/>
                <a:ea typeface="+mn-ea"/>
                <a:cs typeface="+mn-cs"/>
              </a:defRPr>
            </a:lvl4pPr>
            <a:lvl5pPr marL="828000" indent="-72000" algn="l" defTabSz="914400" rtl="0" eaLnBrk="1" latinLnBrk="0" hangingPunct="1">
              <a:lnSpc>
                <a:spcPct val="100000"/>
              </a:lnSpc>
              <a:spcBef>
                <a:spcPts val="100"/>
              </a:spcBef>
              <a:spcAft>
                <a:spcPts val="100"/>
              </a:spcAft>
              <a:buSzPct val="100000"/>
              <a:buFont typeface="Arial" pitchFamily="34" charset="0"/>
              <a:buChar char="•"/>
              <a:defRPr sz="7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891" lvl="1" indent="-342891" algn="just">
              <a:buClr>
                <a:srgbClr val="554538"/>
              </a:buClr>
              <a:buFont typeface="Webdings" panose="05030102010509060703" pitchFamily="18" charset="2"/>
              <a:buChar char="a"/>
            </a:pPr>
            <a:endParaRPr lang="fr-FR" sz="800" dirty="0">
              <a:solidFill>
                <a:srgbClr val="554538"/>
              </a:solidFill>
            </a:endParaRPr>
          </a:p>
          <a:p>
            <a:pPr marL="380990" lvl="2" indent="-380990" algn="just" fontAlgn="base">
              <a:spcBef>
                <a:spcPts val="0"/>
              </a:spcBef>
              <a:spcAft>
                <a:spcPts val="800"/>
              </a:spcAft>
              <a:buClr>
                <a:schemeClr val="accent6"/>
              </a:buClr>
            </a:pPr>
            <a:r>
              <a:rPr lang="fr-FR" sz="1867" dirty="0"/>
              <a:t>Loi vise à renforcer la prévention et la lutte contre l’intensification et l’extension du risque incendie</a:t>
            </a:r>
          </a:p>
          <a:p>
            <a:pPr lvl="2" algn="just"/>
            <a:r>
              <a:rPr lang="fr-FR" sz="1600" i="1" dirty="0"/>
              <a:t>Art. L. 153-9. – […] II. – Chaque département établit et met à jour, au moins tous les cinq ans, une carte des </a:t>
            </a:r>
            <a:r>
              <a:rPr lang="fr-FR" sz="1600" i="1" dirty="0">
                <a:solidFill>
                  <a:srgbClr val="00B050"/>
                </a:solidFill>
              </a:rPr>
              <a:t>voies d’accès aux ressources forestières, </a:t>
            </a:r>
            <a:r>
              <a:rPr lang="fr-FR" sz="1600" i="1" dirty="0">
                <a:solidFill>
                  <a:schemeClr val="bg2"/>
                </a:solidFill>
              </a:rPr>
              <a:t>des voies de défense des bois et forêts contre l’incendie et des points d’eau</a:t>
            </a:r>
            <a:r>
              <a:rPr lang="fr-FR" sz="1600" i="1" dirty="0"/>
              <a:t>. Cette carte est mise à disposition gratuitement et librement sous une forme dématérialisée, sur un portail national commun au plus tard le 1</a:t>
            </a:r>
            <a:r>
              <a:rPr lang="fr-FR" sz="1600" i="1" baseline="30000" dirty="0"/>
              <a:t>er</a:t>
            </a:r>
            <a:r>
              <a:rPr lang="fr-FR" sz="1600" i="1" dirty="0"/>
              <a:t> janvier 2026</a:t>
            </a:r>
          </a:p>
          <a:p>
            <a:pPr lvl="2" algn="just"/>
            <a:endParaRPr lang="fr-FR" sz="1400" i="1" dirty="0"/>
          </a:p>
          <a:p>
            <a:pPr lvl="2" algn="just"/>
            <a:endParaRPr lang="fr-FR" sz="533" i="1" dirty="0"/>
          </a:p>
          <a:p>
            <a:pPr marL="380990" lvl="2" indent="-380990" algn="just" fontAlgn="base">
              <a:spcBef>
                <a:spcPts val="0"/>
              </a:spcBef>
              <a:spcAft>
                <a:spcPts val="800"/>
              </a:spcAft>
              <a:buClr>
                <a:schemeClr val="accent6"/>
              </a:buClr>
            </a:pPr>
            <a:r>
              <a:rPr lang="fr-FR" sz="1867" dirty="0"/>
              <a:t>Décret d’application du 29/03/2024  </a:t>
            </a:r>
          </a:p>
          <a:p>
            <a:pPr lvl="2" algn="just"/>
            <a:r>
              <a:rPr lang="fr-FR" sz="1600" i="1" dirty="0"/>
              <a:t>Article 4 : […] « Art. D. 153-26.-La carte prévue par le II de l'article L. 153-9, établie par chaque département, affiche les informations relatives en particulier à la localisation et aux caractéristiques des dessertes forestières, des points d'eau et des pistes utilisables à des fins de défense contre l'incendie.</a:t>
            </a:r>
          </a:p>
          <a:p>
            <a:pPr lvl="2" algn="just"/>
            <a:r>
              <a:rPr lang="fr-FR" sz="1600" i="1" dirty="0"/>
              <a:t>« Un arrêté du ministre chargé de l'agriculture définit des </a:t>
            </a:r>
            <a:r>
              <a:rPr lang="fr-FR" sz="1600" b="1" i="1" dirty="0"/>
              <a:t>normes cartographiques </a:t>
            </a:r>
            <a:r>
              <a:rPr lang="fr-FR" sz="1600" i="1" dirty="0"/>
              <a:t>en vue d'assurer </a:t>
            </a:r>
            <a:r>
              <a:rPr lang="fr-FR" sz="1600" b="1" i="1" dirty="0"/>
              <a:t>l'harmonisation nationale des cartes départementales</a:t>
            </a:r>
            <a:r>
              <a:rPr lang="fr-FR" sz="1600" i="1" dirty="0"/>
              <a:t>. »</a:t>
            </a:r>
            <a:endParaRPr lang="fr-FR" sz="1600" dirty="0"/>
          </a:p>
        </p:txBody>
      </p:sp>
      <p:pic>
        <p:nvPicPr>
          <p:cNvPr id="4" name="Image 3">
            <a:extLst>
              <a:ext uri="{FF2B5EF4-FFF2-40B4-BE49-F238E27FC236}">
                <a16:creationId xmlns:a16="http://schemas.microsoft.com/office/drawing/2014/main" id="{E5422FB2-3EC5-6741-D514-6380C569403D}"/>
              </a:ext>
            </a:extLst>
          </p:cNvPr>
          <p:cNvPicPr>
            <a:picLocks noChangeAspect="1"/>
          </p:cNvPicPr>
          <p:nvPr/>
        </p:nvPicPr>
        <p:blipFill>
          <a:blip r:embed="rId2"/>
          <a:stretch>
            <a:fillRect/>
          </a:stretch>
        </p:blipFill>
        <p:spPr>
          <a:xfrm>
            <a:off x="5883498" y="5133923"/>
            <a:ext cx="1132937" cy="1132937"/>
          </a:xfrm>
          <a:prstGeom prst="rect">
            <a:avLst/>
          </a:prstGeom>
        </p:spPr>
      </p:pic>
      <p:sp>
        <p:nvSpPr>
          <p:cNvPr id="8" name="Espace réservé du numéro de diapositive 16">
            <a:extLst>
              <a:ext uri="{FF2B5EF4-FFF2-40B4-BE49-F238E27FC236}">
                <a16:creationId xmlns:a16="http://schemas.microsoft.com/office/drawing/2014/main" id="{C6E9ED20-1393-F19E-8499-D916614A2075}"/>
              </a:ext>
            </a:extLst>
          </p:cNvPr>
          <p:cNvSpPr txBox="1">
            <a:spLocks/>
          </p:cNvSpPr>
          <p:nvPr/>
        </p:nvSpPr>
        <p:spPr bwMode="gray">
          <a:xfrm>
            <a:off x="8504400" y="6390829"/>
            <a:ext cx="1800000" cy="480000"/>
          </a:xfrm>
          <a:prstGeom prst="rect">
            <a:avLst/>
          </a:prstGeom>
        </p:spPr>
        <p:txBody>
          <a:bodyPr vert="horz" lIns="0" tIns="0" rIns="0" bIns="0" rtlCol="0" anchor="ctr" anchorCtr="0">
            <a:noAutofit/>
          </a:bodyPr>
          <a:lstStyle>
            <a:defPPr>
              <a:defRPr lang="fr-FR"/>
            </a:defPPr>
            <a:lvl1pPr marL="0" algn="l" defTabSz="914400" rtl="0" eaLnBrk="1" latinLnBrk="0" hangingPunct="1">
              <a:defRPr sz="10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mtClean="0"/>
              <a:pPr algn="r"/>
              <a:t>4</a:t>
            </a:fld>
            <a:endParaRPr lang="fr-FR" dirty="0"/>
          </a:p>
        </p:txBody>
      </p:sp>
      <p:sp>
        <p:nvSpPr>
          <p:cNvPr id="6" name="Espace réservé du pied de page 5">
            <a:extLst>
              <a:ext uri="{FF2B5EF4-FFF2-40B4-BE49-F238E27FC236}">
                <a16:creationId xmlns:a16="http://schemas.microsoft.com/office/drawing/2014/main" id="{DB727CEF-BC8D-F25C-5236-ED2C7ACB05DC}"/>
              </a:ext>
            </a:extLst>
          </p:cNvPr>
          <p:cNvSpPr>
            <a:spLocks noGrp="1"/>
          </p:cNvSpPr>
          <p:nvPr>
            <p:ph type="ftr" sz="quarter" idx="12"/>
          </p:nvPr>
        </p:nvSpPr>
        <p:spPr/>
        <p:txBody>
          <a:bodyPr/>
          <a:lstStyle/>
          <a:p>
            <a:pPr>
              <a:defRPr/>
            </a:pPr>
            <a:endParaRPr lang="fr-FR">
              <a:solidFill>
                <a:srgbClr val="231F20">
                  <a:lumMod val="75000"/>
                  <a:lumOff val="25000"/>
                </a:srgbClr>
              </a:solidFill>
            </a:endParaRPr>
          </a:p>
        </p:txBody>
      </p:sp>
      <p:sp>
        <p:nvSpPr>
          <p:cNvPr id="12" name="Espace réservé du pied de page 10">
            <a:extLst>
              <a:ext uri="{FF2B5EF4-FFF2-40B4-BE49-F238E27FC236}">
                <a16:creationId xmlns:a16="http://schemas.microsoft.com/office/drawing/2014/main" id="{8E666C25-E5D5-8662-3AA0-537DC52B461A}"/>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Tree>
    <p:extLst>
      <p:ext uri="{BB962C8B-B14F-4D97-AF65-F5344CB8AC3E}">
        <p14:creationId xmlns:p14="http://schemas.microsoft.com/office/powerpoint/2010/main" val="4039501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5026D-3BD9-FEC2-13B8-050F5661BF24}"/>
            </a:ext>
          </a:extLst>
        </p:cNvPr>
        <p:cNvGrpSpPr/>
        <p:nvPr/>
      </p:nvGrpSpPr>
      <p:grpSpPr>
        <a:xfrm>
          <a:off x="0" y="0"/>
          <a:ext cx="0" cy="0"/>
          <a:chOff x="0" y="0"/>
          <a:chExt cx="0" cy="0"/>
        </a:xfrm>
      </p:grpSpPr>
      <p:sp>
        <p:nvSpPr>
          <p:cNvPr id="6" name="Espace réservé du numéro de diapositive 16">
            <a:extLst>
              <a:ext uri="{FF2B5EF4-FFF2-40B4-BE49-F238E27FC236}">
                <a16:creationId xmlns:a16="http://schemas.microsoft.com/office/drawing/2014/main" id="{E5E02E67-8049-8246-39F6-C362A0C9D391}"/>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5</a:t>
            </a:fld>
            <a:endParaRPr lang="fr-FR" sz="1000" b="1" dirty="0"/>
          </a:p>
        </p:txBody>
      </p:sp>
      <p:pic>
        <p:nvPicPr>
          <p:cNvPr id="41" name="Image 40">
            <a:extLst>
              <a:ext uri="{FF2B5EF4-FFF2-40B4-BE49-F238E27FC236}">
                <a16:creationId xmlns:a16="http://schemas.microsoft.com/office/drawing/2014/main" id="{898A7E34-18AA-67D1-01C0-B3AB35097CE3}"/>
              </a:ext>
            </a:extLst>
          </p:cNvPr>
          <p:cNvPicPr>
            <a:picLocks noChangeAspect="1"/>
          </p:cNvPicPr>
          <p:nvPr/>
        </p:nvPicPr>
        <p:blipFill>
          <a:blip r:embed="rId3"/>
          <a:stretch>
            <a:fillRect/>
          </a:stretch>
        </p:blipFill>
        <p:spPr>
          <a:xfrm>
            <a:off x="8389112" y="2356391"/>
            <a:ext cx="612923" cy="793591"/>
          </a:xfrm>
          <a:prstGeom prst="rect">
            <a:avLst/>
          </a:prstGeom>
        </p:spPr>
      </p:pic>
      <p:pic>
        <p:nvPicPr>
          <p:cNvPr id="43" name="Image 42">
            <a:extLst>
              <a:ext uri="{FF2B5EF4-FFF2-40B4-BE49-F238E27FC236}">
                <a16:creationId xmlns:a16="http://schemas.microsoft.com/office/drawing/2014/main" id="{E2C2E53D-76BF-8951-5AE4-7D9C759DF9C8}"/>
              </a:ext>
            </a:extLst>
          </p:cNvPr>
          <p:cNvPicPr>
            <a:picLocks noChangeAspect="1"/>
          </p:cNvPicPr>
          <p:nvPr/>
        </p:nvPicPr>
        <p:blipFill>
          <a:blip r:embed="rId4"/>
          <a:stretch>
            <a:fillRect/>
          </a:stretch>
        </p:blipFill>
        <p:spPr>
          <a:xfrm rot="19383828" flipH="1">
            <a:off x="5671243" y="2970084"/>
            <a:ext cx="1155317" cy="791787"/>
          </a:xfrm>
          <a:prstGeom prst="rect">
            <a:avLst/>
          </a:prstGeom>
        </p:spPr>
      </p:pic>
      <p:sp>
        <p:nvSpPr>
          <p:cNvPr id="44" name="Forme libre 27">
            <a:extLst>
              <a:ext uri="{FF2B5EF4-FFF2-40B4-BE49-F238E27FC236}">
                <a16:creationId xmlns:a16="http://schemas.microsoft.com/office/drawing/2014/main" id="{F6C968E9-A395-BB37-459C-251A58F6F6A6}"/>
              </a:ext>
            </a:extLst>
          </p:cNvPr>
          <p:cNvSpPr/>
          <p:nvPr/>
        </p:nvSpPr>
        <p:spPr>
          <a:xfrm rot="4910162">
            <a:off x="9466783" y="958677"/>
            <a:ext cx="2496277" cy="2881875"/>
          </a:xfrm>
          <a:custGeom>
            <a:avLst/>
            <a:gdLst>
              <a:gd name="connsiteX0" fmla="*/ 5750 w 780450"/>
              <a:gd name="connsiteY0" fmla="*/ 82550 h 683589"/>
              <a:gd name="connsiteX1" fmla="*/ 5750 w 780450"/>
              <a:gd name="connsiteY1" fmla="*/ 82550 h 683589"/>
              <a:gd name="connsiteX2" fmla="*/ 31150 w 780450"/>
              <a:gd name="connsiteY2" fmla="*/ 254000 h 683589"/>
              <a:gd name="connsiteX3" fmla="*/ 43850 w 780450"/>
              <a:gd name="connsiteY3" fmla="*/ 292100 h 683589"/>
              <a:gd name="connsiteX4" fmla="*/ 50200 w 780450"/>
              <a:gd name="connsiteY4" fmla="*/ 381000 h 683589"/>
              <a:gd name="connsiteX5" fmla="*/ 62900 w 780450"/>
              <a:gd name="connsiteY5" fmla="*/ 406400 h 683589"/>
              <a:gd name="connsiteX6" fmla="*/ 75600 w 780450"/>
              <a:gd name="connsiteY6" fmla="*/ 425450 h 683589"/>
              <a:gd name="connsiteX7" fmla="*/ 75600 w 780450"/>
              <a:gd name="connsiteY7" fmla="*/ 520700 h 683589"/>
              <a:gd name="connsiteX8" fmla="*/ 183550 w 780450"/>
              <a:gd name="connsiteY8" fmla="*/ 552450 h 683589"/>
              <a:gd name="connsiteX9" fmla="*/ 234350 w 780450"/>
              <a:gd name="connsiteY9" fmla="*/ 584200 h 683589"/>
              <a:gd name="connsiteX10" fmla="*/ 285150 w 780450"/>
              <a:gd name="connsiteY10" fmla="*/ 628650 h 683589"/>
              <a:gd name="connsiteX11" fmla="*/ 329600 w 780450"/>
              <a:gd name="connsiteY11" fmla="*/ 635000 h 683589"/>
              <a:gd name="connsiteX12" fmla="*/ 386750 w 780450"/>
              <a:gd name="connsiteY12" fmla="*/ 654050 h 683589"/>
              <a:gd name="connsiteX13" fmla="*/ 456600 w 780450"/>
              <a:gd name="connsiteY13" fmla="*/ 673100 h 683589"/>
              <a:gd name="connsiteX14" fmla="*/ 577250 w 780450"/>
              <a:gd name="connsiteY14" fmla="*/ 673100 h 683589"/>
              <a:gd name="connsiteX15" fmla="*/ 628050 w 780450"/>
              <a:gd name="connsiteY15" fmla="*/ 660400 h 683589"/>
              <a:gd name="connsiteX16" fmla="*/ 666150 w 780450"/>
              <a:gd name="connsiteY16" fmla="*/ 628650 h 683589"/>
              <a:gd name="connsiteX17" fmla="*/ 678850 w 780450"/>
              <a:gd name="connsiteY17" fmla="*/ 603250 h 683589"/>
              <a:gd name="connsiteX18" fmla="*/ 685200 w 780450"/>
              <a:gd name="connsiteY18" fmla="*/ 584200 h 683589"/>
              <a:gd name="connsiteX19" fmla="*/ 723300 w 780450"/>
              <a:gd name="connsiteY19" fmla="*/ 546100 h 683589"/>
              <a:gd name="connsiteX20" fmla="*/ 736000 w 780450"/>
              <a:gd name="connsiteY20" fmla="*/ 514350 h 683589"/>
              <a:gd name="connsiteX21" fmla="*/ 761400 w 780450"/>
              <a:gd name="connsiteY21" fmla="*/ 463550 h 683589"/>
              <a:gd name="connsiteX22" fmla="*/ 780450 w 780450"/>
              <a:gd name="connsiteY22" fmla="*/ 406400 h 683589"/>
              <a:gd name="connsiteX23" fmla="*/ 761400 w 780450"/>
              <a:gd name="connsiteY23" fmla="*/ 311150 h 683589"/>
              <a:gd name="connsiteX24" fmla="*/ 742350 w 780450"/>
              <a:gd name="connsiteY24" fmla="*/ 292100 h 683589"/>
              <a:gd name="connsiteX25" fmla="*/ 716950 w 780450"/>
              <a:gd name="connsiteY25" fmla="*/ 247650 h 683589"/>
              <a:gd name="connsiteX26" fmla="*/ 672500 w 780450"/>
              <a:gd name="connsiteY26" fmla="*/ 196850 h 683589"/>
              <a:gd name="connsiteX27" fmla="*/ 647100 w 780450"/>
              <a:gd name="connsiteY27" fmla="*/ 171450 h 683589"/>
              <a:gd name="connsiteX28" fmla="*/ 634400 w 780450"/>
              <a:gd name="connsiteY28" fmla="*/ 152400 h 683589"/>
              <a:gd name="connsiteX29" fmla="*/ 602650 w 780450"/>
              <a:gd name="connsiteY29" fmla="*/ 139700 h 683589"/>
              <a:gd name="connsiteX30" fmla="*/ 589950 w 780450"/>
              <a:gd name="connsiteY30" fmla="*/ 120650 h 683589"/>
              <a:gd name="connsiteX31" fmla="*/ 570900 w 780450"/>
              <a:gd name="connsiteY31" fmla="*/ 114300 h 683589"/>
              <a:gd name="connsiteX32" fmla="*/ 551850 w 780450"/>
              <a:gd name="connsiteY32" fmla="*/ 101600 h 683589"/>
              <a:gd name="connsiteX33" fmla="*/ 532800 w 780450"/>
              <a:gd name="connsiteY33" fmla="*/ 95250 h 683589"/>
              <a:gd name="connsiteX34" fmla="*/ 443900 w 780450"/>
              <a:gd name="connsiteY34" fmla="*/ 50800 h 683589"/>
              <a:gd name="connsiteX35" fmla="*/ 418500 w 780450"/>
              <a:gd name="connsiteY35" fmla="*/ 38100 h 683589"/>
              <a:gd name="connsiteX36" fmla="*/ 361350 w 780450"/>
              <a:gd name="connsiteY36" fmla="*/ 31750 h 683589"/>
              <a:gd name="connsiteX37" fmla="*/ 221650 w 780450"/>
              <a:gd name="connsiteY37" fmla="*/ 19050 h 683589"/>
              <a:gd name="connsiteX38" fmla="*/ 189900 w 780450"/>
              <a:gd name="connsiteY38" fmla="*/ 6350 h 683589"/>
              <a:gd name="connsiteX39" fmla="*/ 151800 w 780450"/>
              <a:gd name="connsiteY39" fmla="*/ 0 h 683589"/>
              <a:gd name="connsiteX40" fmla="*/ 88300 w 780450"/>
              <a:gd name="connsiteY40" fmla="*/ 6350 h 683589"/>
              <a:gd name="connsiteX41" fmla="*/ 50200 w 780450"/>
              <a:gd name="connsiteY41" fmla="*/ 19050 h 683589"/>
              <a:gd name="connsiteX42" fmla="*/ 31150 w 780450"/>
              <a:gd name="connsiteY42" fmla="*/ 38100 h 683589"/>
              <a:gd name="connsiteX43" fmla="*/ 24800 w 780450"/>
              <a:gd name="connsiteY43" fmla="*/ 57150 h 683589"/>
              <a:gd name="connsiteX44" fmla="*/ 12100 w 780450"/>
              <a:gd name="connsiteY44" fmla="*/ 82550 h 683589"/>
              <a:gd name="connsiteX45" fmla="*/ 5750 w 780450"/>
              <a:gd name="connsiteY45" fmla="*/ 82550 h 683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80450" h="683589">
                <a:moveTo>
                  <a:pt x="5750" y="82550"/>
                </a:moveTo>
                <a:lnTo>
                  <a:pt x="5750" y="82550"/>
                </a:lnTo>
                <a:cubicBezTo>
                  <a:pt x="46934" y="233557"/>
                  <a:pt x="4727" y="60233"/>
                  <a:pt x="31150" y="254000"/>
                </a:cubicBezTo>
                <a:cubicBezTo>
                  <a:pt x="32959" y="267264"/>
                  <a:pt x="43850" y="292100"/>
                  <a:pt x="43850" y="292100"/>
                </a:cubicBezTo>
                <a:cubicBezTo>
                  <a:pt x="45967" y="321733"/>
                  <a:pt x="45316" y="351695"/>
                  <a:pt x="50200" y="381000"/>
                </a:cubicBezTo>
                <a:cubicBezTo>
                  <a:pt x="51756" y="390337"/>
                  <a:pt x="58204" y="398181"/>
                  <a:pt x="62900" y="406400"/>
                </a:cubicBezTo>
                <a:cubicBezTo>
                  <a:pt x="66686" y="413026"/>
                  <a:pt x="74757" y="417865"/>
                  <a:pt x="75600" y="425450"/>
                </a:cubicBezTo>
                <a:cubicBezTo>
                  <a:pt x="79106" y="457006"/>
                  <a:pt x="75600" y="488950"/>
                  <a:pt x="75600" y="520700"/>
                </a:cubicBezTo>
                <a:lnTo>
                  <a:pt x="183550" y="552450"/>
                </a:lnTo>
                <a:cubicBezTo>
                  <a:pt x="200483" y="563033"/>
                  <a:pt x="218757" y="571726"/>
                  <a:pt x="234350" y="584200"/>
                </a:cubicBezTo>
                <a:cubicBezTo>
                  <a:pt x="260348" y="604999"/>
                  <a:pt x="231037" y="620920"/>
                  <a:pt x="285150" y="628650"/>
                </a:cubicBezTo>
                <a:lnTo>
                  <a:pt x="329600" y="635000"/>
                </a:lnTo>
                <a:cubicBezTo>
                  <a:pt x="393444" y="666922"/>
                  <a:pt x="312892" y="629431"/>
                  <a:pt x="386750" y="654050"/>
                </a:cubicBezTo>
                <a:cubicBezTo>
                  <a:pt x="459476" y="678292"/>
                  <a:pt x="349117" y="657745"/>
                  <a:pt x="456600" y="673100"/>
                </a:cubicBezTo>
                <a:cubicBezTo>
                  <a:pt x="504929" y="689210"/>
                  <a:pt x="483735" y="684789"/>
                  <a:pt x="577250" y="673100"/>
                </a:cubicBezTo>
                <a:cubicBezTo>
                  <a:pt x="594570" y="670935"/>
                  <a:pt x="628050" y="660400"/>
                  <a:pt x="628050" y="660400"/>
                </a:cubicBezTo>
                <a:cubicBezTo>
                  <a:pt x="643240" y="650273"/>
                  <a:pt x="655038" y="644207"/>
                  <a:pt x="666150" y="628650"/>
                </a:cubicBezTo>
                <a:cubicBezTo>
                  <a:pt x="671652" y="620947"/>
                  <a:pt x="675121" y="611951"/>
                  <a:pt x="678850" y="603250"/>
                </a:cubicBezTo>
                <a:cubicBezTo>
                  <a:pt x="681487" y="597098"/>
                  <a:pt x="681091" y="589484"/>
                  <a:pt x="685200" y="584200"/>
                </a:cubicBezTo>
                <a:cubicBezTo>
                  <a:pt x="696227" y="570023"/>
                  <a:pt x="723300" y="546100"/>
                  <a:pt x="723300" y="546100"/>
                </a:cubicBezTo>
                <a:cubicBezTo>
                  <a:pt x="727533" y="535517"/>
                  <a:pt x="730902" y="524545"/>
                  <a:pt x="736000" y="514350"/>
                </a:cubicBezTo>
                <a:cubicBezTo>
                  <a:pt x="755656" y="475038"/>
                  <a:pt x="744920" y="518483"/>
                  <a:pt x="761400" y="463550"/>
                </a:cubicBezTo>
                <a:cubicBezTo>
                  <a:pt x="779864" y="402002"/>
                  <a:pt x="753926" y="459447"/>
                  <a:pt x="780450" y="406400"/>
                </a:cubicBezTo>
                <a:cubicBezTo>
                  <a:pt x="775956" y="352472"/>
                  <a:pt x="787493" y="342461"/>
                  <a:pt x="761400" y="311150"/>
                </a:cubicBezTo>
                <a:cubicBezTo>
                  <a:pt x="755651" y="304251"/>
                  <a:pt x="748700" y="298450"/>
                  <a:pt x="742350" y="292100"/>
                </a:cubicBezTo>
                <a:cubicBezTo>
                  <a:pt x="731242" y="247668"/>
                  <a:pt x="744826" y="283490"/>
                  <a:pt x="716950" y="247650"/>
                </a:cubicBezTo>
                <a:cubicBezTo>
                  <a:pt x="644278" y="154214"/>
                  <a:pt x="725769" y="242510"/>
                  <a:pt x="672500" y="196850"/>
                </a:cubicBezTo>
                <a:cubicBezTo>
                  <a:pt x="663409" y="189058"/>
                  <a:pt x="654892" y="180541"/>
                  <a:pt x="647100" y="171450"/>
                </a:cubicBezTo>
                <a:cubicBezTo>
                  <a:pt x="642133" y="165656"/>
                  <a:pt x="640610" y="156836"/>
                  <a:pt x="634400" y="152400"/>
                </a:cubicBezTo>
                <a:cubicBezTo>
                  <a:pt x="625125" y="145775"/>
                  <a:pt x="613233" y="143933"/>
                  <a:pt x="602650" y="139700"/>
                </a:cubicBezTo>
                <a:cubicBezTo>
                  <a:pt x="598417" y="133350"/>
                  <a:pt x="595909" y="125418"/>
                  <a:pt x="589950" y="120650"/>
                </a:cubicBezTo>
                <a:cubicBezTo>
                  <a:pt x="584723" y="116469"/>
                  <a:pt x="576887" y="117293"/>
                  <a:pt x="570900" y="114300"/>
                </a:cubicBezTo>
                <a:cubicBezTo>
                  <a:pt x="564074" y="110887"/>
                  <a:pt x="558676" y="105013"/>
                  <a:pt x="551850" y="101600"/>
                </a:cubicBezTo>
                <a:cubicBezTo>
                  <a:pt x="545863" y="98607"/>
                  <a:pt x="538856" y="98100"/>
                  <a:pt x="532800" y="95250"/>
                </a:cubicBezTo>
                <a:cubicBezTo>
                  <a:pt x="502822" y="81143"/>
                  <a:pt x="473533" y="65617"/>
                  <a:pt x="443900" y="50800"/>
                </a:cubicBezTo>
                <a:cubicBezTo>
                  <a:pt x="435433" y="46567"/>
                  <a:pt x="427908" y="39145"/>
                  <a:pt x="418500" y="38100"/>
                </a:cubicBezTo>
                <a:lnTo>
                  <a:pt x="361350" y="31750"/>
                </a:lnTo>
                <a:cubicBezTo>
                  <a:pt x="296743" y="10214"/>
                  <a:pt x="393216" y="40496"/>
                  <a:pt x="221650" y="19050"/>
                </a:cubicBezTo>
                <a:cubicBezTo>
                  <a:pt x="210339" y="17636"/>
                  <a:pt x="200897" y="9349"/>
                  <a:pt x="189900" y="6350"/>
                </a:cubicBezTo>
                <a:cubicBezTo>
                  <a:pt x="177478" y="2962"/>
                  <a:pt x="164500" y="2117"/>
                  <a:pt x="151800" y="0"/>
                </a:cubicBezTo>
                <a:cubicBezTo>
                  <a:pt x="130633" y="2117"/>
                  <a:pt x="109208" y="2430"/>
                  <a:pt x="88300" y="6350"/>
                </a:cubicBezTo>
                <a:cubicBezTo>
                  <a:pt x="75142" y="8817"/>
                  <a:pt x="50200" y="19050"/>
                  <a:pt x="50200" y="19050"/>
                </a:cubicBezTo>
                <a:cubicBezTo>
                  <a:pt x="43850" y="25400"/>
                  <a:pt x="36131" y="30628"/>
                  <a:pt x="31150" y="38100"/>
                </a:cubicBezTo>
                <a:cubicBezTo>
                  <a:pt x="27437" y="43669"/>
                  <a:pt x="27437" y="50998"/>
                  <a:pt x="24800" y="57150"/>
                </a:cubicBezTo>
                <a:cubicBezTo>
                  <a:pt x="21071" y="65851"/>
                  <a:pt x="15829" y="73849"/>
                  <a:pt x="12100" y="82550"/>
                </a:cubicBezTo>
                <a:cubicBezTo>
                  <a:pt x="-11440" y="137477"/>
                  <a:pt x="6808" y="82550"/>
                  <a:pt x="5750" y="82550"/>
                </a:cubicBezTo>
                <a:close/>
              </a:path>
            </a:pathLst>
          </a:custGeom>
          <a:solidFill>
            <a:srgbClr val="92D050">
              <a:alpha val="96863"/>
            </a:srgb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pic>
        <p:nvPicPr>
          <p:cNvPr id="46" name="Picture 13">
            <a:extLst>
              <a:ext uri="{FF2B5EF4-FFF2-40B4-BE49-F238E27FC236}">
                <a16:creationId xmlns:a16="http://schemas.microsoft.com/office/drawing/2014/main" id="{77DA6477-D7B5-A246-75DD-501FE71F48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55559" y="3481233"/>
            <a:ext cx="667379" cy="6509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7" name="Forme libre 39">
            <a:extLst>
              <a:ext uri="{FF2B5EF4-FFF2-40B4-BE49-F238E27FC236}">
                <a16:creationId xmlns:a16="http://schemas.microsoft.com/office/drawing/2014/main" id="{60E09B6F-A8F6-754A-53D4-4814F151432A}"/>
              </a:ext>
            </a:extLst>
          </p:cNvPr>
          <p:cNvSpPr/>
          <p:nvPr/>
        </p:nvSpPr>
        <p:spPr>
          <a:xfrm>
            <a:off x="6028267" y="1219200"/>
            <a:ext cx="2311400" cy="4956795"/>
          </a:xfrm>
          <a:custGeom>
            <a:avLst/>
            <a:gdLst>
              <a:gd name="connsiteX0" fmla="*/ 0 w 1733550"/>
              <a:gd name="connsiteY0" fmla="*/ 0 h 3717596"/>
              <a:gd name="connsiteX1" fmla="*/ 1238250 w 1733550"/>
              <a:gd name="connsiteY1" fmla="*/ 768350 h 3717596"/>
              <a:gd name="connsiteX2" fmla="*/ 1657350 w 1733550"/>
              <a:gd name="connsiteY2" fmla="*/ 2209800 h 3717596"/>
              <a:gd name="connsiteX3" fmla="*/ 1720850 w 1733550"/>
              <a:gd name="connsiteY3" fmla="*/ 3581400 h 3717596"/>
              <a:gd name="connsiteX4" fmla="*/ 1733550 w 1733550"/>
              <a:gd name="connsiteY4" fmla="*/ 3594100 h 37175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3550" h="3717596">
                <a:moveTo>
                  <a:pt x="0" y="0"/>
                </a:moveTo>
                <a:cubicBezTo>
                  <a:pt x="481012" y="200025"/>
                  <a:pt x="962025" y="400050"/>
                  <a:pt x="1238250" y="768350"/>
                </a:cubicBezTo>
                <a:cubicBezTo>
                  <a:pt x="1514475" y="1136650"/>
                  <a:pt x="1576917" y="1740959"/>
                  <a:pt x="1657350" y="2209800"/>
                </a:cubicBezTo>
                <a:cubicBezTo>
                  <a:pt x="1737783" y="2678641"/>
                  <a:pt x="1708150" y="3350683"/>
                  <a:pt x="1720850" y="3581400"/>
                </a:cubicBezTo>
                <a:cubicBezTo>
                  <a:pt x="1733550" y="3812117"/>
                  <a:pt x="1733550" y="3703108"/>
                  <a:pt x="1733550" y="3594100"/>
                </a:cubicBezTo>
              </a:path>
            </a:pathLst>
          </a:cu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48" name="Connecteur droit 47">
            <a:extLst>
              <a:ext uri="{FF2B5EF4-FFF2-40B4-BE49-F238E27FC236}">
                <a16:creationId xmlns:a16="http://schemas.microsoft.com/office/drawing/2014/main" id="{9070EDD0-790A-7049-0283-B0B3149E51D4}"/>
              </a:ext>
            </a:extLst>
          </p:cNvPr>
          <p:cNvCxnSpPr/>
          <p:nvPr/>
        </p:nvCxnSpPr>
        <p:spPr>
          <a:xfrm flipV="1">
            <a:off x="5266207" y="740704"/>
            <a:ext cx="5088565" cy="3840425"/>
          </a:xfrm>
          <a:prstGeom prst="line">
            <a:avLst/>
          </a:prstGeom>
          <a:ln w="571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9" name="ZoneTexte 48">
            <a:extLst>
              <a:ext uri="{FF2B5EF4-FFF2-40B4-BE49-F238E27FC236}">
                <a16:creationId xmlns:a16="http://schemas.microsoft.com/office/drawing/2014/main" id="{C0E029B6-2E3A-4F90-8DB0-D318FC51DC99}"/>
              </a:ext>
            </a:extLst>
          </p:cNvPr>
          <p:cNvSpPr txBox="1"/>
          <p:nvPr/>
        </p:nvSpPr>
        <p:spPr>
          <a:xfrm>
            <a:off x="10950506" y="4375943"/>
            <a:ext cx="1245529" cy="379656"/>
          </a:xfrm>
          <a:prstGeom prst="rect">
            <a:avLst/>
          </a:prstGeom>
          <a:noFill/>
        </p:spPr>
        <p:txBody>
          <a:bodyPr wrap="square" rtlCol="0">
            <a:spAutoFit/>
          </a:bodyPr>
          <a:lstStyle/>
          <a:p>
            <a:pPr algn="ctr"/>
            <a:r>
              <a:rPr lang="fr-FR" sz="1867" b="1">
                <a:solidFill>
                  <a:srgbClr val="FF0000"/>
                </a:solidFill>
              </a:rPr>
              <a:t>N 134</a:t>
            </a:r>
          </a:p>
        </p:txBody>
      </p:sp>
      <p:sp>
        <p:nvSpPr>
          <p:cNvPr id="50" name="ZoneTexte 49">
            <a:extLst>
              <a:ext uri="{FF2B5EF4-FFF2-40B4-BE49-F238E27FC236}">
                <a16:creationId xmlns:a16="http://schemas.microsoft.com/office/drawing/2014/main" id="{F82C8BC4-4719-E4D1-3507-8A6612A3E8F9}"/>
              </a:ext>
            </a:extLst>
          </p:cNvPr>
          <p:cNvSpPr txBox="1"/>
          <p:nvPr/>
        </p:nvSpPr>
        <p:spPr>
          <a:xfrm>
            <a:off x="1" y="4375943"/>
            <a:ext cx="1245529" cy="379656"/>
          </a:xfrm>
          <a:prstGeom prst="rect">
            <a:avLst/>
          </a:prstGeom>
          <a:noFill/>
        </p:spPr>
        <p:txBody>
          <a:bodyPr wrap="square" rtlCol="0">
            <a:spAutoFit/>
          </a:bodyPr>
          <a:lstStyle/>
          <a:p>
            <a:pPr algn="ctr"/>
            <a:r>
              <a:rPr lang="fr-FR" sz="1867" b="1">
                <a:solidFill>
                  <a:srgbClr val="FF0000"/>
                </a:solidFill>
              </a:rPr>
              <a:t>N 134</a:t>
            </a:r>
          </a:p>
        </p:txBody>
      </p:sp>
      <p:sp>
        <p:nvSpPr>
          <p:cNvPr id="51" name="ZoneTexte 50">
            <a:extLst>
              <a:ext uri="{FF2B5EF4-FFF2-40B4-BE49-F238E27FC236}">
                <a16:creationId xmlns:a16="http://schemas.microsoft.com/office/drawing/2014/main" id="{7A498EBF-5154-7E80-B664-5788DACF7884}"/>
              </a:ext>
            </a:extLst>
          </p:cNvPr>
          <p:cNvSpPr txBox="1"/>
          <p:nvPr/>
        </p:nvSpPr>
        <p:spPr>
          <a:xfrm>
            <a:off x="10018453" y="452668"/>
            <a:ext cx="1245529" cy="379656"/>
          </a:xfrm>
          <a:prstGeom prst="rect">
            <a:avLst/>
          </a:prstGeom>
          <a:noFill/>
        </p:spPr>
        <p:txBody>
          <a:bodyPr wrap="square" rtlCol="0">
            <a:spAutoFit/>
          </a:bodyPr>
          <a:lstStyle/>
          <a:p>
            <a:pPr algn="ctr"/>
            <a:r>
              <a:rPr lang="fr-FR" sz="1867" b="1">
                <a:solidFill>
                  <a:srgbClr val="FF0000"/>
                </a:solidFill>
              </a:rPr>
              <a:t>D</a:t>
            </a:r>
            <a:r>
              <a:rPr lang="fr-FR" sz="1867" b="1"/>
              <a:t> </a:t>
            </a:r>
            <a:r>
              <a:rPr lang="fr-FR" sz="1867" b="1">
                <a:solidFill>
                  <a:srgbClr val="FF0000"/>
                </a:solidFill>
              </a:rPr>
              <a:t>12</a:t>
            </a:r>
          </a:p>
        </p:txBody>
      </p:sp>
      <p:sp>
        <p:nvSpPr>
          <p:cNvPr id="52" name="Forme libre 26">
            <a:extLst>
              <a:ext uri="{FF2B5EF4-FFF2-40B4-BE49-F238E27FC236}">
                <a16:creationId xmlns:a16="http://schemas.microsoft.com/office/drawing/2014/main" id="{377D3DA2-F913-C01B-4789-C9E73A66D5A1}"/>
              </a:ext>
            </a:extLst>
          </p:cNvPr>
          <p:cNvSpPr/>
          <p:nvPr/>
        </p:nvSpPr>
        <p:spPr>
          <a:xfrm>
            <a:off x="6975079" y="3140968"/>
            <a:ext cx="3776133" cy="422885"/>
          </a:xfrm>
          <a:custGeom>
            <a:avLst/>
            <a:gdLst>
              <a:gd name="connsiteX0" fmla="*/ 0 w 2832100"/>
              <a:gd name="connsiteY0" fmla="*/ 121499 h 317164"/>
              <a:gd name="connsiteX1" fmla="*/ 419100 w 2832100"/>
              <a:gd name="connsiteY1" fmla="*/ 216749 h 317164"/>
              <a:gd name="connsiteX2" fmla="*/ 1174750 w 2832100"/>
              <a:gd name="connsiteY2" fmla="*/ 849 h 317164"/>
              <a:gd name="connsiteX3" fmla="*/ 1752600 w 2832100"/>
              <a:gd name="connsiteY3" fmla="*/ 311999 h 317164"/>
              <a:gd name="connsiteX4" fmla="*/ 2571750 w 2832100"/>
              <a:gd name="connsiteY4" fmla="*/ 191349 h 317164"/>
              <a:gd name="connsiteX5" fmla="*/ 2832100 w 2832100"/>
              <a:gd name="connsiteY5" fmla="*/ 140549 h 317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32100" h="317164">
                <a:moveTo>
                  <a:pt x="0" y="121499"/>
                </a:moveTo>
                <a:cubicBezTo>
                  <a:pt x="111654" y="179178"/>
                  <a:pt x="223308" y="236857"/>
                  <a:pt x="419100" y="216749"/>
                </a:cubicBezTo>
                <a:cubicBezTo>
                  <a:pt x="614892" y="196641"/>
                  <a:pt x="952500" y="-15026"/>
                  <a:pt x="1174750" y="849"/>
                </a:cubicBezTo>
                <a:cubicBezTo>
                  <a:pt x="1397000" y="16724"/>
                  <a:pt x="1519767" y="280249"/>
                  <a:pt x="1752600" y="311999"/>
                </a:cubicBezTo>
                <a:cubicBezTo>
                  <a:pt x="1985433" y="343749"/>
                  <a:pt x="2391833" y="219924"/>
                  <a:pt x="2571750" y="191349"/>
                </a:cubicBezTo>
                <a:cubicBezTo>
                  <a:pt x="2751667" y="162774"/>
                  <a:pt x="2791883" y="151661"/>
                  <a:pt x="2832100" y="140549"/>
                </a:cubicBezTo>
              </a:path>
            </a:pathLst>
          </a:cu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53" name="Connecteur droit 52">
            <a:extLst>
              <a:ext uri="{FF2B5EF4-FFF2-40B4-BE49-F238E27FC236}">
                <a16:creationId xmlns:a16="http://schemas.microsoft.com/office/drawing/2014/main" id="{AE86D2CA-9634-D7E7-038D-274EA7A9D3A8}"/>
              </a:ext>
            </a:extLst>
          </p:cNvPr>
          <p:cNvCxnSpPr>
            <a:cxnSpLocks/>
          </p:cNvCxnSpPr>
          <p:nvPr/>
        </p:nvCxnSpPr>
        <p:spPr>
          <a:xfrm flipV="1">
            <a:off x="1139139" y="4605229"/>
            <a:ext cx="2451045" cy="1597151"/>
          </a:xfrm>
          <a:prstGeom prst="lin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cxnSp>
      <p:pic>
        <p:nvPicPr>
          <p:cNvPr id="54" name="Picture 5">
            <a:extLst>
              <a:ext uri="{FF2B5EF4-FFF2-40B4-BE49-F238E27FC236}">
                <a16:creationId xmlns:a16="http://schemas.microsoft.com/office/drawing/2014/main" id="{A8ADD2F5-EFA5-3616-AD71-942DDCCE55C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735" y="4930560"/>
            <a:ext cx="1139496" cy="10561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5" name="Picture 6">
            <a:extLst>
              <a:ext uri="{FF2B5EF4-FFF2-40B4-BE49-F238E27FC236}">
                <a16:creationId xmlns:a16="http://schemas.microsoft.com/office/drawing/2014/main" id="{EB086E89-ECA4-A907-2931-F8F41D3267E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20374288">
            <a:off x="7892178" y="3257551"/>
            <a:ext cx="480053" cy="150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6" name="Picture 6">
            <a:extLst>
              <a:ext uri="{FF2B5EF4-FFF2-40B4-BE49-F238E27FC236}">
                <a16:creationId xmlns:a16="http://schemas.microsoft.com/office/drawing/2014/main" id="{2604FFD2-F8FA-EAC3-108E-7C9331A5E59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9479682">
            <a:off x="7779091" y="3097673"/>
            <a:ext cx="480053" cy="150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7" name="Forme libre 41">
            <a:extLst>
              <a:ext uri="{FF2B5EF4-FFF2-40B4-BE49-F238E27FC236}">
                <a16:creationId xmlns:a16="http://schemas.microsoft.com/office/drawing/2014/main" id="{A2B73FA4-83D6-543A-104E-505E00C7273A}"/>
              </a:ext>
            </a:extLst>
          </p:cNvPr>
          <p:cNvSpPr/>
          <p:nvPr/>
        </p:nvSpPr>
        <p:spPr>
          <a:xfrm>
            <a:off x="9141243" y="1422509"/>
            <a:ext cx="2488444" cy="2100891"/>
          </a:xfrm>
          <a:custGeom>
            <a:avLst/>
            <a:gdLst>
              <a:gd name="connsiteX0" fmla="*/ 78883 w 1386983"/>
              <a:gd name="connsiteY0" fmla="*/ 1295400 h 1295400"/>
              <a:gd name="connsiteX1" fmla="*/ 15383 w 1386983"/>
              <a:gd name="connsiteY1" fmla="*/ 673100 h 1295400"/>
              <a:gd name="connsiteX2" fmla="*/ 332883 w 1386983"/>
              <a:gd name="connsiteY2" fmla="*/ 876300 h 1295400"/>
              <a:gd name="connsiteX3" fmla="*/ 218583 w 1386983"/>
              <a:gd name="connsiteY3" fmla="*/ 463550 h 1295400"/>
              <a:gd name="connsiteX4" fmla="*/ 663083 w 1386983"/>
              <a:gd name="connsiteY4" fmla="*/ 730250 h 1295400"/>
              <a:gd name="connsiteX5" fmla="*/ 574183 w 1386983"/>
              <a:gd name="connsiteY5" fmla="*/ 323850 h 1295400"/>
              <a:gd name="connsiteX6" fmla="*/ 1005983 w 1386983"/>
              <a:gd name="connsiteY6" fmla="*/ 387350 h 1295400"/>
              <a:gd name="connsiteX7" fmla="*/ 1221883 w 1386983"/>
              <a:gd name="connsiteY7" fmla="*/ 177800 h 1295400"/>
              <a:gd name="connsiteX8" fmla="*/ 1386983 w 1386983"/>
              <a:gd name="connsiteY8" fmla="*/ 0 h 1295400"/>
              <a:gd name="connsiteX9" fmla="*/ 1386983 w 1386983"/>
              <a:gd name="connsiteY9" fmla="*/ 0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86983" h="1295400">
                <a:moveTo>
                  <a:pt x="78883" y="1295400"/>
                </a:moveTo>
                <a:cubicBezTo>
                  <a:pt x="25966" y="1019175"/>
                  <a:pt x="-26950" y="742950"/>
                  <a:pt x="15383" y="673100"/>
                </a:cubicBezTo>
                <a:cubicBezTo>
                  <a:pt x="57716" y="603250"/>
                  <a:pt x="299016" y="911225"/>
                  <a:pt x="332883" y="876300"/>
                </a:cubicBezTo>
                <a:cubicBezTo>
                  <a:pt x="366750" y="841375"/>
                  <a:pt x="163550" y="487892"/>
                  <a:pt x="218583" y="463550"/>
                </a:cubicBezTo>
                <a:cubicBezTo>
                  <a:pt x="273616" y="439208"/>
                  <a:pt x="603816" y="753533"/>
                  <a:pt x="663083" y="730250"/>
                </a:cubicBezTo>
                <a:cubicBezTo>
                  <a:pt x="722350" y="706967"/>
                  <a:pt x="517033" y="381000"/>
                  <a:pt x="574183" y="323850"/>
                </a:cubicBezTo>
                <a:cubicBezTo>
                  <a:pt x="631333" y="266700"/>
                  <a:pt x="898033" y="411692"/>
                  <a:pt x="1005983" y="387350"/>
                </a:cubicBezTo>
                <a:cubicBezTo>
                  <a:pt x="1113933" y="363008"/>
                  <a:pt x="1158383" y="242358"/>
                  <a:pt x="1221883" y="177800"/>
                </a:cubicBezTo>
                <a:cubicBezTo>
                  <a:pt x="1285383" y="113242"/>
                  <a:pt x="1386983" y="0"/>
                  <a:pt x="1386983" y="0"/>
                </a:cubicBezTo>
                <a:lnTo>
                  <a:pt x="1386983" y="0"/>
                </a:lnTo>
              </a:path>
            </a:pathLst>
          </a:cu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58" name="Forme libre 43">
            <a:extLst>
              <a:ext uri="{FF2B5EF4-FFF2-40B4-BE49-F238E27FC236}">
                <a16:creationId xmlns:a16="http://schemas.microsoft.com/office/drawing/2014/main" id="{C81B6C40-43F3-DBDD-0D57-742D345E505F}"/>
              </a:ext>
            </a:extLst>
          </p:cNvPr>
          <p:cNvSpPr/>
          <p:nvPr/>
        </p:nvSpPr>
        <p:spPr>
          <a:xfrm>
            <a:off x="9753600" y="2819401"/>
            <a:ext cx="1490133" cy="212801"/>
          </a:xfrm>
          <a:custGeom>
            <a:avLst/>
            <a:gdLst>
              <a:gd name="connsiteX0" fmla="*/ 0 w 1117600"/>
              <a:gd name="connsiteY0" fmla="*/ 0 h 159601"/>
              <a:gd name="connsiteX1" fmla="*/ 165100 w 1117600"/>
              <a:gd name="connsiteY1" fmla="*/ 152400 h 159601"/>
              <a:gd name="connsiteX2" fmla="*/ 685800 w 1117600"/>
              <a:gd name="connsiteY2" fmla="*/ 127000 h 159601"/>
              <a:gd name="connsiteX3" fmla="*/ 1117600 w 1117600"/>
              <a:gd name="connsiteY3" fmla="*/ 57150 h 159601"/>
            </a:gdLst>
            <a:ahLst/>
            <a:cxnLst>
              <a:cxn ang="0">
                <a:pos x="connsiteX0" y="connsiteY0"/>
              </a:cxn>
              <a:cxn ang="0">
                <a:pos x="connsiteX1" y="connsiteY1"/>
              </a:cxn>
              <a:cxn ang="0">
                <a:pos x="connsiteX2" y="connsiteY2"/>
              </a:cxn>
              <a:cxn ang="0">
                <a:pos x="connsiteX3" y="connsiteY3"/>
              </a:cxn>
            </a:cxnLst>
            <a:rect l="l" t="t" r="r" b="b"/>
            <a:pathLst>
              <a:path w="1117600" h="159601">
                <a:moveTo>
                  <a:pt x="0" y="0"/>
                </a:moveTo>
                <a:cubicBezTo>
                  <a:pt x="25400" y="65616"/>
                  <a:pt x="50800" y="131233"/>
                  <a:pt x="165100" y="152400"/>
                </a:cubicBezTo>
                <a:cubicBezTo>
                  <a:pt x="279400" y="173567"/>
                  <a:pt x="527050" y="142875"/>
                  <a:pt x="685800" y="127000"/>
                </a:cubicBezTo>
                <a:cubicBezTo>
                  <a:pt x="844550" y="111125"/>
                  <a:pt x="981075" y="84137"/>
                  <a:pt x="1117600" y="57150"/>
                </a:cubicBezTo>
              </a:path>
            </a:pathLst>
          </a:cu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59" name="Connecteur droit 58">
            <a:extLst>
              <a:ext uri="{FF2B5EF4-FFF2-40B4-BE49-F238E27FC236}">
                <a16:creationId xmlns:a16="http://schemas.microsoft.com/office/drawing/2014/main" id="{BBD446BE-D26A-CA94-DB81-1DB2FBE1B302}"/>
              </a:ext>
            </a:extLst>
          </p:cNvPr>
          <p:cNvCxnSpPr/>
          <p:nvPr/>
        </p:nvCxnSpPr>
        <p:spPr>
          <a:xfrm>
            <a:off x="1093798" y="4581127"/>
            <a:ext cx="9985109" cy="0"/>
          </a:xfrm>
          <a:prstGeom prst="line">
            <a:avLst/>
          </a:prstGeom>
          <a:ln w="571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EB19A0E6-6584-989C-5207-8978AF30A805}"/>
              </a:ext>
            </a:extLst>
          </p:cNvPr>
          <p:cNvSpPr/>
          <p:nvPr/>
        </p:nvSpPr>
        <p:spPr>
          <a:xfrm>
            <a:off x="8154064" y="5925277"/>
            <a:ext cx="342203"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61" name="Rectangle 60">
            <a:extLst>
              <a:ext uri="{FF2B5EF4-FFF2-40B4-BE49-F238E27FC236}">
                <a16:creationId xmlns:a16="http://schemas.microsoft.com/office/drawing/2014/main" id="{17206D78-7AF1-63F2-03C8-37293AAF75F6}"/>
              </a:ext>
            </a:extLst>
          </p:cNvPr>
          <p:cNvSpPr/>
          <p:nvPr/>
        </p:nvSpPr>
        <p:spPr>
          <a:xfrm>
            <a:off x="2093172" y="2663003"/>
            <a:ext cx="1208136" cy="486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62" name="Rectangle 61">
            <a:extLst>
              <a:ext uri="{FF2B5EF4-FFF2-40B4-BE49-F238E27FC236}">
                <a16:creationId xmlns:a16="http://schemas.microsoft.com/office/drawing/2014/main" id="{1B73FE1A-863C-3FAF-3AF2-A68A416D836E}"/>
              </a:ext>
            </a:extLst>
          </p:cNvPr>
          <p:cNvSpPr/>
          <p:nvPr/>
        </p:nvSpPr>
        <p:spPr>
          <a:xfrm rot="20323109">
            <a:off x="11415296" y="742905"/>
            <a:ext cx="311824" cy="2828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63" name="Rectangle 62">
            <a:extLst>
              <a:ext uri="{FF2B5EF4-FFF2-40B4-BE49-F238E27FC236}">
                <a16:creationId xmlns:a16="http://schemas.microsoft.com/office/drawing/2014/main" id="{4F1CA561-4DC4-23B8-F6F4-7AB269F4FEA5}"/>
              </a:ext>
            </a:extLst>
          </p:cNvPr>
          <p:cNvSpPr/>
          <p:nvPr/>
        </p:nvSpPr>
        <p:spPr>
          <a:xfrm>
            <a:off x="11462738" y="728744"/>
            <a:ext cx="281572" cy="3167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pic>
        <p:nvPicPr>
          <p:cNvPr id="64" name="Picture 14">
            <a:extLst>
              <a:ext uri="{FF2B5EF4-FFF2-40B4-BE49-F238E27FC236}">
                <a16:creationId xmlns:a16="http://schemas.microsoft.com/office/drawing/2014/main" id="{DE9A841B-13E5-AA8F-1AE5-6049AB82804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41955" y="2643593"/>
            <a:ext cx="351711" cy="3172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7" name="Image 66">
            <a:extLst>
              <a:ext uri="{FF2B5EF4-FFF2-40B4-BE49-F238E27FC236}">
                <a16:creationId xmlns:a16="http://schemas.microsoft.com/office/drawing/2014/main" id="{5362FB01-2186-6693-AE02-B373255087C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594428" y="1886987"/>
            <a:ext cx="742208" cy="742208"/>
          </a:xfrm>
          <a:prstGeom prst="rect">
            <a:avLst/>
          </a:prstGeom>
        </p:spPr>
      </p:pic>
      <p:pic>
        <p:nvPicPr>
          <p:cNvPr id="69" name="Image 68">
            <a:extLst>
              <a:ext uri="{FF2B5EF4-FFF2-40B4-BE49-F238E27FC236}">
                <a16:creationId xmlns:a16="http://schemas.microsoft.com/office/drawing/2014/main" id="{13C45F0C-C933-38EB-99D3-9161FABFC6B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074303" y="2395833"/>
            <a:ext cx="496905" cy="496905"/>
          </a:xfrm>
          <a:prstGeom prst="rect">
            <a:avLst/>
          </a:prstGeom>
        </p:spPr>
      </p:pic>
      <p:pic>
        <p:nvPicPr>
          <p:cNvPr id="71" name="Image 70">
            <a:extLst>
              <a:ext uri="{FF2B5EF4-FFF2-40B4-BE49-F238E27FC236}">
                <a16:creationId xmlns:a16="http://schemas.microsoft.com/office/drawing/2014/main" id="{8ACF37F0-DEA1-7B0A-435F-3F4D7FB05EE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199775" y="1859617"/>
            <a:ext cx="371433" cy="371433"/>
          </a:xfrm>
          <a:prstGeom prst="rect">
            <a:avLst/>
          </a:prstGeom>
        </p:spPr>
      </p:pic>
      <p:sp>
        <p:nvSpPr>
          <p:cNvPr id="75" name="Espace réservé du texte 7">
            <a:extLst>
              <a:ext uri="{FF2B5EF4-FFF2-40B4-BE49-F238E27FC236}">
                <a16:creationId xmlns:a16="http://schemas.microsoft.com/office/drawing/2014/main" id="{C62159C0-DC54-6683-9457-2BE68454D4FA}"/>
              </a:ext>
            </a:extLst>
          </p:cNvPr>
          <p:cNvSpPr txBox="1">
            <a:spLocks/>
          </p:cNvSpPr>
          <p:nvPr/>
        </p:nvSpPr>
        <p:spPr>
          <a:xfrm>
            <a:off x="302425" y="775333"/>
            <a:ext cx="4759422" cy="2653666"/>
          </a:xfrm>
          <a:prstGeom prst="rect">
            <a:avLst/>
          </a:prstGeom>
        </p:spPr>
        <p:txBody>
          <a:bodyPr/>
          <a:lstStyle>
            <a:lvl1pPr marL="0" indent="0" algn="l" defTabSz="685800" rtl="0" eaLnBrk="1" latinLnBrk="0" hangingPunct="1">
              <a:lnSpc>
                <a:spcPct val="87000"/>
              </a:lnSpc>
              <a:spcBef>
                <a:spcPts val="750"/>
              </a:spcBef>
              <a:spcAft>
                <a:spcPts val="1200"/>
              </a:spcAft>
              <a:buFont typeface="Calibri" panose="020F0502020204030204" pitchFamily="34" charset="0"/>
              <a:buChar char="​"/>
              <a:defRPr sz="2000" kern="1200" cap="none" baseline="0">
                <a:solidFill>
                  <a:schemeClr val="accent2"/>
                </a:solidFill>
                <a:latin typeface="Arial" panose="020B0604020202020204" pitchFamily="34" charset="0"/>
                <a:ea typeface="+mn-ea"/>
                <a:cs typeface="Arial" panose="020B0604020202020204" pitchFamily="34" charset="0"/>
              </a:defRPr>
            </a:lvl1pPr>
            <a:lvl2pPr marL="0" indent="0" algn="l" defTabSz="685800" rtl="0" eaLnBrk="1" latinLnBrk="0" hangingPunct="1">
              <a:lnSpc>
                <a:spcPct val="100000"/>
              </a:lnSpc>
              <a:spcBef>
                <a:spcPts val="400"/>
              </a:spcBef>
              <a:spcAft>
                <a:spcPts val="1400"/>
              </a:spcAft>
              <a:buFont typeface="Calibri" panose="020F0502020204030204" pitchFamily="34" charset="0"/>
              <a:buChar char="​"/>
              <a:defRPr lang="fr-FR" sz="1400" kern="1200" dirty="0">
                <a:solidFill>
                  <a:srgbClr val="6D6F71"/>
                </a:solidFill>
                <a:latin typeface="Arial" panose="020B0604020202020204" pitchFamily="34" charset="0"/>
                <a:ea typeface="+mn-ea"/>
                <a:cs typeface="Arial" panose="020B0604020202020204" pitchFamily="34" charset="0"/>
              </a:defRPr>
            </a:lvl2pPr>
            <a:lvl3pPr marL="360000" indent="-144000" algn="l" defTabSz="685800" rtl="0" eaLnBrk="1" latinLnBrk="0" hangingPunct="1">
              <a:lnSpc>
                <a:spcPct val="100000"/>
              </a:lnSpc>
              <a:spcBef>
                <a:spcPts val="600"/>
              </a:spcBef>
              <a:spcAft>
                <a:spcPts val="1200"/>
              </a:spcAft>
              <a:buClr>
                <a:schemeClr val="accent6"/>
              </a:buClr>
              <a:buSzPct val="175000"/>
              <a:buFontTx/>
              <a:buBlip>
                <a:blip r:embed="rId10"/>
              </a:buBlip>
              <a:defRPr sz="1200" b="1" kern="1200">
                <a:solidFill>
                  <a:srgbClr val="6D6F71"/>
                </a:solidFill>
                <a:latin typeface="Arial" panose="020B0604020202020204" pitchFamily="34" charset="0"/>
                <a:ea typeface="+mn-ea"/>
                <a:cs typeface="Arial" panose="020B0604020202020204" pitchFamily="34" charset="0"/>
              </a:defRPr>
            </a:lvl3pPr>
            <a:lvl4pPr marL="288925" indent="-72000" algn="l" defTabSz="685800" rtl="0" eaLnBrk="1" latinLnBrk="0" hangingPunct="1">
              <a:lnSpc>
                <a:spcPct val="100000"/>
              </a:lnSpc>
              <a:spcBef>
                <a:spcPts val="500"/>
              </a:spcBef>
              <a:buClr>
                <a:srgbClr val="6D6F71"/>
              </a:buClr>
              <a:buSzPct val="110000"/>
              <a:buFont typeface="Arial" panose="020B0604020202020204" pitchFamily="34" charset="0"/>
              <a:buChar char="•"/>
              <a:defRPr sz="1100" b="1" i="0" kern="1200">
                <a:solidFill>
                  <a:schemeClr val="accent2"/>
                </a:solidFill>
                <a:latin typeface="Arial" panose="020B0604020202020204" pitchFamily="34" charset="0"/>
                <a:ea typeface="+mn-ea"/>
                <a:cs typeface="Arial" panose="020B0604020202020204" pitchFamily="34" charset="0"/>
              </a:defRPr>
            </a:lvl4pPr>
            <a:lvl5pPr marL="288000" indent="0" algn="l" defTabSz="685800" rtl="0" eaLnBrk="1" latinLnBrk="0" hangingPunct="1">
              <a:lnSpc>
                <a:spcPct val="100000"/>
              </a:lnSpc>
              <a:spcBef>
                <a:spcPts val="0"/>
              </a:spcBef>
              <a:buFont typeface="Calibri" panose="020F0502020204030204" pitchFamily="34" charset="0"/>
              <a:buChar char="​"/>
              <a:defRPr sz="1100" i="0" kern="1200">
                <a:solidFill>
                  <a:srgbClr val="6D6F7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2" indent="0" algn="ctr" defTabSz="1219170">
              <a:spcBef>
                <a:spcPts val="0"/>
              </a:spcBef>
              <a:spcAft>
                <a:spcPts val="800"/>
              </a:spcAft>
              <a:buNone/>
            </a:pPr>
            <a:endParaRPr lang="fr-FR" sz="1867" b="0" dirty="0">
              <a:solidFill>
                <a:schemeClr val="tx1"/>
              </a:solidFill>
              <a:latin typeface="+mn-lt"/>
              <a:cs typeface="+mn-cs"/>
              <a:sym typeface="Wingdings" panose="05000000000000000000" pitchFamily="2" charset="2"/>
            </a:endParaRPr>
          </a:p>
          <a:p>
            <a:pPr marL="0" lvl="2" indent="0" algn="ctr" defTabSz="1219170">
              <a:spcBef>
                <a:spcPts val="0"/>
              </a:spcBef>
              <a:spcAft>
                <a:spcPts val="800"/>
              </a:spcAft>
              <a:buNone/>
            </a:pPr>
            <a:r>
              <a:rPr lang="fr-FR" sz="1867" b="0" dirty="0">
                <a:solidFill>
                  <a:schemeClr val="tx1"/>
                </a:solidFill>
                <a:latin typeface="+mn-lt"/>
                <a:cs typeface="+mn-cs"/>
                <a:sym typeface="Wingdings" panose="05000000000000000000" pitchFamily="2" charset="2"/>
              </a:rPr>
              <a:t> </a:t>
            </a:r>
            <a:r>
              <a:rPr lang="fr-FR" sz="1867" b="0" dirty="0">
                <a:solidFill>
                  <a:schemeClr val="tx1"/>
                </a:solidFill>
                <a:latin typeface="+mn-lt"/>
                <a:cs typeface="+mn-cs"/>
              </a:rPr>
              <a:t>Disposer de </a:t>
            </a:r>
            <a:r>
              <a:rPr lang="fr-FR" sz="1867" dirty="0">
                <a:solidFill>
                  <a:schemeClr val="tx1"/>
                </a:solidFill>
                <a:latin typeface="+mn-lt"/>
                <a:cs typeface="+mn-cs"/>
              </a:rPr>
              <a:t>toutes les informations utiles à la prévention et à la lutte contre les feux de forêt</a:t>
            </a:r>
            <a:endParaRPr lang="fr-FR" sz="1867" b="0" dirty="0">
              <a:solidFill>
                <a:schemeClr val="tx1"/>
              </a:solidFill>
              <a:latin typeface="+mn-lt"/>
              <a:cs typeface="+mn-cs"/>
            </a:endParaRPr>
          </a:p>
          <a:p>
            <a:pPr marL="0" lvl="2" indent="0" algn="ctr" defTabSz="1219170">
              <a:spcBef>
                <a:spcPts val="0"/>
              </a:spcBef>
              <a:spcAft>
                <a:spcPts val="800"/>
              </a:spcAft>
              <a:buNone/>
            </a:pPr>
            <a:r>
              <a:rPr lang="fr-FR" sz="1867" b="0" dirty="0">
                <a:solidFill>
                  <a:schemeClr val="tx1"/>
                </a:solidFill>
                <a:latin typeface="+mn-lt"/>
                <a:cs typeface="+mn-cs"/>
                <a:sym typeface="Wingdings" panose="05000000000000000000" pitchFamily="2" charset="2"/>
              </a:rPr>
              <a:t> Loi Incendie englobe les </a:t>
            </a:r>
            <a:r>
              <a:rPr lang="fr-FR" sz="1867" b="0" dirty="0">
                <a:solidFill>
                  <a:srgbClr val="00B050"/>
                </a:solidFill>
                <a:latin typeface="+mn-lt"/>
                <a:cs typeface="+mn-cs"/>
                <a:sym typeface="Wingdings" panose="05000000000000000000" pitchFamily="2" charset="2"/>
              </a:rPr>
              <a:t>dessertes forestières</a:t>
            </a:r>
            <a:r>
              <a:rPr lang="fr-FR" sz="1867" b="0" dirty="0">
                <a:solidFill>
                  <a:schemeClr val="tx1"/>
                </a:solidFill>
                <a:latin typeface="+mn-lt"/>
                <a:cs typeface="+mn-cs"/>
                <a:sym typeface="Wingdings" panose="05000000000000000000" pitchFamily="2" charset="2"/>
              </a:rPr>
              <a:t> et </a:t>
            </a:r>
            <a:r>
              <a:rPr lang="fr-FR" sz="1867" b="0" dirty="0">
                <a:solidFill>
                  <a:schemeClr val="bg2"/>
                </a:solidFill>
                <a:latin typeface="+mn-lt"/>
                <a:cs typeface="+mn-cs"/>
                <a:sym typeface="Wingdings" panose="05000000000000000000" pitchFamily="2" charset="2"/>
              </a:rPr>
              <a:t>les pistes DFCI </a:t>
            </a:r>
            <a:r>
              <a:rPr lang="fr-FR" sz="1867" b="0" dirty="0">
                <a:solidFill>
                  <a:schemeClr val="tx1"/>
                </a:solidFill>
                <a:latin typeface="+mn-lt"/>
                <a:cs typeface="+mn-cs"/>
                <a:sym typeface="Wingdings" panose="05000000000000000000" pitchFamily="2" charset="2"/>
              </a:rPr>
              <a:t>dans sa cartographie</a:t>
            </a:r>
          </a:p>
          <a:p>
            <a:pPr marL="0" lvl="2" indent="0" algn="ctr" defTabSz="1219170">
              <a:spcBef>
                <a:spcPts val="0"/>
              </a:spcBef>
              <a:spcAft>
                <a:spcPts val="800"/>
              </a:spcAft>
              <a:buNone/>
            </a:pPr>
            <a:endParaRPr lang="fr-FR" sz="1867" dirty="0">
              <a:solidFill>
                <a:schemeClr val="tx1"/>
              </a:solidFill>
              <a:latin typeface="+mn-lt"/>
            </a:endParaRPr>
          </a:p>
        </p:txBody>
      </p:sp>
      <p:sp>
        <p:nvSpPr>
          <p:cNvPr id="72" name="Rectangle : coins arrondis 71">
            <a:extLst>
              <a:ext uri="{FF2B5EF4-FFF2-40B4-BE49-F238E27FC236}">
                <a16:creationId xmlns:a16="http://schemas.microsoft.com/office/drawing/2014/main" id="{45F87A68-B5DC-A7E8-EAE2-B47114449938}"/>
              </a:ext>
            </a:extLst>
          </p:cNvPr>
          <p:cNvSpPr/>
          <p:nvPr/>
        </p:nvSpPr>
        <p:spPr>
          <a:xfrm>
            <a:off x="2521542" y="1720158"/>
            <a:ext cx="7148916" cy="3621387"/>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fontAlgn="base"/>
            <a:r>
              <a:rPr lang="fr-FR" sz="2000" dirty="0">
                <a:solidFill>
                  <a:schemeClr val="tx1"/>
                </a:solidFill>
                <a:cs typeface="Arial"/>
              </a:rPr>
              <a:t>→ </a:t>
            </a:r>
            <a:r>
              <a:rPr lang="fr-FR" sz="1867" b="1" dirty="0">
                <a:solidFill>
                  <a:srgbClr val="000000"/>
                </a:solidFill>
                <a:cs typeface="Arial"/>
              </a:rPr>
              <a:t>Besoin conjoint d’informations en forêt </a:t>
            </a:r>
            <a:r>
              <a:rPr lang="fr-FR" sz="1867" dirty="0">
                <a:solidFill>
                  <a:srgbClr val="000000"/>
                </a:solidFill>
                <a:cs typeface="Arial"/>
              </a:rPr>
              <a:t>entre Transport de bois et DFCI </a:t>
            </a:r>
          </a:p>
          <a:p>
            <a:pPr algn="just" fontAlgn="base"/>
            <a:endParaRPr lang="fr-FR" sz="1867" dirty="0">
              <a:solidFill>
                <a:srgbClr val="000000"/>
              </a:solidFill>
              <a:cs typeface="Arial"/>
            </a:endParaRPr>
          </a:p>
          <a:p>
            <a:pPr algn="ctr" fontAlgn="base"/>
            <a:r>
              <a:rPr lang="fr-FR" dirty="0">
                <a:solidFill>
                  <a:schemeClr val="tx1"/>
                </a:solidFill>
                <a:cs typeface="Arial"/>
              </a:rPr>
              <a:t>→ Besoin d’un </a:t>
            </a:r>
            <a:r>
              <a:rPr lang="fr-FR" b="1" dirty="0">
                <a:solidFill>
                  <a:schemeClr val="tx1"/>
                </a:solidFill>
                <a:cs typeface="Arial"/>
              </a:rPr>
              <a:t>standard</a:t>
            </a:r>
            <a:r>
              <a:rPr lang="fr-FR" dirty="0">
                <a:solidFill>
                  <a:schemeClr val="tx1"/>
                </a:solidFill>
                <a:cs typeface="Arial"/>
              </a:rPr>
              <a:t> pour définir ce socle commun d’informations</a:t>
            </a:r>
          </a:p>
          <a:p>
            <a:pPr algn="just" fontAlgn="base"/>
            <a:endParaRPr lang="fr-FR" dirty="0">
              <a:solidFill>
                <a:schemeClr val="tx1"/>
              </a:solidFill>
              <a:cs typeface="Arial"/>
            </a:endParaRPr>
          </a:p>
          <a:p>
            <a:pPr algn="just" fontAlgn="base"/>
            <a:endParaRPr lang="fr-FR" dirty="0">
              <a:solidFill>
                <a:schemeClr val="tx1"/>
              </a:solidFill>
              <a:cs typeface="Arial"/>
            </a:endParaRPr>
          </a:p>
          <a:p>
            <a:pPr algn="just" fontAlgn="base"/>
            <a:endParaRPr lang="fr-FR" dirty="0">
              <a:solidFill>
                <a:schemeClr val="tx1"/>
              </a:solidFill>
              <a:cs typeface="Arial"/>
            </a:endParaRPr>
          </a:p>
        </p:txBody>
      </p:sp>
      <p:pic>
        <p:nvPicPr>
          <p:cNvPr id="73" name="Image 72">
            <a:extLst>
              <a:ext uri="{FF2B5EF4-FFF2-40B4-BE49-F238E27FC236}">
                <a16:creationId xmlns:a16="http://schemas.microsoft.com/office/drawing/2014/main" id="{BFCC5C17-496B-FD3C-3800-19B847FE129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562764" y="4203364"/>
            <a:ext cx="1066472" cy="1066472"/>
          </a:xfrm>
          <a:prstGeom prst="rect">
            <a:avLst/>
          </a:prstGeom>
        </p:spPr>
      </p:pic>
      <p:sp>
        <p:nvSpPr>
          <p:cNvPr id="76" name="Titre 1">
            <a:extLst>
              <a:ext uri="{FF2B5EF4-FFF2-40B4-BE49-F238E27FC236}">
                <a16:creationId xmlns:a16="http://schemas.microsoft.com/office/drawing/2014/main" id="{75BAEE69-F2B6-D67C-E163-8513D03FBB95}"/>
              </a:ext>
            </a:extLst>
          </p:cNvPr>
          <p:cNvSpPr>
            <a:spLocks noGrp="1"/>
          </p:cNvSpPr>
          <p:nvPr>
            <p:ph type="title"/>
          </p:nvPr>
        </p:nvSpPr>
        <p:spPr>
          <a:xfrm>
            <a:off x="2351584" y="356659"/>
            <a:ext cx="9840417" cy="363539"/>
          </a:xfrm>
        </p:spPr>
        <p:txBody>
          <a:bodyPr/>
          <a:lstStyle/>
          <a:p>
            <a:pPr algn="ctr">
              <a:defRPr/>
            </a:pPr>
            <a:r>
              <a:rPr lang="fr-FR" dirty="0"/>
              <a:t>Loi incendie de juillet 2023 </a:t>
            </a:r>
            <a:endParaRPr lang="en-US" dirty="0"/>
          </a:p>
        </p:txBody>
      </p:sp>
      <p:sp>
        <p:nvSpPr>
          <p:cNvPr id="2" name="Espace réservé du pied de page 1">
            <a:extLst>
              <a:ext uri="{FF2B5EF4-FFF2-40B4-BE49-F238E27FC236}">
                <a16:creationId xmlns:a16="http://schemas.microsoft.com/office/drawing/2014/main" id="{71DA7265-F8A8-4208-45E6-0471C301C911}"/>
              </a:ext>
            </a:extLst>
          </p:cNvPr>
          <p:cNvSpPr>
            <a:spLocks noGrp="1"/>
          </p:cNvSpPr>
          <p:nvPr>
            <p:ph type="ftr" sz="quarter" idx="3"/>
          </p:nvPr>
        </p:nvSpPr>
        <p:spPr/>
        <p:txBody>
          <a:bodyPr/>
          <a:lstStyle/>
          <a:p>
            <a:endParaRPr lang="fr-FR"/>
          </a:p>
        </p:txBody>
      </p:sp>
      <p:sp>
        <p:nvSpPr>
          <p:cNvPr id="8" name="Espace réservé du pied de page 10">
            <a:extLst>
              <a:ext uri="{FF2B5EF4-FFF2-40B4-BE49-F238E27FC236}">
                <a16:creationId xmlns:a16="http://schemas.microsoft.com/office/drawing/2014/main" id="{CB5077CE-41ED-902D-D3B9-EFF1DCC423A0}"/>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Tree>
    <p:extLst>
      <p:ext uri="{BB962C8B-B14F-4D97-AF65-F5344CB8AC3E}">
        <p14:creationId xmlns:p14="http://schemas.microsoft.com/office/powerpoint/2010/main" val="1064183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55"/>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56"/>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53"/>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48"/>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52"/>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51"/>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5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49"/>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47"/>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72"/>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7" grpId="0" animBg="1"/>
      <p:bldP spid="49" grpId="0"/>
      <p:bldP spid="50" grpId="0"/>
      <p:bldP spid="51" grpId="0"/>
      <p:bldP spid="52" grpId="0" animBg="1"/>
      <p:bldP spid="57" grpId="0" animBg="1"/>
      <p:bldP spid="58" grpId="0" animBg="1"/>
      <p:bldP spid="7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28AF1-D38B-4600-95AD-BC841D0B3F3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7D21678-9F11-A033-1A90-99DA6A293350}"/>
              </a:ext>
            </a:extLst>
          </p:cNvPr>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t>Projet et objectif</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2ABD21B8-69E9-38FD-BF1A-D656ABAC6949}"/>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C78E012F-509D-152C-C3A2-F3E59C3803BC}"/>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59ACF8C3-2936-E637-42A6-8D644F9F6759}"/>
              </a:ext>
            </a:extLst>
          </p:cNvPr>
          <p:cNvSpPr>
            <a:spLocks noGrp="1"/>
          </p:cNvSpPr>
          <p:nvPr/>
        </p:nvSpPr>
        <p:spPr>
          <a:xfrm>
            <a:off x="220092" y="1073978"/>
            <a:ext cx="11551699"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base">
              <a:buFont typeface="Arial" panose="020B0604020202020204" pitchFamily="34" charset="0"/>
              <a:buChar char="•"/>
            </a:pPr>
            <a:r>
              <a:rPr lang="fr-FR" sz="1867" b="0" dirty="0">
                <a:solidFill>
                  <a:srgbClr val="000000"/>
                </a:solidFill>
                <a:latin typeface="+mn-lt"/>
              </a:rPr>
              <a:t>Standard « Dessertes pour le transport de bois » v1 publié en 2019</a:t>
            </a:r>
          </a:p>
          <a:p>
            <a:pPr lvl="1" algn="just" fontAlgn="base"/>
            <a:r>
              <a:rPr lang="fr-FR" sz="1870" b="0" dirty="0">
                <a:solidFill>
                  <a:srgbClr val="000000"/>
                </a:solidFill>
                <a:latin typeface="+mn-lt"/>
              </a:rPr>
              <a:t>Mobilisé dans le portail NaviForest</a:t>
            </a:r>
          </a:p>
          <a:p>
            <a:pPr algn="just" fontAlgn="base">
              <a:buFont typeface="Arial" panose="020B0604020202020204" pitchFamily="34" charset="0"/>
              <a:buChar char="•"/>
            </a:pPr>
            <a:endParaRPr lang="fr-FR" sz="1867" b="1" dirty="0">
              <a:cs typeface="Arial"/>
            </a:endParaRPr>
          </a:p>
          <a:p>
            <a:pPr algn="just" fontAlgn="base">
              <a:buFont typeface="Arial" panose="020B0604020202020204" pitchFamily="34" charset="0"/>
              <a:buChar char="•"/>
            </a:pPr>
            <a:r>
              <a:rPr lang="fr-FR" sz="1867" b="0" dirty="0">
                <a:solidFill>
                  <a:srgbClr val="000000"/>
                </a:solidFill>
                <a:latin typeface="+mn-lt"/>
              </a:rPr>
              <a:t>Projet NaviForest reprend dans une Tranche 3 (2024-2026)</a:t>
            </a:r>
          </a:p>
          <a:p>
            <a:pPr lvl="1" algn="just" fontAlgn="base"/>
            <a:r>
              <a:rPr lang="fr-FR" sz="1867" b="0" dirty="0">
                <a:solidFill>
                  <a:srgbClr val="000000"/>
                </a:solidFill>
                <a:latin typeface="+mn-lt"/>
              </a:rPr>
              <a:t>Financement </a:t>
            </a:r>
            <a:r>
              <a:rPr lang="fr-FR" sz="1867" b="0" dirty="0">
                <a:solidFill>
                  <a:srgbClr val="000000"/>
                </a:solidFill>
              </a:rPr>
              <a:t>FBF &amp; </a:t>
            </a:r>
            <a:r>
              <a:rPr lang="fr-FR" sz="1867" b="0" dirty="0">
                <a:solidFill>
                  <a:srgbClr val="000000"/>
                </a:solidFill>
                <a:latin typeface="+mn-lt"/>
              </a:rPr>
              <a:t>MASA</a:t>
            </a:r>
          </a:p>
          <a:p>
            <a:pPr lvl="1" algn="just" fontAlgn="base"/>
            <a:r>
              <a:rPr lang="fr-FR" sz="1867" b="0" dirty="0">
                <a:solidFill>
                  <a:srgbClr val="000000"/>
                </a:solidFill>
                <a:latin typeface="+mn-lt"/>
              </a:rPr>
              <a:t>Pilotage MASA &amp; MI</a:t>
            </a:r>
          </a:p>
          <a:p>
            <a:pPr lvl="1" algn="just" fontAlgn="base"/>
            <a:r>
              <a:rPr lang="fr-FR" sz="1867" b="0" dirty="0" err="1">
                <a:solidFill>
                  <a:srgbClr val="000000"/>
                </a:solidFill>
                <a:latin typeface="+mn-lt"/>
              </a:rPr>
              <a:t>Co-animation</a:t>
            </a:r>
            <a:r>
              <a:rPr lang="fr-FR" sz="1867" b="0" dirty="0">
                <a:solidFill>
                  <a:srgbClr val="000000"/>
                </a:solidFill>
                <a:latin typeface="+mn-lt"/>
              </a:rPr>
              <a:t> IGN et FCBA</a:t>
            </a:r>
          </a:p>
          <a:p>
            <a:pPr lvl="1" algn="just" fontAlgn="base"/>
            <a:r>
              <a:rPr lang="fr-FR" sz="1867" b="0" dirty="0">
                <a:solidFill>
                  <a:srgbClr val="000000"/>
                </a:solidFill>
                <a:latin typeface="+mn-lt"/>
              </a:rPr>
              <a:t>Le MASA valide le fait que la </a:t>
            </a:r>
            <a:r>
              <a:rPr lang="fr-FR" sz="1867" dirty="0">
                <a:solidFill>
                  <a:schemeClr val="tx1"/>
                </a:solidFill>
                <a:latin typeface="+mn-lt"/>
              </a:rPr>
              <a:t>BD TOPO </a:t>
            </a:r>
            <a:r>
              <a:rPr lang="fr-FR" sz="1867" b="0" dirty="0">
                <a:solidFill>
                  <a:srgbClr val="000000"/>
                </a:solidFill>
                <a:latin typeface="+mn-lt"/>
              </a:rPr>
              <a:t>sera la base nationale dans laquelle seront intégrées les informations Dessertes forestières, Pistes DFCI et Points d’eau mentionnées par la loi</a:t>
            </a:r>
          </a:p>
          <a:p>
            <a:pPr lvl="1" algn="just" fontAlgn="base"/>
            <a:endParaRPr lang="fr-FR" sz="1867" dirty="0">
              <a:solidFill>
                <a:srgbClr val="000000"/>
              </a:solidFill>
              <a:latin typeface="+mn-lt"/>
              <a:cs typeface="Arial"/>
            </a:endParaRPr>
          </a:p>
          <a:p>
            <a:pPr algn="just" fontAlgn="base">
              <a:buFont typeface="Arial" panose="020B0604020202020204" pitchFamily="34" charset="0"/>
              <a:buChar char="•"/>
            </a:pPr>
            <a:r>
              <a:rPr lang="fr-FR" sz="1867" dirty="0">
                <a:solidFill>
                  <a:srgbClr val="C00000"/>
                </a:solidFill>
                <a:latin typeface="+mn-lt"/>
              </a:rPr>
              <a:t>Besoin</a:t>
            </a:r>
            <a:r>
              <a:rPr lang="fr-FR" sz="1867" b="0" dirty="0">
                <a:solidFill>
                  <a:srgbClr val="000000"/>
                </a:solidFill>
                <a:latin typeface="+mn-lt"/>
              </a:rPr>
              <a:t> </a:t>
            </a:r>
            <a:r>
              <a:rPr lang="fr-FR" sz="1867" dirty="0">
                <a:solidFill>
                  <a:srgbClr val="C00000"/>
                </a:solidFill>
                <a:latin typeface="+mn-lt"/>
              </a:rPr>
              <a:t>de mettre à jour et élargir le standard CNIG </a:t>
            </a:r>
            <a:r>
              <a:rPr lang="fr-FR" sz="1867" b="0" dirty="0">
                <a:solidFill>
                  <a:srgbClr val="000000"/>
                </a:solidFill>
                <a:latin typeface="+mn-lt"/>
              </a:rPr>
              <a:t>pour :</a:t>
            </a:r>
            <a:r>
              <a:rPr lang="en-US" sz="1867" b="0" dirty="0">
                <a:solidFill>
                  <a:srgbClr val="000000"/>
                </a:solidFill>
                <a:latin typeface="+mn-lt"/>
              </a:rPr>
              <a:t>​</a:t>
            </a:r>
          </a:p>
          <a:p>
            <a:pPr marL="620984" lvl="3" indent="-380990" algn="just" fontAlgn="base">
              <a:lnSpc>
                <a:spcPct val="100000"/>
              </a:lnSpc>
              <a:spcBef>
                <a:spcPts val="800"/>
              </a:spcBef>
              <a:spcAft>
                <a:spcPts val="800"/>
              </a:spcAft>
              <a:buClr>
                <a:schemeClr val="accent6"/>
              </a:buClr>
            </a:pPr>
            <a:r>
              <a:rPr lang="fr-FR" sz="1867" dirty="0">
                <a:solidFill>
                  <a:srgbClr val="000000"/>
                </a:solidFill>
                <a:cs typeface="Arial" panose="020B0604020202020204" pitchFamily="34" charset="0"/>
              </a:rPr>
              <a:t>Intégrer </a:t>
            </a:r>
            <a:r>
              <a:rPr lang="fr-FR" sz="1867" dirty="0"/>
              <a:t>les </a:t>
            </a:r>
            <a:r>
              <a:rPr lang="fr-FR" sz="1867" b="1" dirty="0"/>
              <a:t>thématiques « Pistes DFCI » et « Points d’eau »</a:t>
            </a:r>
          </a:p>
          <a:p>
            <a:pPr marL="620984" lvl="3" indent="-380990" algn="just" fontAlgn="base">
              <a:spcBef>
                <a:spcPts val="0"/>
              </a:spcBef>
              <a:spcAft>
                <a:spcPts val="800"/>
              </a:spcAft>
              <a:buClr>
                <a:schemeClr val="accent6"/>
              </a:buClr>
            </a:pPr>
            <a:r>
              <a:rPr lang="fr-FR" sz="1867" dirty="0"/>
              <a:t>Rendre le modèle de données compatible avec celui de la </a:t>
            </a:r>
            <a:r>
              <a:rPr lang="fr-FR" sz="1867" b="1" dirty="0"/>
              <a:t>BD TOPO</a:t>
            </a:r>
          </a:p>
          <a:p>
            <a:pPr marL="620984" lvl="3" indent="-380990" algn="just" fontAlgn="base">
              <a:spcBef>
                <a:spcPts val="0"/>
              </a:spcBef>
              <a:spcAft>
                <a:spcPts val="800"/>
              </a:spcAft>
              <a:buClr>
                <a:schemeClr val="accent6"/>
              </a:buClr>
            </a:pPr>
            <a:r>
              <a:rPr lang="fr-FR" sz="1867" dirty="0"/>
              <a:t>Prendre en compte le </a:t>
            </a:r>
            <a:r>
              <a:rPr lang="fr-FR" sz="1867" b="1" dirty="0"/>
              <a:t>retour d'expérience </a:t>
            </a:r>
            <a:r>
              <a:rPr lang="fr-FR" sz="1867" dirty="0"/>
              <a:t>de la v1</a:t>
            </a:r>
          </a:p>
          <a:p>
            <a:pPr marL="620984" lvl="3" indent="-380990" algn="just" fontAlgn="base">
              <a:spcBef>
                <a:spcPts val="0"/>
              </a:spcBef>
              <a:spcAft>
                <a:spcPts val="800"/>
              </a:spcAft>
              <a:buClr>
                <a:schemeClr val="accent6"/>
              </a:buClr>
            </a:pPr>
            <a:endParaRPr lang="fr-FR" sz="1867" dirty="0"/>
          </a:p>
          <a:p>
            <a:pPr marL="609585" lvl="1" indent="0" algn="just" fontAlgn="base">
              <a:buNone/>
            </a:pPr>
            <a:endParaRPr lang="fr-FR" sz="1867" b="0" dirty="0">
              <a:solidFill>
                <a:srgbClr val="000000"/>
              </a:solidFill>
              <a:latin typeface="+mn-lt"/>
            </a:endParaRPr>
          </a:p>
        </p:txBody>
      </p:sp>
      <p:sp>
        <p:nvSpPr>
          <p:cNvPr id="6" name="Espace réservé du numéro de diapositive 16">
            <a:extLst>
              <a:ext uri="{FF2B5EF4-FFF2-40B4-BE49-F238E27FC236}">
                <a16:creationId xmlns:a16="http://schemas.microsoft.com/office/drawing/2014/main" id="{BACBF59E-6332-76D7-790F-4D537D72ABB9}"/>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6</a:t>
            </a:fld>
            <a:endParaRPr lang="fr-FR" sz="1000" b="1" dirty="0"/>
          </a:p>
        </p:txBody>
      </p:sp>
      <p:pic>
        <p:nvPicPr>
          <p:cNvPr id="8" name="Image 7">
            <a:extLst>
              <a:ext uri="{FF2B5EF4-FFF2-40B4-BE49-F238E27FC236}">
                <a16:creationId xmlns:a16="http://schemas.microsoft.com/office/drawing/2014/main" id="{9B4D3BDF-9676-1501-C17D-3031042CAC4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06372" y="5535795"/>
            <a:ext cx="851256" cy="851256"/>
          </a:xfrm>
          <a:prstGeom prst="rect">
            <a:avLst/>
          </a:prstGeom>
        </p:spPr>
      </p:pic>
      <p:sp>
        <p:nvSpPr>
          <p:cNvPr id="9" name="Rectangle : coins arrondis 8">
            <a:extLst>
              <a:ext uri="{FF2B5EF4-FFF2-40B4-BE49-F238E27FC236}">
                <a16:creationId xmlns:a16="http://schemas.microsoft.com/office/drawing/2014/main" id="{9E3E0E92-E2B5-A2D7-8C08-DA499D74EA04}"/>
              </a:ext>
            </a:extLst>
          </p:cNvPr>
          <p:cNvSpPr/>
          <p:nvPr/>
        </p:nvSpPr>
        <p:spPr>
          <a:xfrm>
            <a:off x="2521542" y="2068841"/>
            <a:ext cx="7148916" cy="3331676"/>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39994" lvl="3" algn="ctr" fontAlgn="base">
              <a:spcAft>
                <a:spcPts val="800"/>
              </a:spcAft>
              <a:buClr>
                <a:srgbClr val="49311F"/>
              </a:buClr>
            </a:pPr>
            <a:r>
              <a:rPr lang="fr-FR" sz="1867" b="1" dirty="0">
                <a:solidFill>
                  <a:srgbClr val="000000"/>
                </a:solidFill>
                <a:sym typeface="Wingdings" panose="05000000000000000000" pitchFamily="2" charset="2"/>
              </a:rPr>
              <a:t> Relance du GT « Dessertes pour le transport de bois » pour une v2</a:t>
            </a:r>
            <a:endParaRPr lang="fr-FR" sz="1867" b="1" dirty="0">
              <a:solidFill>
                <a:srgbClr val="000000"/>
              </a:solidFill>
            </a:endParaRPr>
          </a:p>
          <a:p>
            <a:pPr algn="just" fontAlgn="base"/>
            <a:endParaRPr lang="fr-FR" dirty="0">
              <a:solidFill>
                <a:schemeClr val="tx1"/>
              </a:solidFill>
              <a:cs typeface="Arial"/>
            </a:endParaRPr>
          </a:p>
          <a:p>
            <a:pPr algn="just" fontAlgn="base"/>
            <a:endParaRPr lang="fr-FR" dirty="0">
              <a:solidFill>
                <a:schemeClr val="tx1"/>
              </a:solidFill>
              <a:cs typeface="Arial"/>
            </a:endParaRPr>
          </a:p>
          <a:p>
            <a:pPr algn="just" fontAlgn="base"/>
            <a:endParaRPr lang="fr-FR" dirty="0">
              <a:solidFill>
                <a:schemeClr val="tx1"/>
              </a:solidFill>
              <a:cs typeface="Arial"/>
            </a:endParaRPr>
          </a:p>
        </p:txBody>
      </p:sp>
      <p:pic>
        <p:nvPicPr>
          <p:cNvPr id="16" name="Image 15">
            <a:extLst>
              <a:ext uri="{FF2B5EF4-FFF2-40B4-BE49-F238E27FC236}">
                <a16:creationId xmlns:a16="http://schemas.microsoft.com/office/drawing/2014/main" id="{19FDCFBB-865B-89C4-106C-F8E9B9CCBDB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03180" y="3734679"/>
            <a:ext cx="1385521" cy="1385521"/>
          </a:xfrm>
          <a:prstGeom prst="rect">
            <a:avLst/>
          </a:prstGeom>
        </p:spPr>
      </p:pic>
      <p:sp>
        <p:nvSpPr>
          <p:cNvPr id="4" name="Espace réservé du pied de page 3">
            <a:extLst>
              <a:ext uri="{FF2B5EF4-FFF2-40B4-BE49-F238E27FC236}">
                <a16:creationId xmlns:a16="http://schemas.microsoft.com/office/drawing/2014/main" id="{F4E6FAF9-4EB2-F6DB-06BA-434263822596}"/>
              </a:ext>
            </a:extLst>
          </p:cNvPr>
          <p:cNvSpPr>
            <a:spLocks noGrp="1"/>
          </p:cNvSpPr>
          <p:nvPr>
            <p:ph type="ftr" sz="quarter" idx="3"/>
          </p:nvPr>
        </p:nvSpPr>
        <p:spPr/>
        <p:txBody>
          <a:bodyPr/>
          <a:lstStyle/>
          <a:p>
            <a:endParaRPr lang="fr-FR"/>
          </a:p>
        </p:txBody>
      </p:sp>
      <p:sp>
        <p:nvSpPr>
          <p:cNvPr id="15" name="Espace réservé du pied de page 10">
            <a:extLst>
              <a:ext uri="{FF2B5EF4-FFF2-40B4-BE49-F238E27FC236}">
                <a16:creationId xmlns:a16="http://schemas.microsoft.com/office/drawing/2014/main" id="{26B40534-332C-12AB-EB33-976EE310A60A}"/>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Tree>
    <p:extLst>
      <p:ext uri="{BB962C8B-B14F-4D97-AF65-F5344CB8AC3E}">
        <p14:creationId xmlns:p14="http://schemas.microsoft.com/office/powerpoint/2010/main" val="2057442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C9132-D972-BD66-D764-D959505926E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83BD64D-B6D8-9014-59C3-C56F2CE6EAB8}"/>
              </a:ext>
            </a:extLst>
          </p:cNvPr>
          <p:cNvSpPr/>
          <p:nvPr/>
        </p:nvSpPr>
        <p:spPr>
          <a:xfrm>
            <a:off x="2268415" y="764931"/>
            <a:ext cx="9231923" cy="63568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Titre 5">
            <a:extLst>
              <a:ext uri="{FF2B5EF4-FFF2-40B4-BE49-F238E27FC236}">
                <a16:creationId xmlns:a16="http://schemas.microsoft.com/office/drawing/2014/main" id="{BD8E21F8-FF88-B1FF-9143-CEDDE45C4A37}"/>
              </a:ext>
            </a:extLst>
          </p:cNvPr>
          <p:cNvSpPr>
            <a:spLocks noGrp="1"/>
          </p:cNvSpPr>
          <p:nvPr>
            <p:ph type="title"/>
          </p:nvPr>
        </p:nvSpPr>
        <p:spPr>
          <a:xfrm>
            <a:off x="792335" y="2769990"/>
            <a:ext cx="11232000" cy="1318019"/>
          </a:xfrm>
        </p:spPr>
        <p:txBody>
          <a:bodyPr/>
          <a:lstStyle/>
          <a:p>
            <a:pPr marL="0" indent="0">
              <a:buNone/>
            </a:pPr>
            <a:r>
              <a:rPr lang="fr-FR" sz="4400" dirty="0">
                <a:solidFill>
                  <a:srgbClr val="000000"/>
                </a:solidFill>
              </a:rPr>
              <a:t>GT CNIG </a:t>
            </a:r>
            <a:br>
              <a:rPr lang="fr-FR" sz="4400" dirty="0">
                <a:solidFill>
                  <a:srgbClr val="000000"/>
                </a:solidFill>
              </a:rPr>
            </a:br>
            <a:r>
              <a:rPr lang="fr-FR" sz="4400" dirty="0">
                <a:solidFill>
                  <a:srgbClr val="000000"/>
                </a:solidFill>
              </a:rPr>
              <a:t>Dessertes en forêt : </a:t>
            </a:r>
            <a:br>
              <a:rPr lang="fr-FR" sz="4400" dirty="0">
                <a:solidFill>
                  <a:srgbClr val="000000"/>
                </a:solidFill>
              </a:rPr>
            </a:br>
            <a:r>
              <a:rPr lang="fr-FR" sz="4400" dirty="0">
                <a:solidFill>
                  <a:srgbClr val="000000"/>
                </a:solidFill>
              </a:rPr>
              <a:t>Transport de bois et DFCI</a:t>
            </a:r>
            <a:endParaRPr lang="fr-FR" dirty="0"/>
          </a:p>
        </p:txBody>
      </p:sp>
      <p:sp>
        <p:nvSpPr>
          <p:cNvPr id="4" name="Espace réservé du numéro de diapositive 3">
            <a:extLst>
              <a:ext uri="{FF2B5EF4-FFF2-40B4-BE49-F238E27FC236}">
                <a16:creationId xmlns:a16="http://schemas.microsoft.com/office/drawing/2014/main" id="{BCB17EDF-39DF-656E-CA73-6ACD800A392C}"/>
              </a:ext>
            </a:extLst>
          </p:cNvPr>
          <p:cNvSpPr>
            <a:spLocks noGrp="1"/>
          </p:cNvSpPr>
          <p:nvPr>
            <p:ph type="sldNum" sz="quarter" idx="12"/>
          </p:nvPr>
        </p:nvSpPr>
        <p:spPr/>
        <p:txBody>
          <a:bodyPr/>
          <a:lstStyle/>
          <a:p>
            <a:fld id="{733122C9-A0B9-462F-8757-0847AD287B63}" type="slidenum">
              <a:rPr lang="fr-FR" smtClean="0"/>
              <a:pPr/>
              <a:t>7</a:t>
            </a:fld>
            <a:endParaRPr lang="fr-FR" dirty="0"/>
          </a:p>
        </p:txBody>
      </p:sp>
      <p:sp>
        <p:nvSpPr>
          <p:cNvPr id="11" name="Espace réservé du pied de page 10">
            <a:extLst>
              <a:ext uri="{FF2B5EF4-FFF2-40B4-BE49-F238E27FC236}">
                <a16:creationId xmlns:a16="http://schemas.microsoft.com/office/drawing/2014/main" id="{C226D2C6-6764-7F99-299A-DD3F8ECD3695}"/>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pic>
        <p:nvPicPr>
          <p:cNvPr id="10" name="Image 9">
            <a:extLst>
              <a:ext uri="{FF2B5EF4-FFF2-40B4-BE49-F238E27FC236}">
                <a16:creationId xmlns:a16="http://schemas.microsoft.com/office/drawing/2014/main" id="{EA7E2DCA-B3EB-02A5-EB71-1B9C5FB338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0012" y="2105802"/>
            <a:ext cx="1837548" cy="1837548"/>
          </a:xfrm>
          <a:prstGeom prst="rect">
            <a:avLst/>
          </a:prstGeom>
        </p:spPr>
      </p:pic>
    </p:spTree>
    <p:extLst>
      <p:ext uri="{BB962C8B-B14F-4D97-AF65-F5344CB8AC3E}">
        <p14:creationId xmlns:p14="http://schemas.microsoft.com/office/powerpoint/2010/main" val="1953970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t>Livrables attendus</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3F273C30-FC1D-0545-2F1A-57468750148E}"/>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B0798B54-E5C6-4B77-A65C-B80D7302A6CA}"/>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41114B76-0EAD-492D-B12C-3059C9651E4E}"/>
              </a:ext>
            </a:extLst>
          </p:cNvPr>
          <p:cNvSpPr>
            <a:spLocks noGrp="1"/>
          </p:cNvSpPr>
          <p:nvPr/>
        </p:nvSpPr>
        <p:spPr>
          <a:xfrm>
            <a:off x="275643" y="1113867"/>
            <a:ext cx="11916357"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defTabSz="1219170">
              <a:spcBef>
                <a:spcPts val="800"/>
              </a:spcBef>
              <a:buFont typeface="Arial" panose="020B0604020202020204" pitchFamily="34" charset="0"/>
              <a:buChar char="•"/>
              <a:defRPr/>
            </a:pPr>
            <a:r>
              <a:rPr lang="fr-FR" sz="1867" b="0" dirty="0">
                <a:solidFill>
                  <a:srgbClr val="000000"/>
                </a:solidFill>
                <a:latin typeface="+mj-lt"/>
                <a:ea typeface="Calibri"/>
                <a:cs typeface="Arial"/>
              </a:rPr>
              <a:t>Documents  </a:t>
            </a:r>
          </a:p>
          <a:p>
            <a:pPr lvl="1" indent="-457189" algn="just">
              <a:buClr>
                <a:srgbClr val="554538"/>
              </a:buClr>
              <a:defRPr/>
            </a:pPr>
            <a:r>
              <a:rPr lang="fr-FR" sz="1867" b="0" dirty="0">
                <a:solidFill>
                  <a:srgbClr val="000000"/>
                </a:solidFill>
                <a:latin typeface="+mj-lt"/>
                <a:ea typeface="Calibri"/>
                <a:cs typeface="Arial"/>
              </a:rPr>
              <a:t>Une </a:t>
            </a:r>
            <a:r>
              <a:rPr lang="fr-FR" sz="1867" dirty="0">
                <a:solidFill>
                  <a:srgbClr val="000000"/>
                </a:solidFill>
                <a:latin typeface="+mj-lt"/>
                <a:ea typeface="Calibri"/>
                <a:cs typeface="Arial"/>
              </a:rPr>
              <a:t>V2 du standard </a:t>
            </a:r>
            <a:r>
              <a:rPr lang="fr-FR" sz="1867" b="0" dirty="0">
                <a:solidFill>
                  <a:srgbClr val="000000"/>
                </a:solidFill>
                <a:latin typeface="+mj-lt"/>
                <a:ea typeface="Calibri"/>
                <a:cs typeface="Arial"/>
              </a:rPr>
              <a:t>« Dessertes pour le transport de bois » (</a:t>
            </a:r>
            <a:r>
              <a:rPr lang="fr-FR" sz="1867" b="0" u="sng" dirty="0">
                <a:solidFill>
                  <a:srgbClr val="000000"/>
                </a:solidFill>
                <a:latin typeface="+mj-lt"/>
                <a:ea typeface="Calibri"/>
                <a:cs typeface="Arial"/>
              </a:rPr>
              <a:t>à renommer pour intégrer DFCI</a:t>
            </a:r>
            <a:r>
              <a:rPr lang="fr-FR" sz="1867" b="0" dirty="0">
                <a:solidFill>
                  <a:srgbClr val="000000"/>
                </a:solidFill>
                <a:latin typeface="+mj-lt"/>
                <a:ea typeface="Calibri"/>
                <a:cs typeface="Arial"/>
              </a:rPr>
              <a:t>) </a:t>
            </a:r>
          </a:p>
          <a:p>
            <a:pPr lvl="1" indent="-457189" algn="just">
              <a:buClr>
                <a:srgbClr val="554538"/>
              </a:buClr>
              <a:defRPr/>
            </a:pPr>
            <a:r>
              <a:rPr lang="fr-FR" sz="1867" b="0" dirty="0">
                <a:solidFill>
                  <a:srgbClr val="000000"/>
                </a:solidFill>
                <a:latin typeface="+mj-lt"/>
                <a:ea typeface="Calibri"/>
                <a:cs typeface="Arial"/>
              </a:rPr>
              <a:t>Un </a:t>
            </a:r>
            <a:r>
              <a:rPr lang="fr-FR" sz="1867" dirty="0">
                <a:solidFill>
                  <a:srgbClr val="000000"/>
                </a:solidFill>
                <a:latin typeface="+mj-lt"/>
                <a:ea typeface="Calibri"/>
                <a:cs typeface="Arial"/>
              </a:rPr>
              <a:t>modèle conceptuel de données  </a:t>
            </a:r>
            <a:r>
              <a:rPr lang="fr-FR" sz="1867" b="0" dirty="0">
                <a:solidFill>
                  <a:srgbClr val="000000"/>
                </a:solidFill>
                <a:latin typeface="+mj-lt"/>
                <a:ea typeface="Calibri"/>
                <a:cs typeface="Arial"/>
              </a:rPr>
              <a:t>(+mapping à plat avec la BD TOPO)</a:t>
            </a:r>
          </a:p>
          <a:p>
            <a:pPr lvl="1" indent="-457189" algn="just">
              <a:buClr>
                <a:srgbClr val="554538"/>
              </a:buClr>
              <a:defRPr/>
            </a:pPr>
            <a:r>
              <a:rPr lang="fr-FR" sz="1867" b="0" dirty="0">
                <a:solidFill>
                  <a:srgbClr val="000000"/>
                </a:solidFill>
                <a:latin typeface="+mj-lt"/>
                <a:ea typeface="Calibri"/>
                <a:cs typeface="Arial"/>
              </a:rPr>
              <a:t>Un </a:t>
            </a:r>
            <a:r>
              <a:rPr lang="fr-FR" sz="1867" dirty="0">
                <a:solidFill>
                  <a:srgbClr val="000000"/>
                </a:solidFill>
                <a:latin typeface="+mj-lt"/>
                <a:ea typeface="Calibri"/>
                <a:cs typeface="Arial"/>
              </a:rPr>
              <a:t>schéma</a:t>
            </a:r>
            <a:r>
              <a:rPr lang="fr-FR" sz="1867" b="0" dirty="0">
                <a:solidFill>
                  <a:srgbClr val="000000"/>
                </a:solidFill>
                <a:latin typeface="+mj-lt"/>
                <a:ea typeface="Calibri"/>
                <a:cs typeface="Arial"/>
              </a:rPr>
              <a:t> pour validateurs (compatible </a:t>
            </a:r>
            <a:r>
              <a:rPr lang="fr-FR" sz="1867" b="0" dirty="0" err="1">
                <a:solidFill>
                  <a:srgbClr val="000000"/>
                </a:solidFill>
                <a:latin typeface="+mj-lt"/>
                <a:ea typeface="Calibri"/>
                <a:cs typeface="Arial"/>
              </a:rPr>
              <a:t>schema.data.gouv</a:t>
            </a:r>
            <a:r>
              <a:rPr lang="fr-FR" sz="1867" b="0" dirty="0">
                <a:solidFill>
                  <a:srgbClr val="000000"/>
                </a:solidFill>
                <a:latin typeface="+mj-lt"/>
                <a:ea typeface="Calibri"/>
                <a:cs typeface="Arial"/>
              </a:rPr>
              <a:t>/</a:t>
            </a:r>
            <a:r>
              <a:rPr lang="fr-FR" sz="1867" b="0" dirty="0" err="1">
                <a:solidFill>
                  <a:srgbClr val="000000"/>
                </a:solidFill>
                <a:latin typeface="+mj-lt"/>
                <a:ea typeface="Calibri"/>
                <a:cs typeface="Arial"/>
              </a:rPr>
              <a:t>validata</a:t>
            </a:r>
            <a:r>
              <a:rPr lang="fr-FR" sz="1867" b="0" dirty="0">
                <a:solidFill>
                  <a:srgbClr val="000000"/>
                </a:solidFill>
                <a:latin typeface="+mj-lt"/>
                <a:ea typeface="Calibri"/>
                <a:cs typeface="Arial"/>
              </a:rPr>
              <a:t>)</a:t>
            </a:r>
          </a:p>
          <a:p>
            <a:pPr algn="just" defTabSz="1219170">
              <a:spcBef>
                <a:spcPts val="800"/>
              </a:spcBef>
              <a:buFont typeface="Arial" panose="020B0604020202020204" pitchFamily="34" charset="0"/>
              <a:buChar char="•"/>
              <a:defRPr/>
            </a:pPr>
            <a:endParaRPr lang="fr-FR" sz="1867" b="0" dirty="0">
              <a:solidFill>
                <a:srgbClr val="000000"/>
              </a:solidFill>
              <a:latin typeface="+mj-lt"/>
              <a:ea typeface="Calibri"/>
              <a:cs typeface="Arial"/>
            </a:endParaRPr>
          </a:p>
          <a:p>
            <a:pPr algn="just">
              <a:buFont typeface="Arial" panose="020B0604020202020204" pitchFamily="34" charset="0"/>
              <a:buChar char="•"/>
              <a:defRPr/>
            </a:pPr>
            <a:r>
              <a:rPr lang="fr-FR" sz="1867" b="0" dirty="0">
                <a:solidFill>
                  <a:srgbClr val="000000"/>
                </a:solidFill>
                <a:latin typeface="+mj-lt"/>
                <a:ea typeface="Calibri"/>
                <a:cs typeface="Arial"/>
              </a:rPr>
              <a:t>Organisation, suivi du GT et communication</a:t>
            </a:r>
          </a:p>
          <a:p>
            <a:pPr lvl="1" indent="-457189" algn="just">
              <a:buClr>
                <a:srgbClr val="554538"/>
              </a:buClr>
              <a:defRPr/>
            </a:pPr>
            <a:r>
              <a:rPr lang="fr-FR" sz="1867" b="0" dirty="0">
                <a:solidFill>
                  <a:srgbClr val="000000"/>
                </a:solidFill>
                <a:latin typeface="+mj-lt"/>
                <a:ea typeface="Calibri"/>
                <a:cs typeface="Arial"/>
              </a:rPr>
              <a:t>Liste de diffusion par mail (inscription via </a:t>
            </a:r>
            <a:r>
              <a:rPr lang="fr-FR" sz="1867" b="0" dirty="0">
                <a:solidFill>
                  <a:srgbClr val="000000"/>
                </a:solidFill>
                <a:latin typeface="+mj-lt"/>
                <a:ea typeface="Calibri"/>
                <a:cs typeface="Arial"/>
                <a:hlinkClick r:id="rId5"/>
              </a:rPr>
              <a:t>marion.lacroix@ign.fr</a:t>
            </a:r>
            <a:r>
              <a:rPr lang="fr-FR" sz="1867" b="0" dirty="0">
                <a:solidFill>
                  <a:srgbClr val="000000"/>
                </a:solidFill>
                <a:latin typeface="+mj-lt"/>
                <a:ea typeface="Calibri"/>
                <a:cs typeface="Arial"/>
              </a:rPr>
              <a:t>)</a:t>
            </a:r>
          </a:p>
          <a:p>
            <a:pPr lvl="1" indent="-457189" algn="just">
              <a:buClr>
                <a:srgbClr val="554538"/>
              </a:buClr>
              <a:defRPr/>
            </a:pPr>
            <a:r>
              <a:rPr lang="fr-FR" sz="1867" b="0" dirty="0">
                <a:solidFill>
                  <a:srgbClr val="000000"/>
                </a:solidFill>
                <a:latin typeface="+mj-lt"/>
                <a:ea typeface="Calibri"/>
                <a:cs typeface="Arial"/>
              </a:rPr>
              <a:t>Espace de travail commun</a:t>
            </a:r>
          </a:p>
          <a:p>
            <a:pPr lvl="2" indent="-457189" algn="just">
              <a:buClr>
                <a:srgbClr val="554538"/>
              </a:buClr>
              <a:buFont typeface="Arial" panose="020B0604020202020204" pitchFamily="34" charset="0"/>
              <a:buChar char="•"/>
              <a:defRPr/>
            </a:pPr>
            <a:r>
              <a:rPr lang="fr-FR" sz="1867" dirty="0">
                <a:solidFill>
                  <a:schemeClr val="tx2">
                    <a:lumMod val="60000"/>
                    <a:lumOff val="40000"/>
                  </a:schemeClr>
                </a:solidFill>
                <a:latin typeface="+mj-lt"/>
                <a:ea typeface="Calibri"/>
                <a:cs typeface="Arial"/>
                <a:hlinkClick r:id="rId6">
                  <a:extLst>
                    <a:ext uri="{A12FA001-AC4F-418D-AE19-62706E023703}">
                      <ahyp:hlinkClr xmlns:ahyp="http://schemas.microsoft.com/office/drawing/2018/hyperlinkcolor" val="tx"/>
                    </a:ext>
                  </a:extLst>
                </a:hlinkClick>
              </a:rPr>
              <a:t>GitHub</a:t>
            </a:r>
            <a:r>
              <a:rPr lang="fr-FR" sz="1867" dirty="0">
                <a:solidFill>
                  <a:schemeClr val="tx2">
                    <a:lumMod val="60000"/>
                    <a:lumOff val="40000"/>
                  </a:schemeClr>
                </a:solidFill>
                <a:latin typeface="+mj-lt"/>
                <a:ea typeface="Calibri"/>
                <a:cs typeface="Arial"/>
              </a:rPr>
              <a:t> </a:t>
            </a:r>
            <a:r>
              <a:rPr lang="fr-FR" sz="1867" dirty="0">
                <a:solidFill>
                  <a:srgbClr val="000000"/>
                </a:solidFill>
                <a:latin typeface="+mj-lt"/>
                <a:cs typeface="Arial"/>
              </a:rPr>
              <a:t>(maj + rapide)</a:t>
            </a:r>
          </a:p>
          <a:p>
            <a:pPr lvl="2" indent="-457189" algn="just">
              <a:buClr>
                <a:srgbClr val="554538"/>
              </a:buClr>
              <a:buFont typeface="Arial" panose="020B0604020202020204" pitchFamily="34" charset="0"/>
              <a:buChar char="•"/>
              <a:defRPr/>
            </a:pPr>
            <a:r>
              <a:rPr lang="fr-FR" sz="1867" dirty="0">
                <a:solidFill>
                  <a:schemeClr val="tx2">
                    <a:lumMod val="60000"/>
                    <a:lumOff val="40000"/>
                  </a:schemeClr>
                </a:solidFill>
                <a:latin typeface="+mj-lt"/>
                <a:ea typeface="Calibri"/>
                <a:cs typeface="Arial"/>
                <a:hlinkClick r:id="rId7">
                  <a:extLst>
                    <a:ext uri="{A12FA001-AC4F-418D-AE19-62706E023703}">
                      <ahyp:hlinkClr xmlns:ahyp="http://schemas.microsoft.com/office/drawing/2018/hyperlinkcolor" val="tx"/>
                    </a:ext>
                  </a:extLst>
                </a:hlinkClick>
              </a:rPr>
              <a:t>Fichiers</a:t>
            </a:r>
            <a:r>
              <a:rPr lang="fr-FR" sz="1867" dirty="0">
                <a:solidFill>
                  <a:schemeClr val="tx2">
                    <a:lumMod val="60000"/>
                    <a:lumOff val="40000"/>
                  </a:schemeClr>
                </a:solidFill>
                <a:latin typeface="+mj-lt"/>
                <a:ea typeface="Calibri"/>
                <a:cs typeface="Arial"/>
              </a:rPr>
              <a:t> </a:t>
            </a:r>
            <a:r>
              <a:rPr lang="fr-FR" sz="1867" dirty="0">
                <a:latin typeface="+mj-lt"/>
                <a:ea typeface="Calibri"/>
                <a:cs typeface="Arial"/>
              </a:rPr>
              <a:t>(travaux collaboratifs)</a:t>
            </a:r>
          </a:p>
          <a:p>
            <a:pPr lvl="2" indent="-457189" algn="just">
              <a:buClr>
                <a:srgbClr val="554538"/>
              </a:buClr>
              <a:buFont typeface="Arial" panose="020B0604020202020204" pitchFamily="34" charset="0"/>
              <a:buChar char="•"/>
              <a:defRPr/>
            </a:pPr>
            <a:r>
              <a:rPr lang="fr-FR" sz="1867" dirty="0">
                <a:solidFill>
                  <a:schemeClr val="tx2">
                    <a:lumMod val="60000"/>
                    <a:lumOff val="40000"/>
                  </a:schemeClr>
                </a:solidFill>
                <a:latin typeface="+mj-lt"/>
                <a:ea typeface="Calibri"/>
                <a:cs typeface="Arial"/>
                <a:hlinkClick r:id="rId8">
                  <a:extLst>
                    <a:ext uri="{A12FA001-AC4F-418D-AE19-62706E023703}">
                      <ahyp:hlinkClr xmlns:ahyp="http://schemas.microsoft.com/office/drawing/2018/hyperlinkcolor" val="tx"/>
                    </a:ext>
                  </a:extLst>
                </a:hlinkClick>
              </a:rPr>
              <a:t>Page de GT</a:t>
            </a:r>
            <a:endParaRPr lang="fr-FR" sz="1867" dirty="0">
              <a:solidFill>
                <a:schemeClr val="tx2">
                  <a:lumMod val="60000"/>
                  <a:lumOff val="40000"/>
                </a:schemeClr>
              </a:solidFill>
              <a:latin typeface="+mj-lt"/>
              <a:ea typeface="Calibri"/>
              <a:cs typeface="Arial"/>
            </a:endParaRPr>
          </a:p>
          <a:p>
            <a:pPr lvl="3" indent="-457189" algn="just">
              <a:buClr>
                <a:srgbClr val="554538"/>
              </a:buClr>
              <a:defRPr/>
            </a:pPr>
            <a:r>
              <a:rPr lang="fr-FR" sz="1867" dirty="0">
                <a:solidFill>
                  <a:srgbClr val="000000"/>
                </a:solidFill>
                <a:latin typeface="+mj-lt"/>
                <a:ea typeface="Calibri"/>
                <a:cs typeface="Arial"/>
              </a:rPr>
              <a:t>Espace Réunions </a:t>
            </a:r>
          </a:p>
          <a:p>
            <a:pPr lvl="3" indent="-457189" algn="just">
              <a:buClr>
                <a:srgbClr val="554538"/>
              </a:buClr>
              <a:defRPr/>
            </a:pPr>
            <a:r>
              <a:rPr lang="fr-FR" sz="1867" dirty="0">
                <a:solidFill>
                  <a:srgbClr val="000000"/>
                </a:solidFill>
                <a:latin typeface="+mj-lt"/>
                <a:ea typeface="Calibri"/>
                <a:cs typeface="Arial"/>
              </a:rPr>
              <a:t>Espace Ressources</a:t>
            </a:r>
          </a:p>
        </p:txBody>
      </p:sp>
      <p:pic>
        <p:nvPicPr>
          <p:cNvPr id="9" name="Image 8">
            <a:extLst>
              <a:ext uri="{FF2B5EF4-FFF2-40B4-BE49-F238E27FC236}">
                <a16:creationId xmlns:a16="http://schemas.microsoft.com/office/drawing/2014/main" id="{F0B07EC7-4B72-4890-83EE-2C06AD6BC078}"/>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077297" y="2374509"/>
            <a:ext cx="1299288" cy="1299288"/>
          </a:xfrm>
          <a:prstGeom prst="rect">
            <a:avLst/>
          </a:prstGeom>
          <a:ln>
            <a:noFill/>
          </a:ln>
        </p:spPr>
      </p:pic>
      <p:pic>
        <p:nvPicPr>
          <p:cNvPr id="10" name="Image 9">
            <a:extLst>
              <a:ext uri="{FF2B5EF4-FFF2-40B4-BE49-F238E27FC236}">
                <a16:creationId xmlns:a16="http://schemas.microsoft.com/office/drawing/2014/main" id="{D7A7D5E4-E28A-48B9-8C37-96691FA5EEF8}"/>
              </a:ext>
            </a:extLst>
          </p:cNvPr>
          <p:cNvPicPr>
            <a:picLocks noChangeAspect="1"/>
          </p:cNvPicPr>
          <p:nvPr/>
        </p:nvPicPr>
        <p:blipFill>
          <a:blip r:embed="rId10"/>
          <a:stretch>
            <a:fillRect/>
          </a:stretch>
        </p:blipFill>
        <p:spPr>
          <a:xfrm>
            <a:off x="7845609" y="4264293"/>
            <a:ext cx="3815668" cy="1699139"/>
          </a:xfrm>
          <a:prstGeom prst="rect">
            <a:avLst/>
          </a:prstGeom>
        </p:spPr>
      </p:pic>
      <p:sp>
        <p:nvSpPr>
          <p:cNvPr id="5" name="Espace réservé du pied de page 4">
            <a:extLst>
              <a:ext uri="{FF2B5EF4-FFF2-40B4-BE49-F238E27FC236}">
                <a16:creationId xmlns:a16="http://schemas.microsoft.com/office/drawing/2014/main" id="{0959B0A6-9607-65B1-FE87-10D740E36C46}"/>
              </a:ext>
            </a:extLst>
          </p:cNvPr>
          <p:cNvSpPr>
            <a:spLocks noGrp="1"/>
          </p:cNvSpPr>
          <p:nvPr>
            <p:ph type="ftr" sz="quarter" idx="3"/>
          </p:nvPr>
        </p:nvSpPr>
        <p:spPr/>
        <p:txBody>
          <a:bodyPr/>
          <a:lstStyle/>
          <a:p>
            <a:endParaRPr lang="fr-FR"/>
          </a:p>
        </p:txBody>
      </p:sp>
      <p:sp>
        <p:nvSpPr>
          <p:cNvPr id="11" name="Espace réservé du pied de page 10">
            <a:extLst>
              <a:ext uri="{FF2B5EF4-FFF2-40B4-BE49-F238E27FC236}">
                <a16:creationId xmlns:a16="http://schemas.microsoft.com/office/drawing/2014/main" id="{D35F1931-A4DA-6A5D-8298-AB2BDC71DEB3}"/>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
        <p:nvSpPr>
          <p:cNvPr id="4" name="Espace réservé du numéro de diapositive 3">
            <a:extLst>
              <a:ext uri="{FF2B5EF4-FFF2-40B4-BE49-F238E27FC236}">
                <a16:creationId xmlns:a16="http://schemas.microsoft.com/office/drawing/2014/main" id="{FA9F611D-2195-7995-E5AF-26E45B77897D}"/>
              </a:ext>
            </a:extLst>
          </p:cNvPr>
          <p:cNvSpPr>
            <a:spLocks noGrp="1"/>
          </p:cNvSpPr>
          <p:nvPr>
            <p:ph type="sldNum" sz="quarter" idx="4"/>
          </p:nvPr>
        </p:nvSpPr>
        <p:spPr/>
        <p:txBody>
          <a:bodyPr/>
          <a:lstStyle/>
          <a:p>
            <a:fld id="{5588F01B-8BA8-4E52-9ECA-78FE89B5F248}" type="slidenum">
              <a:rPr lang="fr-FR" smtClean="0"/>
              <a:pPr/>
              <a:t>8</a:t>
            </a:fld>
            <a:endParaRPr lang="fr-FR"/>
          </a:p>
        </p:txBody>
      </p:sp>
    </p:spTree>
    <p:extLst>
      <p:ext uri="{BB962C8B-B14F-4D97-AF65-F5344CB8AC3E}">
        <p14:creationId xmlns:p14="http://schemas.microsoft.com/office/powerpoint/2010/main" val="150817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1FFE6-7E61-3553-538F-34CD984FFD8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4EAFCCF-ABFF-6EA5-2860-482A84B91F29}"/>
              </a:ext>
            </a:extLst>
          </p:cNvPr>
          <p:cNvSpPr>
            <a:spLocks noGrp="1"/>
          </p:cNvSpPr>
          <p:nvPr>
            <p:ph type="title"/>
          </p:nvPr>
        </p:nvSpPr>
        <p:spPr>
          <a:xfrm>
            <a:off x="2543606" y="228894"/>
            <a:ext cx="9479065" cy="812501"/>
          </a:xfrm>
        </p:spPr>
        <p:txBody>
          <a:bodyPr/>
          <a:lstStyle/>
          <a:p>
            <a:pPr algn="ctr"/>
            <a:r>
              <a:rPr lang="fr-FR" dirty="0"/>
              <a:t>Participants GT</a:t>
            </a:r>
          </a:p>
        </p:txBody>
      </p:sp>
      <p:graphicFrame>
        <p:nvGraphicFramePr>
          <p:cNvPr id="14" name="Tableau 13">
            <a:extLst>
              <a:ext uri="{FF2B5EF4-FFF2-40B4-BE49-F238E27FC236}">
                <a16:creationId xmlns:a16="http://schemas.microsoft.com/office/drawing/2014/main" id="{778FBD8A-3F9D-F628-20AA-6860CE4130F7}"/>
              </a:ext>
            </a:extLst>
          </p:cNvPr>
          <p:cNvGraphicFramePr>
            <a:graphicFrameLocks noGrp="1"/>
          </p:cNvGraphicFramePr>
          <p:nvPr>
            <p:extLst>
              <p:ext uri="{D42A27DB-BD31-4B8C-83A1-F6EECF244321}">
                <p14:modId xmlns:p14="http://schemas.microsoft.com/office/powerpoint/2010/main" val="246628730"/>
              </p:ext>
            </p:extLst>
          </p:nvPr>
        </p:nvGraphicFramePr>
        <p:xfrm>
          <a:off x="186532" y="1119316"/>
          <a:ext cx="3800857" cy="3429000"/>
        </p:xfrm>
        <a:graphic>
          <a:graphicData uri="http://schemas.openxmlformats.org/drawingml/2006/table">
            <a:tbl>
              <a:tblPr/>
              <a:tblGrid>
                <a:gridCol w="3800857">
                  <a:extLst>
                    <a:ext uri="{9D8B030D-6E8A-4147-A177-3AD203B41FA5}">
                      <a16:colId xmlns:a16="http://schemas.microsoft.com/office/drawing/2014/main" val="3300060884"/>
                    </a:ext>
                  </a:extLst>
                </a:gridCol>
              </a:tblGrid>
              <a:tr h="221116">
                <a:tc>
                  <a:txBody>
                    <a:bodyPr/>
                    <a:lstStyle/>
                    <a:p>
                      <a:pPr>
                        <a:buNone/>
                      </a:pPr>
                      <a:r>
                        <a:rPr lang="fr-FR" sz="900" dirty="0"/>
                        <a:t>ANSC - Agence du numérique de la Sécurité civile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97253966"/>
                  </a:ext>
                </a:extLst>
              </a:tr>
              <a:tr h="221116">
                <a:tc>
                  <a:txBody>
                    <a:bodyPr/>
                    <a:lstStyle/>
                    <a:p>
                      <a:pPr>
                        <a:buNone/>
                      </a:pPr>
                      <a:r>
                        <a:rPr lang="fr-FR" sz="900" dirty="0"/>
                        <a:t>Agence MTDA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98564515"/>
                  </a:ext>
                </a:extLst>
              </a:tr>
              <a:tr h="221116">
                <a:tc>
                  <a:txBody>
                    <a:bodyPr/>
                    <a:lstStyle/>
                    <a:p>
                      <a:pPr>
                        <a:buNone/>
                      </a:pPr>
                      <a:r>
                        <a:rPr lang="fr-FR" sz="900" dirty="0"/>
                        <a:t>ARDFCI</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24581777"/>
                  </a:ext>
                </a:extLst>
              </a:tr>
              <a:tr h="221116">
                <a:tc>
                  <a:txBody>
                    <a:bodyPr/>
                    <a:lstStyle/>
                    <a:p>
                      <a:pPr>
                        <a:buNone/>
                      </a:pPr>
                      <a:r>
                        <a:rPr lang="fr-FR" sz="900" dirty="0"/>
                        <a:t>Collectivité de Martinique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03783047"/>
                  </a:ext>
                </a:extLst>
              </a:tr>
              <a:tr h="221116">
                <a:tc>
                  <a:txBody>
                    <a:bodyPr/>
                    <a:lstStyle/>
                    <a:p>
                      <a:pPr>
                        <a:buNone/>
                      </a:pPr>
                      <a:r>
                        <a:rPr lang="fr-FR" sz="900" dirty="0"/>
                        <a:t>CNPF – Centre National de la Propriété Forestière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83229578"/>
                  </a:ext>
                </a:extLst>
              </a:tr>
              <a:tr h="221116">
                <a:tc>
                  <a:txBody>
                    <a:bodyPr/>
                    <a:lstStyle/>
                    <a:p>
                      <a:pPr>
                        <a:buNone/>
                      </a:pPr>
                      <a:r>
                        <a:rPr lang="fr-FR" sz="900" dirty="0"/>
                        <a:t>CRIGE PACA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704221054"/>
                  </a:ext>
                </a:extLst>
              </a:tr>
              <a:tr h="221116">
                <a:tc>
                  <a:txBody>
                    <a:bodyPr/>
                    <a:lstStyle/>
                    <a:p>
                      <a:pPr>
                        <a:buNone/>
                      </a:pPr>
                      <a:r>
                        <a:rPr lang="fr-FR" sz="900" dirty="0"/>
                        <a:t>Département Indre et Loire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82716434"/>
                  </a:ext>
                </a:extLst>
              </a:tr>
              <a:tr h="221116">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900" dirty="0"/>
                        <a:t>DDT27 Eure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71834554"/>
                  </a:ext>
                </a:extLst>
              </a:tr>
              <a:tr h="221116">
                <a:tc>
                  <a:txBody>
                    <a:bodyPr/>
                    <a:lstStyle/>
                    <a:p>
                      <a:pPr>
                        <a:buNone/>
                      </a:pPr>
                      <a:r>
                        <a:rPr lang="fr-FR" sz="900" dirty="0"/>
                        <a:t>DDT04 Alpes de Haute-Provence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861803645"/>
                  </a:ext>
                </a:extLst>
              </a:tr>
              <a:tr h="221116">
                <a:tc>
                  <a:txBody>
                    <a:bodyPr/>
                    <a:lstStyle/>
                    <a:p>
                      <a:pPr>
                        <a:buNone/>
                      </a:pPr>
                      <a:r>
                        <a:rPr lang="fr-FR" sz="900"/>
                        <a:t>DDT39 Jura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296420019"/>
                  </a:ext>
                </a:extLst>
              </a:tr>
              <a:tr h="221116">
                <a:tc>
                  <a:txBody>
                    <a:bodyPr/>
                    <a:lstStyle/>
                    <a:p>
                      <a:pPr>
                        <a:buNone/>
                      </a:pPr>
                      <a:r>
                        <a:rPr lang="fr-FR" sz="900"/>
                        <a:t>DDT55 Meuse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08095873"/>
                  </a:ext>
                </a:extLst>
              </a:tr>
              <a:tr h="221116">
                <a:tc>
                  <a:txBody>
                    <a:bodyPr/>
                    <a:lstStyle/>
                    <a:p>
                      <a:pPr>
                        <a:buNone/>
                      </a:pPr>
                      <a:r>
                        <a:rPr lang="fr-FR" sz="900" dirty="0"/>
                        <a:t>DDT63 Puy-de-Dôme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9949162"/>
                  </a:ext>
                </a:extLst>
              </a:tr>
              <a:tr h="221116">
                <a:tc>
                  <a:txBody>
                    <a:bodyPr/>
                    <a:lstStyle/>
                    <a:p>
                      <a:pPr>
                        <a:buNone/>
                      </a:pPr>
                      <a:r>
                        <a:rPr lang="fr-FR" sz="900" dirty="0"/>
                        <a:t>DDT68 Haut Rhin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15695155"/>
                  </a:ext>
                </a:extLst>
              </a:tr>
              <a:tr h="221116">
                <a:tc>
                  <a:txBody>
                    <a:bodyPr/>
                    <a:lstStyle/>
                    <a:p>
                      <a:pPr>
                        <a:buNone/>
                      </a:pPr>
                      <a:r>
                        <a:rPr lang="fr-FR" sz="900"/>
                        <a:t>DDT88 Vosges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859768352"/>
                  </a:ext>
                </a:extLst>
              </a:tr>
              <a:tr h="221116">
                <a:tc>
                  <a:txBody>
                    <a:bodyPr/>
                    <a:lstStyle/>
                    <a:p>
                      <a:pPr>
                        <a:buNone/>
                      </a:pPr>
                      <a:r>
                        <a:rPr lang="fr-FR" sz="900" dirty="0"/>
                        <a:t>DPFM - Délégation à la Protection de la Forêt Méditerranéenne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15494106"/>
                  </a:ext>
                </a:extLst>
              </a:tr>
            </a:tbl>
          </a:graphicData>
        </a:graphic>
      </p:graphicFrame>
      <p:sp>
        <p:nvSpPr>
          <p:cNvPr id="20" name="Espace réservé du contenu 2">
            <a:extLst>
              <a:ext uri="{FF2B5EF4-FFF2-40B4-BE49-F238E27FC236}">
                <a16:creationId xmlns:a16="http://schemas.microsoft.com/office/drawing/2014/main" id="{0B920AA9-35FE-8D84-B603-4F04FE96203E}"/>
              </a:ext>
            </a:extLst>
          </p:cNvPr>
          <p:cNvSpPr>
            <a:spLocks noGrp="1"/>
          </p:cNvSpPr>
          <p:nvPr>
            <p:ph idx="13"/>
          </p:nvPr>
        </p:nvSpPr>
        <p:spPr>
          <a:xfrm>
            <a:off x="371119" y="5084452"/>
            <a:ext cx="3896278" cy="1757824"/>
          </a:xfrm>
        </p:spPr>
        <p:txBody>
          <a:bodyPr/>
          <a:lstStyle/>
          <a:p>
            <a:pPr marL="239994" lvl="1" indent="0">
              <a:buNone/>
            </a:pPr>
            <a:r>
              <a:rPr lang="fr-FR" sz="1100" b="0" dirty="0">
                <a:solidFill>
                  <a:srgbClr val="000000"/>
                </a:solidFill>
                <a:latin typeface="+mn-lt"/>
              </a:rPr>
              <a:t>Liste diffusion </a:t>
            </a:r>
            <a:r>
              <a:rPr lang="fr-FR" sz="1100" b="0" dirty="0">
                <a:solidFill>
                  <a:srgbClr val="000000"/>
                </a:solidFill>
                <a:latin typeface="+mn-lt"/>
                <a:sym typeface="Wingdings" panose="05000000000000000000" pitchFamily="2" charset="2"/>
              </a:rPr>
              <a:t> </a:t>
            </a:r>
            <a:r>
              <a:rPr lang="fr-FR" sz="1100" b="0" dirty="0">
                <a:solidFill>
                  <a:srgbClr val="000000"/>
                </a:solidFill>
                <a:latin typeface="+mn-lt"/>
              </a:rPr>
              <a:t>+100aine personnes </a:t>
            </a:r>
          </a:p>
          <a:p>
            <a:pPr marL="239994" lvl="1" indent="0">
              <a:buNone/>
            </a:pPr>
            <a:r>
              <a:rPr lang="fr-FR" sz="1100" b="0" dirty="0">
                <a:solidFill>
                  <a:srgbClr val="000000"/>
                </a:solidFill>
                <a:latin typeface="+mn-lt"/>
              </a:rPr>
              <a:t>50aine membres actifs jusqu’ici dans le GT</a:t>
            </a:r>
          </a:p>
          <a:p>
            <a:pPr marL="239994" lvl="1" indent="0">
              <a:buNone/>
            </a:pPr>
            <a:r>
              <a:rPr lang="fr-FR" sz="1100" b="0" dirty="0">
                <a:solidFill>
                  <a:srgbClr val="000000"/>
                </a:solidFill>
                <a:latin typeface="+mn-lt"/>
              </a:rPr>
              <a:t>Sous-groupe Points d’eau </a:t>
            </a:r>
            <a:r>
              <a:rPr lang="fr-FR" sz="1100" b="0" dirty="0">
                <a:solidFill>
                  <a:srgbClr val="000000"/>
                </a:solidFill>
                <a:latin typeface="+mn-lt"/>
                <a:sym typeface="Wingdings" panose="05000000000000000000" pitchFamily="2" charset="2"/>
              </a:rPr>
              <a:t> </a:t>
            </a:r>
            <a:r>
              <a:rPr lang="fr-FR" sz="1100" b="0" dirty="0">
                <a:solidFill>
                  <a:srgbClr val="000000"/>
                </a:solidFill>
                <a:latin typeface="+mn-lt"/>
              </a:rPr>
              <a:t>40aine de volontaires</a:t>
            </a:r>
          </a:p>
        </p:txBody>
      </p:sp>
      <p:pic>
        <p:nvPicPr>
          <p:cNvPr id="17" name="Graphique 16">
            <a:extLst>
              <a:ext uri="{FF2B5EF4-FFF2-40B4-BE49-F238E27FC236}">
                <a16:creationId xmlns:a16="http://schemas.microsoft.com/office/drawing/2014/main" id="{E5D28AF2-F578-1D73-6A74-7977B38978AE}"/>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207248" y="4914713"/>
            <a:ext cx="1893276" cy="1357678"/>
          </a:xfrm>
          <a:prstGeom prst="rect">
            <a:avLst/>
          </a:prstGeom>
        </p:spPr>
      </p:pic>
      <p:pic>
        <p:nvPicPr>
          <p:cNvPr id="23" name="Image 22">
            <a:extLst>
              <a:ext uri="{FF2B5EF4-FFF2-40B4-BE49-F238E27FC236}">
                <a16:creationId xmlns:a16="http://schemas.microsoft.com/office/drawing/2014/main" id="{59D1A0EA-6B66-8CC6-D64A-6381BC77ED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7033" y="5189351"/>
            <a:ext cx="1012579" cy="708805"/>
          </a:xfrm>
          <a:prstGeom prst="rect">
            <a:avLst/>
          </a:prstGeom>
        </p:spPr>
      </p:pic>
      <p:sp>
        <p:nvSpPr>
          <p:cNvPr id="26" name="Espace réservé du pied de page 10">
            <a:extLst>
              <a:ext uri="{FF2B5EF4-FFF2-40B4-BE49-F238E27FC236}">
                <a16:creationId xmlns:a16="http://schemas.microsoft.com/office/drawing/2014/main" id="{954E645B-1BA5-5881-1482-D0C7A3E4E0F0}"/>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
        <p:nvSpPr>
          <p:cNvPr id="29" name="Espace réservé du numéro de diapositive 16">
            <a:extLst>
              <a:ext uri="{FF2B5EF4-FFF2-40B4-BE49-F238E27FC236}">
                <a16:creationId xmlns:a16="http://schemas.microsoft.com/office/drawing/2014/main" id="{44D3A492-4CEB-C0D6-DE39-97875670CDB2}"/>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9</a:t>
            </a:fld>
            <a:endParaRPr lang="fr-FR" sz="1000" b="1" dirty="0"/>
          </a:p>
        </p:txBody>
      </p:sp>
      <p:pic>
        <p:nvPicPr>
          <p:cNvPr id="7" name="Image 6">
            <a:extLst>
              <a:ext uri="{FF2B5EF4-FFF2-40B4-BE49-F238E27FC236}">
                <a16:creationId xmlns:a16="http://schemas.microsoft.com/office/drawing/2014/main" id="{7E3AA55C-4D90-CFF1-88E1-3301C921E5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0056" y="5185719"/>
            <a:ext cx="1499621" cy="716069"/>
          </a:xfrm>
          <a:prstGeom prst="rect">
            <a:avLst/>
          </a:prstGeom>
        </p:spPr>
      </p:pic>
      <p:pic>
        <p:nvPicPr>
          <p:cNvPr id="8" name="Image 7">
            <a:extLst>
              <a:ext uri="{FF2B5EF4-FFF2-40B4-BE49-F238E27FC236}">
                <a16:creationId xmlns:a16="http://schemas.microsoft.com/office/drawing/2014/main" id="{D095F79B-611C-0D30-56B6-7AB86D53FB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92320" y="4965198"/>
            <a:ext cx="1732285" cy="1053229"/>
          </a:xfrm>
          <a:prstGeom prst="rect">
            <a:avLst/>
          </a:prstGeom>
        </p:spPr>
      </p:pic>
      <p:graphicFrame>
        <p:nvGraphicFramePr>
          <p:cNvPr id="5" name="Tableau 4">
            <a:extLst>
              <a:ext uri="{FF2B5EF4-FFF2-40B4-BE49-F238E27FC236}">
                <a16:creationId xmlns:a16="http://schemas.microsoft.com/office/drawing/2014/main" id="{688B0B1F-CDC4-9143-C997-552E26D94353}"/>
              </a:ext>
            </a:extLst>
          </p:cNvPr>
          <p:cNvGraphicFramePr>
            <a:graphicFrameLocks noGrp="1"/>
          </p:cNvGraphicFramePr>
          <p:nvPr>
            <p:extLst>
              <p:ext uri="{D42A27DB-BD31-4B8C-83A1-F6EECF244321}">
                <p14:modId xmlns:p14="http://schemas.microsoft.com/office/powerpoint/2010/main" val="11026821"/>
              </p:ext>
            </p:extLst>
          </p:nvPr>
        </p:nvGraphicFramePr>
        <p:xfrm>
          <a:off x="4195571" y="1127544"/>
          <a:ext cx="3800857" cy="3412544"/>
        </p:xfrm>
        <a:graphic>
          <a:graphicData uri="http://schemas.openxmlformats.org/drawingml/2006/table">
            <a:tbl>
              <a:tblPr/>
              <a:tblGrid>
                <a:gridCol w="3800857">
                  <a:extLst>
                    <a:ext uri="{9D8B030D-6E8A-4147-A177-3AD203B41FA5}">
                      <a16:colId xmlns:a16="http://schemas.microsoft.com/office/drawing/2014/main" val="3300060884"/>
                    </a:ext>
                  </a:extLst>
                </a:gridCol>
              </a:tblGrid>
              <a:tr h="190500">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900" dirty="0"/>
                        <a:t>DRAAF Auvergne Rhône Alpes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105715065"/>
                  </a:ext>
                </a:extLst>
              </a:tr>
              <a:tr h="190500">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900" dirty="0"/>
                        <a:t>DRAAF Centre Val de Loire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91445309"/>
                  </a:ext>
                </a:extLst>
              </a:tr>
              <a:tr h="190500">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900" dirty="0"/>
                        <a:t>DRIAF Île-de-France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44916545"/>
                  </a:ext>
                </a:extLst>
              </a:tr>
              <a:tr h="190500">
                <a:tc>
                  <a:txBody>
                    <a:bodyPr/>
                    <a:lstStyle/>
                    <a:p>
                      <a:pPr>
                        <a:buNone/>
                      </a:pPr>
                      <a:r>
                        <a:rPr lang="fr-FR" sz="900" dirty="0"/>
                        <a:t>Entente </a:t>
                      </a:r>
                      <a:r>
                        <a:rPr lang="fr-FR" sz="900" dirty="0" err="1"/>
                        <a:t>Valabre</a:t>
                      </a:r>
                      <a:endParaRPr lang="fr-FR"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51815975"/>
                  </a:ext>
                </a:extLst>
              </a:tr>
              <a:tr h="190500">
                <a:tc>
                  <a:txBody>
                    <a:bodyPr/>
                    <a:lstStyle/>
                    <a:p>
                      <a:pPr>
                        <a:buNone/>
                      </a:pPr>
                      <a:r>
                        <a:rPr lang="fr-FR" sz="900" dirty="0"/>
                        <a:t>FCBA - Institut technologie Forêt Cellulose Bois-Construction Ameublement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7572885"/>
                  </a:ext>
                </a:extLst>
              </a:tr>
              <a:tr h="257864">
                <a:tc>
                  <a:txBody>
                    <a:bodyPr/>
                    <a:lstStyle/>
                    <a:p>
                      <a:pPr>
                        <a:buNone/>
                      </a:pPr>
                      <a:r>
                        <a:rPr lang="fr-FR" sz="900" dirty="0"/>
                        <a:t>FNB - Fédération nationale du bois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89587333"/>
                  </a:ext>
                </a:extLst>
              </a:tr>
              <a:tr h="190500">
                <a:tc>
                  <a:txBody>
                    <a:bodyPr/>
                    <a:lstStyle/>
                    <a:p>
                      <a:pPr>
                        <a:buNone/>
                      </a:pPr>
                      <a:r>
                        <a:rPr lang="fr-FR" sz="900" dirty="0"/>
                        <a:t>FNCOFOR - Fédération nationale des communes forestières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75517216"/>
                  </a:ext>
                </a:extLst>
              </a:tr>
              <a:tr h="190500">
                <a:tc>
                  <a:txBody>
                    <a:bodyPr/>
                    <a:lstStyle/>
                    <a:p>
                      <a:pPr>
                        <a:buNone/>
                      </a:pPr>
                      <a:r>
                        <a:rPr lang="fr-FR" sz="900" dirty="0"/>
                        <a:t>FNTR - Fédération nationale des transporteurs routiers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6274646"/>
                  </a:ext>
                </a:extLst>
              </a:tr>
              <a:tr h="190500">
                <a:tc>
                  <a:txBody>
                    <a:bodyPr/>
                    <a:lstStyle/>
                    <a:p>
                      <a:pPr>
                        <a:buNone/>
                      </a:pPr>
                      <a:r>
                        <a:rPr lang="fr-FR" sz="900" dirty="0"/>
                        <a:t>France Bois Forêt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38178134"/>
                  </a:ext>
                </a:extLst>
              </a:tr>
              <a:tr h="190500">
                <a:tc>
                  <a:txBody>
                    <a:bodyPr/>
                    <a:lstStyle/>
                    <a:p>
                      <a:pPr>
                        <a:buNone/>
                      </a:pPr>
                      <a:r>
                        <a:rPr lang="fr-FR" sz="900"/>
                        <a:t>Fransylva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80312884"/>
                  </a:ext>
                </a:extLst>
              </a:tr>
              <a:tr h="190500">
                <a:tc>
                  <a:txBody>
                    <a:bodyPr/>
                    <a:lstStyle/>
                    <a:p>
                      <a:pPr>
                        <a:buNone/>
                      </a:pPr>
                      <a:r>
                        <a:rPr lang="fr-FR" sz="900" dirty="0"/>
                        <a:t>GIP </a:t>
                      </a:r>
                      <a:r>
                        <a:rPr lang="fr-FR" sz="900" dirty="0" err="1"/>
                        <a:t>ATGeRi</a:t>
                      </a:r>
                      <a:endParaRPr lang="fr-FR"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79001306"/>
                  </a:ext>
                </a:extLst>
              </a:tr>
              <a:tr h="190500">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900" dirty="0"/>
                        <a:t>IGN (Institut national de l’information  géographique et forestière)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9024220"/>
                  </a:ext>
                </a:extLst>
              </a:tr>
              <a:tr h="190500">
                <a:tc>
                  <a:txBody>
                    <a:bodyPr/>
                    <a:lstStyle/>
                    <a:p>
                      <a:pPr>
                        <a:buNone/>
                      </a:pPr>
                      <a:r>
                        <a:rPr lang="fr-FR" sz="900" dirty="0"/>
                        <a:t>MASA - DGPE (Direction générale de la Performance économique et environnementale des entreprises)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91632936"/>
                  </a:ext>
                </a:extLst>
              </a:tr>
            </a:tbl>
          </a:graphicData>
        </a:graphic>
      </p:graphicFrame>
      <p:graphicFrame>
        <p:nvGraphicFramePr>
          <p:cNvPr id="11" name="Tableau 10">
            <a:extLst>
              <a:ext uri="{FF2B5EF4-FFF2-40B4-BE49-F238E27FC236}">
                <a16:creationId xmlns:a16="http://schemas.microsoft.com/office/drawing/2014/main" id="{5781A6B4-10FE-2481-E2FF-32269546B2EA}"/>
              </a:ext>
            </a:extLst>
          </p:cNvPr>
          <p:cNvGraphicFramePr>
            <a:graphicFrameLocks noGrp="1"/>
          </p:cNvGraphicFramePr>
          <p:nvPr>
            <p:extLst>
              <p:ext uri="{D42A27DB-BD31-4B8C-83A1-F6EECF244321}">
                <p14:modId xmlns:p14="http://schemas.microsoft.com/office/powerpoint/2010/main" val="3704432428"/>
              </p:ext>
            </p:extLst>
          </p:nvPr>
        </p:nvGraphicFramePr>
        <p:xfrm>
          <a:off x="8139087" y="1050736"/>
          <a:ext cx="3800857" cy="3566160"/>
        </p:xfrm>
        <a:graphic>
          <a:graphicData uri="http://schemas.openxmlformats.org/drawingml/2006/table">
            <a:tbl>
              <a:tblPr/>
              <a:tblGrid>
                <a:gridCol w="3800857">
                  <a:extLst>
                    <a:ext uri="{9D8B030D-6E8A-4147-A177-3AD203B41FA5}">
                      <a16:colId xmlns:a16="http://schemas.microsoft.com/office/drawing/2014/main" val="3300060884"/>
                    </a:ext>
                  </a:extLst>
                </a:gridCol>
              </a:tblGrid>
              <a:tr h="190500">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900" dirty="0"/>
                        <a:t>Ministère de l'Intérieur – BOMSIS (</a:t>
                      </a:r>
                      <a:r>
                        <a:rPr lang="fr-FR" sz="900" dirty="0">
                          <a:effectLst/>
                        </a:rPr>
                        <a:t>Bureau de l'organisation et des missions des services d'incendie et de secours)</a:t>
                      </a:r>
                      <a:endParaRPr lang="fr-FR"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43339609"/>
                  </a:ext>
                </a:extLst>
              </a:tr>
              <a:tr h="190500">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900" dirty="0"/>
                        <a:t>ONF (Office national des forêts)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561195321"/>
                  </a:ext>
                </a:extLst>
              </a:tr>
              <a:tr h="190500">
                <a:tc>
                  <a:txBody>
                    <a:bodyPr/>
                    <a:lstStyle/>
                    <a:p>
                      <a:pPr>
                        <a:buNone/>
                      </a:pPr>
                      <a:r>
                        <a:rPr lang="fr-FR" sz="900" dirty="0"/>
                        <a:t>Secrétariat Général à la Planification Écologique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224979593"/>
                  </a:ext>
                </a:extLst>
              </a:tr>
              <a:tr h="190500">
                <a:tc>
                  <a:txBody>
                    <a:bodyPr/>
                    <a:lstStyle/>
                    <a:p>
                      <a:pPr>
                        <a:buNone/>
                      </a:pPr>
                      <a:r>
                        <a:rPr lang="fr-FR" sz="900"/>
                        <a:t>SDIS17 Charente-Maritime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99020219"/>
                  </a:ext>
                </a:extLst>
              </a:tr>
              <a:tr h="190500">
                <a:tc>
                  <a:txBody>
                    <a:bodyPr/>
                    <a:lstStyle/>
                    <a:p>
                      <a:pPr>
                        <a:buNone/>
                      </a:pPr>
                      <a:r>
                        <a:rPr lang="fr-FR" sz="900"/>
                        <a:t>SDIS38 Isère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6744790"/>
                  </a:ext>
                </a:extLst>
              </a:tr>
              <a:tr h="190500">
                <a:tc>
                  <a:txBody>
                    <a:bodyPr/>
                    <a:lstStyle/>
                    <a:p>
                      <a:pPr>
                        <a:buNone/>
                      </a:pPr>
                      <a:r>
                        <a:rPr lang="fr-FR" sz="900"/>
                        <a:t>SDIS41 Loir-et-Cher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19737081"/>
                  </a:ext>
                </a:extLst>
              </a:tr>
              <a:tr h="190500">
                <a:tc>
                  <a:txBody>
                    <a:bodyPr/>
                    <a:lstStyle/>
                    <a:p>
                      <a:pPr>
                        <a:buNone/>
                      </a:pPr>
                      <a:r>
                        <a:rPr lang="fr-FR" sz="900"/>
                        <a:t>SDIS57 Moselle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74884484"/>
                  </a:ext>
                </a:extLst>
              </a:tr>
              <a:tr h="190500">
                <a:tc>
                  <a:txBody>
                    <a:bodyPr/>
                    <a:lstStyle/>
                    <a:p>
                      <a:pPr>
                        <a:buNone/>
                      </a:pPr>
                      <a:r>
                        <a:rPr lang="fr-FR" sz="900"/>
                        <a:t>SDIS66 Pyrénées-Orientales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330117207"/>
                  </a:ext>
                </a:extLst>
              </a:tr>
              <a:tr h="190500">
                <a:tc>
                  <a:txBody>
                    <a:bodyPr/>
                    <a:lstStyle/>
                    <a:p>
                      <a:pPr>
                        <a:buNone/>
                      </a:pPr>
                      <a:r>
                        <a:rPr lang="fr-FR" sz="900"/>
                        <a:t>SDIS77 Seine-et-Marne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82064948"/>
                  </a:ext>
                </a:extLst>
              </a:tr>
              <a:tr h="190500">
                <a:tc>
                  <a:txBody>
                    <a:bodyPr/>
                    <a:lstStyle/>
                    <a:p>
                      <a:pPr>
                        <a:buNone/>
                      </a:pPr>
                      <a:r>
                        <a:rPr lang="fr-FR" sz="900"/>
                        <a:t>SDIS88 Vosges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260719076"/>
                  </a:ext>
                </a:extLst>
              </a:tr>
              <a:tr h="190500">
                <a:tc>
                  <a:txBody>
                    <a:bodyPr/>
                    <a:lstStyle/>
                    <a:p>
                      <a:pPr>
                        <a:buNone/>
                      </a:pPr>
                      <a:r>
                        <a:rPr lang="fr-FR" sz="900" dirty="0"/>
                        <a:t>Transport Basto et Fils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58022501"/>
                  </a:ext>
                </a:extLst>
              </a:tr>
              <a:tr h="190500">
                <a:tc>
                  <a:txBody>
                    <a:bodyPr/>
                    <a:lstStyle/>
                    <a:p>
                      <a:pPr>
                        <a:buNone/>
                      </a:pPr>
                      <a:r>
                        <a:rPr lang="fr-FR" sz="900"/>
                        <a:t>Transport Mauffrey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04578645"/>
                  </a:ext>
                </a:extLst>
              </a:tr>
              <a:tr h="190500">
                <a:tc>
                  <a:txBody>
                    <a:bodyPr/>
                    <a:lstStyle/>
                    <a:p>
                      <a:pPr>
                        <a:buNone/>
                      </a:pPr>
                      <a:r>
                        <a:rPr lang="fr-FR" sz="900" dirty="0"/>
                        <a:t>Transports Fontan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4867748"/>
                  </a:ext>
                </a:extLst>
              </a:tr>
              <a:tr h="190500">
                <a:tc>
                  <a:txBody>
                    <a:bodyPr/>
                    <a:lstStyle/>
                    <a:p>
                      <a:pPr>
                        <a:buNone/>
                      </a:pPr>
                      <a:r>
                        <a:rPr lang="fr-FR" sz="900" dirty="0"/>
                        <a:t>Transports </a:t>
                      </a:r>
                      <a:r>
                        <a:rPr lang="fr-FR" sz="900" dirty="0" err="1"/>
                        <a:t>Masnada</a:t>
                      </a:r>
                      <a:endParaRPr lang="fr-FR"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48818153"/>
                  </a:ext>
                </a:extLst>
              </a:tr>
              <a:tr h="190500">
                <a:tc>
                  <a:txBody>
                    <a:bodyPr/>
                    <a:lstStyle/>
                    <a:p>
                      <a:pPr>
                        <a:buNone/>
                      </a:pPr>
                      <a:r>
                        <a:rPr lang="fr-FR" sz="900" dirty="0"/>
                        <a:t>Transports Rochatte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11866811"/>
                  </a:ext>
                </a:extLst>
              </a:tr>
            </a:tbl>
          </a:graphicData>
        </a:graphic>
      </p:graphicFrame>
      <p:sp>
        <p:nvSpPr>
          <p:cNvPr id="3" name="Espace réservé du pied de page 2">
            <a:extLst>
              <a:ext uri="{FF2B5EF4-FFF2-40B4-BE49-F238E27FC236}">
                <a16:creationId xmlns:a16="http://schemas.microsoft.com/office/drawing/2014/main" id="{CA521C57-AE91-3729-3F50-52A13275E0A3}"/>
              </a:ext>
            </a:extLst>
          </p:cNvPr>
          <p:cNvSpPr>
            <a:spLocks noGrp="1"/>
          </p:cNvSpPr>
          <p:nvPr>
            <p:ph type="ftr" sz="quarter" idx="3"/>
          </p:nvPr>
        </p:nvSpPr>
        <p:spPr/>
        <p:txBody>
          <a:bodyPr/>
          <a:lstStyle/>
          <a:p>
            <a:endParaRPr lang="fr-FR"/>
          </a:p>
        </p:txBody>
      </p:sp>
    </p:spTree>
    <p:extLst>
      <p:ext uri="{BB962C8B-B14F-4D97-AF65-F5344CB8AC3E}">
        <p14:creationId xmlns:p14="http://schemas.microsoft.com/office/powerpoint/2010/main" val="2035077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914144-4E5E-4757-976A-35690A828941}"/>
              </a:ext>
            </a:extLst>
          </p:cNvPr>
          <p:cNvSpPr>
            <a:spLocks noGrp="1"/>
          </p:cNvSpPr>
          <p:nvPr>
            <p:ph type="title"/>
          </p:nvPr>
        </p:nvSpPr>
        <p:spPr>
          <a:xfrm>
            <a:off x="2543606" y="228894"/>
            <a:ext cx="9479065" cy="812501"/>
          </a:xfrm>
        </p:spPr>
        <p:txBody>
          <a:bodyPr/>
          <a:lstStyle/>
          <a:p>
            <a:pPr algn="ctr"/>
            <a:r>
              <a:rPr lang="fr-FR" dirty="0"/>
              <a:t>Points d’attention</a:t>
            </a:r>
          </a:p>
        </p:txBody>
      </p:sp>
      <p:pic>
        <p:nvPicPr>
          <p:cNvPr id="26" name="Image 25">
            <a:extLst>
              <a:ext uri="{FF2B5EF4-FFF2-40B4-BE49-F238E27FC236}">
                <a16:creationId xmlns:a16="http://schemas.microsoft.com/office/drawing/2014/main" id="{BA94DC30-A1A6-461F-8B50-096B6AC8ABCC}"/>
              </a:ext>
            </a:extLst>
          </p:cNvPr>
          <p:cNvPicPr>
            <a:picLocks noChangeAspect="1"/>
          </p:cNvPicPr>
          <p:nvPr/>
        </p:nvPicPr>
        <p:blipFill>
          <a:blip r:embed="rId2"/>
          <a:stretch>
            <a:fillRect/>
          </a:stretch>
        </p:blipFill>
        <p:spPr>
          <a:xfrm>
            <a:off x="224971" y="5064290"/>
            <a:ext cx="623740" cy="623740"/>
          </a:xfrm>
          <a:prstGeom prst="rect">
            <a:avLst/>
          </a:prstGeom>
        </p:spPr>
      </p:pic>
      <p:sp>
        <p:nvSpPr>
          <p:cNvPr id="27" name="ZoneTexte 26">
            <a:extLst>
              <a:ext uri="{FF2B5EF4-FFF2-40B4-BE49-F238E27FC236}">
                <a16:creationId xmlns:a16="http://schemas.microsoft.com/office/drawing/2014/main" id="{0FC948AE-773B-40A9-9ED8-2A1AB050C902}"/>
              </a:ext>
            </a:extLst>
          </p:cNvPr>
          <p:cNvSpPr txBox="1"/>
          <p:nvPr/>
        </p:nvSpPr>
        <p:spPr>
          <a:xfrm>
            <a:off x="920444" y="1265944"/>
            <a:ext cx="7858691" cy="1323632"/>
          </a:xfrm>
          <a:prstGeom prst="rect">
            <a:avLst/>
          </a:prstGeom>
          <a:noFill/>
        </p:spPr>
        <p:txBody>
          <a:bodyPr wrap="square">
            <a:spAutoFit/>
          </a:bodyPr>
          <a:lstStyle/>
          <a:p>
            <a:r>
              <a:rPr lang="fr-FR" sz="1867" b="1" dirty="0"/>
              <a:t>Modélisation</a:t>
            </a:r>
            <a:r>
              <a:rPr lang="fr-FR" sz="1867" dirty="0"/>
              <a:t> =</a:t>
            </a:r>
          </a:p>
          <a:p>
            <a:r>
              <a:rPr lang="fr-FR" sz="1867" dirty="0"/>
              <a:t>Définir un socle de données minimal commun :</a:t>
            </a:r>
          </a:p>
          <a:p>
            <a:r>
              <a:rPr lang="fr-FR" sz="1867" dirty="0"/>
              <a:t>On ne redéfinit ni les </a:t>
            </a:r>
            <a:r>
              <a:rPr lang="fr-FR" sz="1867" dirty="0" err="1"/>
              <a:t>BDs</a:t>
            </a:r>
            <a:r>
              <a:rPr lang="fr-FR" sz="1867" dirty="0"/>
              <a:t>, ni outils, ni les cartographies métiers !</a:t>
            </a:r>
          </a:p>
          <a:p>
            <a:endParaRPr lang="fr-FR" sz="2400" dirty="0"/>
          </a:p>
        </p:txBody>
      </p:sp>
      <p:sp>
        <p:nvSpPr>
          <p:cNvPr id="28" name="ZoneTexte 27">
            <a:extLst>
              <a:ext uri="{FF2B5EF4-FFF2-40B4-BE49-F238E27FC236}">
                <a16:creationId xmlns:a16="http://schemas.microsoft.com/office/drawing/2014/main" id="{68CA874C-FF39-47F3-B6CB-1D51492A8661}"/>
              </a:ext>
            </a:extLst>
          </p:cNvPr>
          <p:cNvSpPr txBox="1"/>
          <p:nvPr/>
        </p:nvSpPr>
        <p:spPr>
          <a:xfrm>
            <a:off x="920444" y="4827583"/>
            <a:ext cx="10830963" cy="1528945"/>
          </a:xfrm>
          <a:prstGeom prst="rect">
            <a:avLst/>
          </a:prstGeom>
          <a:noFill/>
        </p:spPr>
        <p:txBody>
          <a:bodyPr wrap="square">
            <a:spAutoFit/>
          </a:bodyPr>
          <a:lstStyle/>
          <a:p>
            <a:r>
              <a:rPr lang="fr-FR" sz="1867" b="1" dirty="0"/>
              <a:t>Concertation</a:t>
            </a:r>
            <a:r>
              <a:rPr lang="fr-FR" sz="1867" dirty="0"/>
              <a:t> =</a:t>
            </a:r>
          </a:p>
          <a:p>
            <a:r>
              <a:rPr lang="fr-FR" sz="1867" dirty="0"/>
              <a:t>Tous les travaux sont ouverts et chaque acteur participant (à distance ou en présentiel) a une voix durant les phases de standardisation (modélisation, écriture, relecture, appel à commentaires)</a:t>
            </a:r>
          </a:p>
          <a:p>
            <a:endParaRPr lang="fr-FR" sz="1867" dirty="0"/>
          </a:p>
        </p:txBody>
      </p:sp>
      <p:sp>
        <p:nvSpPr>
          <p:cNvPr id="29" name="ZoneTexte 28">
            <a:extLst>
              <a:ext uri="{FF2B5EF4-FFF2-40B4-BE49-F238E27FC236}">
                <a16:creationId xmlns:a16="http://schemas.microsoft.com/office/drawing/2014/main" id="{3C75DE51-7AF8-424F-A9A0-2F6560CEC849}"/>
              </a:ext>
            </a:extLst>
          </p:cNvPr>
          <p:cNvSpPr txBox="1"/>
          <p:nvPr/>
        </p:nvSpPr>
        <p:spPr>
          <a:xfrm>
            <a:off x="920443" y="2864744"/>
            <a:ext cx="10830964" cy="1816266"/>
          </a:xfrm>
          <a:prstGeom prst="rect">
            <a:avLst/>
          </a:prstGeom>
          <a:noFill/>
        </p:spPr>
        <p:txBody>
          <a:bodyPr wrap="square">
            <a:spAutoFit/>
          </a:bodyPr>
          <a:lstStyle/>
          <a:p>
            <a:r>
              <a:rPr lang="fr-FR" sz="1867" b="1" dirty="0"/>
              <a:t>Evolutions BD TOPO</a:t>
            </a:r>
            <a:r>
              <a:rPr lang="fr-FR" sz="1867" dirty="0"/>
              <a:t> =</a:t>
            </a:r>
          </a:p>
          <a:p>
            <a:r>
              <a:rPr lang="fr-FR" sz="1867" dirty="0"/>
              <a:t>Les données seront reçues dans la BD TOPO. On essaie de faire converger le modèle au maximum afin de ne pas impacter les données socles BD TOPO. </a:t>
            </a:r>
          </a:p>
          <a:p>
            <a:r>
              <a:rPr lang="fr-FR" sz="1867" dirty="0"/>
              <a:t>Néanmoins des évolutions BD TOPO sont à prévoir car une route en forêt = une route, donc une évolution sur un attribut route en forêt = une évolution sur tous les linéaires routes </a:t>
            </a:r>
          </a:p>
          <a:p>
            <a:endParaRPr lang="fr-FR" sz="1867" dirty="0"/>
          </a:p>
        </p:txBody>
      </p:sp>
      <p:pic>
        <p:nvPicPr>
          <p:cNvPr id="5" name="Image 4">
            <a:extLst>
              <a:ext uri="{FF2B5EF4-FFF2-40B4-BE49-F238E27FC236}">
                <a16:creationId xmlns:a16="http://schemas.microsoft.com/office/drawing/2014/main" id="{9019917C-0501-4BC1-FB5B-D17D51E6A0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4971" y="1410332"/>
            <a:ext cx="620337" cy="620337"/>
          </a:xfrm>
          <a:prstGeom prst="rect">
            <a:avLst/>
          </a:prstGeom>
        </p:spPr>
      </p:pic>
      <p:pic>
        <p:nvPicPr>
          <p:cNvPr id="8" name="Image 7">
            <a:extLst>
              <a:ext uri="{FF2B5EF4-FFF2-40B4-BE49-F238E27FC236}">
                <a16:creationId xmlns:a16="http://schemas.microsoft.com/office/drawing/2014/main" id="{97D5A5DD-3DFA-91B1-CCA1-FE0F27750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723" y="3227160"/>
            <a:ext cx="952509" cy="952509"/>
          </a:xfrm>
          <a:prstGeom prst="rect">
            <a:avLst/>
          </a:prstGeom>
        </p:spPr>
      </p:pic>
      <p:sp>
        <p:nvSpPr>
          <p:cNvPr id="3" name="Espace réservé du pied de page 2">
            <a:extLst>
              <a:ext uri="{FF2B5EF4-FFF2-40B4-BE49-F238E27FC236}">
                <a16:creationId xmlns:a16="http://schemas.microsoft.com/office/drawing/2014/main" id="{426554EB-2284-EB19-940D-7ADC18225B45}"/>
              </a:ext>
            </a:extLst>
          </p:cNvPr>
          <p:cNvSpPr>
            <a:spLocks noGrp="1"/>
          </p:cNvSpPr>
          <p:nvPr>
            <p:ph type="ftr" sz="quarter" idx="3"/>
          </p:nvPr>
        </p:nvSpPr>
        <p:spPr/>
        <p:txBody>
          <a:bodyPr/>
          <a:lstStyle/>
          <a:p>
            <a:endParaRPr lang="fr-FR"/>
          </a:p>
        </p:txBody>
      </p:sp>
      <p:sp>
        <p:nvSpPr>
          <p:cNvPr id="10" name="Espace réservé du pied de page 10">
            <a:extLst>
              <a:ext uri="{FF2B5EF4-FFF2-40B4-BE49-F238E27FC236}">
                <a16:creationId xmlns:a16="http://schemas.microsoft.com/office/drawing/2014/main" id="{E7ED3FD9-6A9F-CD86-A41A-3D7AA95B497B}"/>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pic>
        <p:nvPicPr>
          <p:cNvPr id="13" name="Image 12">
            <a:extLst>
              <a:ext uri="{FF2B5EF4-FFF2-40B4-BE49-F238E27FC236}">
                <a16:creationId xmlns:a16="http://schemas.microsoft.com/office/drawing/2014/main" id="{E2CB902F-2C4D-02B8-0AFE-BF738CB8384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17145" y="167946"/>
            <a:ext cx="667051" cy="667051"/>
          </a:xfrm>
          <a:prstGeom prst="rect">
            <a:avLst/>
          </a:prstGeom>
        </p:spPr>
      </p:pic>
    </p:spTree>
    <p:extLst>
      <p:ext uri="{BB962C8B-B14F-4D97-AF65-F5344CB8AC3E}">
        <p14:creationId xmlns:p14="http://schemas.microsoft.com/office/powerpoint/2010/main" val="39483141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latin typeface="Calibri" panose="020F0502020204030204" pitchFamily="34" charset="0"/>
                <a:cs typeface="Calibri" panose="020F0502020204030204" pitchFamily="34" charset="0"/>
              </a:rPr>
              <a:t>Bases de travail</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3F273C30-FC1D-0545-2F1A-57468750148E}"/>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B0798B54-E5C6-4B77-A65C-B80D7302A6CA}"/>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41114B76-0EAD-492D-B12C-3059C9651E4E}"/>
              </a:ext>
            </a:extLst>
          </p:cNvPr>
          <p:cNvSpPr>
            <a:spLocks noGrp="1"/>
          </p:cNvSpPr>
          <p:nvPr/>
        </p:nvSpPr>
        <p:spPr>
          <a:xfrm>
            <a:off x="43183" y="1019656"/>
            <a:ext cx="11491268"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fr-FR" sz="1600" b="0" dirty="0">
                <a:solidFill>
                  <a:schemeClr val="tx1"/>
                </a:solidFill>
                <a:latin typeface="+mn-lt"/>
                <a:cs typeface="Arial"/>
              </a:rPr>
              <a:t>Les voies d’accès aux ressources forestières </a:t>
            </a:r>
            <a:r>
              <a:rPr lang="fr-FR" sz="1600" b="0" dirty="0">
                <a:solidFill>
                  <a:schemeClr val="tx1"/>
                </a:solidFill>
                <a:latin typeface="+mn-lt"/>
                <a:cs typeface="Arial"/>
                <a:sym typeface="Wingdings" panose="05000000000000000000" pitchFamily="2" charset="2"/>
              </a:rPr>
              <a:t></a:t>
            </a:r>
            <a:r>
              <a:rPr lang="fr-FR" sz="1600" b="0" dirty="0">
                <a:solidFill>
                  <a:schemeClr val="tx1"/>
                </a:solidFill>
                <a:latin typeface="+mn-lt"/>
                <a:cs typeface="Arial"/>
              </a:rPr>
              <a:t> </a:t>
            </a:r>
            <a:r>
              <a:rPr lang="fr-FR" sz="1600" dirty="0">
                <a:solidFill>
                  <a:schemeClr val="tx1"/>
                </a:solidFill>
                <a:latin typeface="+mn-lt"/>
                <a:cs typeface="Arial"/>
              </a:rPr>
              <a:t>Standard CNIG « Dessertes pour le transport de bois »</a:t>
            </a:r>
          </a:p>
          <a:p>
            <a:pPr lvl="1"/>
            <a:r>
              <a:rPr lang="fr-FR" sz="1600" b="0" dirty="0">
                <a:solidFill>
                  <a:srgbClr val="000000"/>
                </a:solidFill>
                <a:latin typeface="+mn-lt"/>
                <a:ea typeface="Calibri"/>
                <a:cs typeface="Arial"/>
              </a:rPr>
              <a:t>Réalisé dans projet </a:t>
            </a:r>
            <a:r>
              <a:rPr lang="fr-FR" sz="1600" b="0" dirty="0">
                <a:solidFill>
                  <a:schemeClr val="tx2">
                    <a:lumMod val="60000"/>
                    <a:lumOff val="40000"/>
                  </a:schemeClr>
                </a:solidFill>
                <a:latin typeface="+mn-lt"/>
                <a:ea typeface="Calibri"/>
                <a:cs typeface="Arial"/>
                <a:hlinkClick r:id="rId5">
                  <a:extLst>
                    <a:ext uri="{A12FA001-AC4F-418D-AE19-62706E023703}">
                      <ahyp:hlinkClr xmlns:ahyp="http://schemas.microsoft.com/office/drawing/2018/hyperlinkcolor" val="tx"/>
                    </a:ext>
                  </a:extLst>
                </a:hlinkClick>
              </a:rPr>
              <a:t>NaviForest</a:t>
            </a:r>
            <a:r>
              <a:rPr lang="fr-FR" sz="1600" b="0" dirty="0">
                <a:solidFill>
                  <a:schemeClr val="tx2">
                    <a:lumMod val="60000"/>
                    <a:lumOff val="40000"/>
                  </a:schemeClr>
                </a:solidFill>
                <a:latin typeface="+mn-lt"/>
                <a:ea typeface="Calibri"/>
                <a:cs typeface="Arial"/>
              </a:rPr>
              <a:t> </a:t>
            </a:r>
            <a:r>
              <a:rPr lang="fr-FR" sz="1600" b="0" dirty="0">
                <a:solidFill>
                  <a:srgbClr val="000000"/>
                </a:solidFill>
                <a:latin typeface="+mn-lt"/>
                <a:ea typeface="Calibri"/>
                <a:cs typeface="Arial"/>
              </a:rPr>
              <a:t> </a:t>
            </a:r>
          </a:p>
          <a:p>
            <a:pPr lvl="1"/>
            <a:r>
              <a:rPr lang="fr-FR" sz="1600" b="0" dirty="0">
                <a:solidFill>
                  <a:srgbClr val="000000"/>
                </a:solidFill>
                <a:latin typeface="+mn-lt"/>
                <a:ea typeface="Calibri"/>
                <a:cs typeface="Arial"/>
              </a:rPr>
              <a:t>Récupérer les données dessertes </a:t>
            </a:r>
            <a:r>
              <a:rPr lang="fr-FR" sz="1600" b="0" dirty="0">
                <a:solidFill>
                  <a:srgbClr val="000000"/>
                </a:solidFill>
                <a:latin typeface="+mn-lt"/>
                <a:cs typeface="Arial"/>
              </a:rPr>
              <a:t>dans une base nationale unique via un outil collaboratif en ligne </a:t>
            </a:r>
          </a:p>
          <a:p>
            <a:pPr lvl="1"/>
            <a:r>
              <a:rPr lang="fr-FR" sz="1600" b="0" dirty="0">
                <a:solidFill>
                  <a:schemeClr val="tx2">
                    <a:lumMod val="60000"/>
                    <a:lumOff val="40000"/>
                  </a:schemeClr>
                </a:solidFill>
                <a:latin typeface="+mn-lt"/>
                <a:cs typeface="Arial"/>
                <a:hlinkClick r:id="rId6">
                  <a:extLst>
                    <a:ext uri="{A12FA001-AC4F-418D-AE19-62706E023703}">
                      <ahyp:hlinkClr xmlns:ahyp="http://schemas.microsoft.com/office/drawing/2018/hyperlinkcolor" val="tx"/>
                    </a:ext>
                  </a:extLst>
                </a:hlinkClick>
              </a:rPr>
              <a:t>V1.0 du Standard </a:t>
            </a:r>
            <a:r>
              <a:rPr lang="fr-FR" sz="1600" b="0" dirty="0">
                <a:solidFill>
                  <a:srgbClr val="000000"/>
                </a:solidFill>
                <a:latin typeface="+mn-lt"/>
                <a:cs typeface="Arial"/>
              </a:rPr>
              <a:t>validé et diffusé par le CNIG depuis 2019</a:t>
            </a:r>
          </a:p>
          <a:p>
            <a:pPr lvl="1"/>
            <a:endParaRPr lang="fr-FR" sz="1600" b="0" dirty="0">
              <a:solidFill>
                <a:srgbClr val="000000"/>
              </a:solidFill>
              <a:latin typeface="+mn-lt"/>
              <a:cs typeface="Arial"/>
            </a:endParaRPr>
          </a:p>
          <a:p>
            <a:pPr marL="609585" lvl="1" indent="0">
              <a:buNone/>
            </a:pPr>
            <a:endParaRPr lang="fr-FR" sz="1600" b="0" dirty="0">
              <a:solidFill>
                <a:schemeClr val="tx1"/>
              </a:solidFill>
              <a:latin typeface="+mn-lt"/>
              <a:cs typeface="Arial"/>
            </a:endParaRPr>
          </a:p>
          <a:p>
            <a:pPr>
              <a:buFont typeface="Arial" panose="020B0604020202020204" pitchFamily="34" charset="0"/>
              <a:buChar char="•"/>
            </a:pPr>
            <a:r>
              <a:rPr lang="fr-FR" sz="1600" b="0" dirty="0">
                <a:solidFill>
                  <a:schemeClr val="tx1"/>
                </a:solidFill>
                <a:latin typeface="+mn-lt"/>
                <a:cs typeface="Arial"/>
              </a:rPr>
              <a:t>Les voies de défense des bois et forêts contre l’incendie </a:t>
            </a:r>
            <a:r>
              <a:rPr lang="fr-FR" sz="1600" dirty="0">
                <a:solidFill>
                  <a:schemeClr val="tx1"/>
                </a:solidFill>
                <a:latin typeface="+mn-lt"/>
                <a:cs typeface="Arial"/>
                <a:sym typeface="Wingdings" panose="05000000000000000000" pitchFamily="2" charset="2"/>
              </a:rPr>
              <a:t></a:t>
            </a:r>
            <a:r>
              <a:rPr lang="fr-FR" sz="1600" dirty="0">
                <a:solidFill>
                  <a:schemeClr val="tx1"/>
                </a:solidFill>
                <a:latin typeface="+mn-lt"/>
                <a:cs typeface="Arial"/>
              </a:rPr>
              <a:t> Standard communautaire « Pistes DFCI »</a:t>
            </a:r>
          </a:p>
          <a:p>
            <a:pPr lvl="1" algn="just"/>
            <a:r>
              <a:rPr lang="fr-FR" sz="1600" b="0" dirty="0">
                <a:solidFill>
                  <a:srgbClr val="000000"/>
                </a:solidFill>
                <a:latin typeface="+mn-lt"/>
                <a:cs typeface="Arial"/>
              </a:rPr>
              <a:t>Intégration par l’ANSC des voies DFCI dans la BD TOPO </a:t>
            </a:r>
            <a:r>
              <a:rPr lang="fr-FR" sz="1600" b="0" dirty="0">
                <a:solidFill>
                  <a:schemeClr val="tx1"/>
                </a:solidFill>
                <a:latin typeface="+mn-lt"/>
                <a:cs typeface="+mn-cs"/>
              </a:rPr>
              <a:t>(voir </a:t>
            </a:r>
            <a:r>
              <a:rPr lang="fr-FR" sz="1600" b="0" dirty="0">
                <a:solidFill>
                  <a:schemeClr val="tx2">
                    <a:lumMod val="60000"/>
                    <a:lumOff val="40000"/>
                  </a:schemeClr>
                </a:solidFill>
                <a:latin typeface="+mn-lt"/>
                <a:cs typeface="+mn-cs"/>
                <a:hlinkClick r:id="rId7">
                  <a:extLst>
                    <a:ext uri="{A12FA001-AC4F-418D-AE19-62706E023703}">
                      <ahyp:hlinkClr xmlns:ahyp="http://schemas.microsoft.com/office/drawing/2018/hyperlinkcolor" val="tx"/>
                    </a:ext>
                  </a:extLst>
                </a:hlinkClick>
              </a:rPr>
              <a:t>spécifications de la BD TOPO </a:t>
            </a:r>
            <a:r>
              <a:rPr lang="fr-FR" sz="1600" b="0" dirty="0">
                <a:solidFill>
                  <a:schemeClr val="tx1"/>
                </a:solidFill>
                <a:latin typeface="+mn-lt"/>
                <a:cs typeface="+mn-cs"/>
              </a:rPr>
              <a:t>)</a:t>
            </a:r>
            <a:endParaRPr lang="fr-FR" sz="1600" b="0" dirty="0">
              <a:solidFill>
                <a:srgbClr val="000000"/>
              </a:solidFill>
              <a:latin typeface="+mn-lt"/>
              <a:cs typeface="Arial"/>
            </a:endParaRPr>
          </a:p>
          <a:p>
            <a:pPr lvl="1" algn="just"/>
            <a:r>
              <a:rPr lang="fr-FR" sz="1600" b="0" dirty="0">
                <a:solidFill>
                  <a:srgbClr val="000000"/>
                </a:solidFill>
                <a:latin typeface="+mn-lt"/>
                <a:cs typeface="Arial"/>
              </a:rPr>
              <a:t>Utilisé dans </a:t>
            </a:r>
            <a:r>
              <a:rPr lang="fr-FR" sz="1600" b="0" dirty="0" err="1">
                <a:solidFill>
                  <a:srgbClr val="000000"/>
                </a:solidFill>
                <a:latin typeface="+mn-lt"/>
                <a:cs typeface="Arial"/>
              </a:rPr>
              <a:t>NexSIS</a:t>
            </a:r>
            <a:r>
              <a:rPr lang="fr-FR" sz="1600" b="0" dirty="0">
                <a:solidFill>
                  <a:srgbClr val="000000"/>
                </a:solidFill>
                <a:latin typeface="+mn-lt"/>
                <a:cs typeface="Arial"/>
              </a:rPr>
              <a:t> (outil national SGA/SGO SDIS)</a:t>
            </a:r>
          </a:p>
          <a:p>
            <a:pPr lvl="1" algn="just"/>
            <a:endParaRPr lang="fr-FR" sz="1600" b="0" dirty="0">
              <a:solidFill>
                <a:srgbClr val="000000"/>
              </a:solidFill>
              <a:latin typeface="+mn-lt"/>
              <a:cs typeface="Arial"/>
            </a:endParaRPr>
          </a:p>
          <a:p>
            <a:pPr marL="0" indent="0">
              <a:buNone/>
            </a:pPr>
            <a:endParaRPr lang="fr-FR" sz="1600" b="0" dirty="0">
              <a:solidFill>
                <a:schemeClr val="tx1"/>
              </a:solidFill>
              <a:latin typeface="+mn-lt"/>
              <a:cs typeface="Arial"/>
            </a:endParaRPr>
          </a:p>
          <a:p>
            <a:pPr>
              <a:buFont typeface="Arial" panose="020B0604020202020204" pitchFamily="34" charset="0"/>
              <a:buChar char="•"/>
            </a:pPr>
            <a:r>
              <a:rPr lang="fr-FR" sz="1600" b="0" dirty="0">
                <a:solidFill>
                  <a:schemeClr val="tx1"/>
                </a:solidFill>
                <a:latin typeface="+mn-lt"/>
                <a:cs typeface="Arial"/>
              </a:rPr>
              <a:t>Les points d’eau </a:t>
            </a:r>
            <a:r>
              <a:rPr lang="fr-FR" sz="1600" b="0" dirty="0">
                <a:solidFill>
                  <a:schemeClr val="tx1"/>
                </a:solidFill>
                <a:latin typeface="+mn-lt"/>
                <a:cs typeface="Arial"/>
                <a:sym typeface="Wingdings" panose="05000000000000000000" pitchFamily="2" charset="2"/>
              </a:rPr>
              <a:t></a:t>
            </a:r>
            <a:r>
              <a:rPr lang="fr-FR" sz="1600" b="0" dirty="0">
                <a:solidFill>
                  <a:schemeClr val="tx1"/>
                </a:solidFill>
                <a:latin typeface="+mn-lt"/>
                <a:cs typeface="Arial"/>
              </a:rPr>
              <a:t> </a:t>
            </a:r>
            <a:r>
              <a:rPr lang="fr-FR" sz="1600" dirty="0">
                <a:solidFill>
                  <a:schemeClr val="tx1"/>
                </a:solidFill>
                <a:latin typeface="+mn-lt"/>
                <a:cs typeface="Arial"/>
              </a:rPr>
              <a:t>Standard AFIGEO « Points d’eau »</a:t>
            </a:r>
          </a:p>
          <a:p>
            <a:pPr lvl="1"/>
            <a:r>
              <a:rPr lang="fr-FR" sz="1600" b="0" dirty="0">
                <a:solidFill>
                  <a:schemeClr val="tx1"/>
                </a:solidFill>
                <a:latin typeface="+mn-lt"/>
                <a:cs typeface="Arial"/>
              </a:rPr>
              <a:t>Problème : ne couvre pas les points d’eau en forêt</a:t>
            </a:r>
          </a:p>
          <a:p>
            <a:pPr lvl="1" algn="just">
              <a:spcBef>
                <a:spcPts val="267"/>
              </a:spcBef>
              <a:spcAft>
                <a:spcPts val="267"/>
              </a:spcAft>
            </a:pPr>
            <a:r>
              <a:rPr lang="fr-FR" sz="1600" b="0" dirty="0">
                <a:solidFill>
                  <a:srgbClr val="333333"/>
                </a:solidFill>
                <a:latin typeface="+mn-lt"/>
                <a:cs typeface="Arial"/>
              </a:rPr>
              <a:t>Modèle de données conçu pour les PEI (</a:t>
            </a:r>
            <a:r>
              <a:rPr lang="fr-FR" sz="1600" b="0" dirty="0">
                <a:solidFill>
                  <a:schemeClr val="tx2">
                    <a:lumMod val="60000"/>
                    <a:lumOff val="40000"/>
                  </a:schemeClr>
                </a:solidFill>
                <a:latin typeface="+mn-lt"/>
                <a:cs typeface="Arial"/>
                <a:hlinkClick r:id="rId8">
                  <a:extLst>
                    <a:ext uri="{A12FA001-AC4F-418D-AE19-62706E023703}">
                      <ahyp:hlinkClr xmlns:ahyp="http://schemas.microsoft.com/office/drawing/2018/hyperlinkcolor" val="tx"/>
                    </a:ext>
                  </a:extLst>
                </a:hlinkClick>
              </a:rPr>
              <a:t>AFIGEO</a:t>
            </a:r>
            <a:r>
              <a:rPr lang="fr-FR" sz="1600" b="0" dirty="0">
                <a:solidFill>
                  <a:srgbClr val="333333"/>
                </a:solidFill>
                <a:latin typeface="+mn-lt"/>
                <a:cs typeface="Arial"/>
              </a:rPr>
              <a:t>)</a:t>
            </a:r>
            <a:endParaRPr lang="fr-FR" sz="1600" b="0" dirty="0">
              <a:solidFill>
                <a:srgbClr val="000000"/>
              </a:solidFill>
              <a:latin typeface="+mn-lt"/>
              <a:cs typeface="Arial"/>
            </a:endParaRPr>
          </a:p>
          <a:p>
            <a:pPr lvl="1" algn="just">
              <a:spcBef>
                <a:spcPts val="267"/>
              </a:spcBef>
              <a:spcAft>
                <a:spcPts val="267"/>
              </a:spcAft>
            </a:pPr>
            <a:r>
              <a:rPr lang="fr-FR" sz="1600" b="0" dirty="0">
                <a:solidFill>
                  <a:srgbClr val="333333"/>
                </a:solidFill>
                <a:latin typeface="+mn-lt"/>
                <a:cs typeface="Arial"/>
              </a:rPr>
              <a:t>Utilisé dans </a:t>
            </a:r>
            <a:r>
              <a:rPr lang="fr-FR" sz="1600" b="0" dirty="0" err="1">
                <a:solidFill>
                  <a:srgbClr val="333333"/>
                </a:solidFill>
                <a:latin typeface="+mn-lt"/>
                <a:cs typeface="Arial"/>
              </a:rPr>
              <a:t>NexSIS</a:t>
            </a:r>
            <a:r>
              <a:rPr lang="fr-FR" sz="1600" b="0" dirty="0">
                <a:solidFill>
                  <a:srgbClr val="333333"/>
                </a:solidFill>
                <a:latin typeface="+mn-lt"/>
                <a:cs typeface="Arial"/>
              </a:rPr>
              <a:t> </a:t>
            </a:r>
            <a:endParaRPr lang="fr-FR" sz="1600" b="0" dirty="0">
              <a:solidFill>
                <a:schemeClr val="tx1"/>
              </a:solidFill>
              <a:latin typeface="+mn-lt"/>
              <a:cs typeface="Arial"/>
            </a:endParaRPr>
          </a:p>
          <a:p>
            <a:pPr>
              <a:buFont typeface="Arial" panose="020B0604020202020204" pitchFamily="34" charset="0"/>
              <a:buChar char="•"/>
            </a:pPr>
            <a:endParaRPr lang="en-US" sz="1867" b="0" i="1" dirty="0">
              <a:latin typeface="+mn-lt"/>
              <a:ea typeface="Calibri"/>
              <a:cs typeface="Calibri"/>
            </a:endParaRPr>
          </a:p>
          <a:p>
            <a:pPr lvl="1"/>
            <a:endParaRPr lang="fr-FR" sz="1867" b="0" dirty="0">
              <a:solidFill>
                <a:srgbClr val="000000"/>
              </a:solidFill>
              <a:latin typeface="+mn-lt"/>
              <a:ea typeface="Calibri"/>
              <a:cs typeface="Arial"/>
            </a:endParaRPr>
          </a:p>
          <a:p>
            <a:pPr lvl="1"/>
            <a:endParaRPr lang="fr-FR" sz="1867" b="0" dirty="0">
              <a:latin typeface="+mn-lt"/>
            </a:endParaRPr>
          </a:p>
          <a:p>
            <a:pPr lvl="1">
              <a:spcBef>
                <a:spcPts val="400"/>
              </a:spcBef>
            </a:pPr>
            <a:endParaRPr lang="fr-FR" sz="1867" b="0" dirty="0">
              <a:solidFill>
                <a:srgbClr val="000000"/>
              </a:solidFill>
              <a:latin typeface="+mn-lt"/>
              <a:ea typeface="Times New Roman" panose="02020603050405020304" pitchFamily="18" charset="0"/>
              <a:cs typeface="Arial"/>
            </a:endParaRPr>
          </a:p>
          <a:p>
            <a:pPr lvl="1"/>
            <a:endParaRPr lang="fr-FR" sz="1867" b="0" dirty="0">
              <a:solidFill>
                <a:srgbClr val="000000"/>
              </a:solidFill>
              <a:latin typeface="+mn-lt"/>
              <a:ea typeface="Calibri" panose="020F0502020204030204" pitchFamily="34" charset="0"/>
            </a:endParaRPr>
          </a:p>
          <a:p>
            <a:pPr lvl="1">
              <a:spcBef>
                <a:spcPts val="400"/>
              </a:spcBef>
            </a:pPr>
            <a:endParaRPr lang="fr-FR" sz="1867" b="0" dirty="0">
              <a:solidFill>
                <a:srgbClr val="000000"/>
              </a:solidFill>
              <a:latin typeface="+mn-lt"/>
              <a:ea typeface="Calibri"/>
              <a:cs typeface="Arial"/>
            </a:endParaRPr>
          </a:p>
          <a:p>
            <a:pPr>
              <a:buFont typeface="Arial" panose="020B0604020202020204" pitchFamily="34" charset="0"/>
              <a:buChar char="•"/>
            </a:pPr>
            <a:endParaRPr lang="fr-FR" sz="1867" b="0" dirty="0">
              <a:solidFill>
                <a:srgbClr val="000000"/>
              </a:solidFill>
              <a:latin typeface="+mn-lt"/>
              <a:ea typeface="Calibri" panose="020F0502020204030204" pitchFamily="34" charset="0"/>
            </a:endParaRPr>
          </a:p>
          <a:p>
            <a:pPr algn="just">
              <a:buFont typeface="Arial" panose="020B0604020202020204" pitchFamily="34" charset="0"/>
              <a:buChar char="•"/>
            </a:pPr>
            <a:endParaRPr lang="fr-FR" sz="1867" b="0" dirty="0">
              <a:solidFill>
                <a:srgbClr val="000000"/>
              </a:solidFill>
              <a:latin typeface="+mn-lt"/>
              <a:ea typeface="Calibri" panose="020F0502020204030204" pitchFamily="34" charset="0"/>
            </a:endParaRPr>
          </a:p>
          <a:p>
            <a:pPr>
              <a:buFont typeface="Arial" panose="020B0604020202020204" pitchFamily="34" charset="0"/>
              <a:buChar char="•"/>
            </a:pPr>
            <a:endParaRPr lang="fr-FR" sz="1867" b="0" dirty="0">
              <a:solidFill>
                <a:srgbClr val="000000"/>
              </a:solidFill>
              <a:latin typeface="+mn-lt"/>
              <a:ea typeface="Calibri" panose="020F0502020204030204" pitchFamily="34" charset="0"/>
            </a:endParaRPr>
          </a:p>
        </p:txBody>
      </p:sp>
      <p:pic>
        <p:nvPicPr>
          <p:cNvPr id="17" name="Image 16">
            <a:extLst>
              <a:ext uri="{FF2B5EF4-FFF2-40B4-BE49-F238E27FC236}">
                <a16:creationId xmlns:a16="http://schemas.microsoft.com/office/drawing/2014/main" id="{548CE250-C4C6-4C2E-AE2F-38B4A06818EB}"/>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flipH="1">
            <a:off x="10229813" y="1824456"/>
            <a:ext cx="1130560" cy="1130560"/>
          </a:xfrm>
          <a:prstGeom prst="rect">
            <a:avLst/>
          </a:prstGeom>
          <a:ln>
            <a:noFill/>
          </a:ln>
        </p:spPr>
      </p:pic>
      <p:pic>
        <p:nvPicPr>
          <p:cNvPr id="18" name="Image 17" descr="Une image contenant cercle, symbole, conception&#10;&#10;Description générée automatiquement">
            <a:extLst>
              <a:ext uri="{FF2B5EF4-FFF2-40B4-BE49-F238E27FC236}">
                <a16:creationId xmlns:a16="http://schemas.microsoft.com/office/drawing/2014/main" id="{D165E19E-83A2-4D82-9A0D-BBFDADFAFAAE}"/>
              </a:ext>
            </a:extLst>
          </p:cNvPr>
          <p:cNvPicPr>
            <a:picLocks noChangeAspect="1"/>
          </p:cNvPicPr>
          <p:nvPr/>
        </p:nvPicPr>
        <p:blipFill>
          <a:blip r:embed="rId10"/>
          <a:stretch>
            <a:fillRect/>
          </a:stretch>
        </p:blipFill>
        <p:spPr>
          <a:xfrm>
            <a:off x="11395571" y="2154298"/>
            <a:ext cx="494719" cy="470877"/>
          </a:xfrm>
          <a:prstGeom prst="rect">
            <a:avLst/>
          </a:prstGeom>
          <a:ln>
            <a:noFill/>
          </a:ln>
        </p:spPr>
      </p:pic>
      <p:pic>
        <p:nvPicPr>
          <p:cNvPr id="19" name="Image 18">
            <a:extLst>
              <a:ext uri="{FF2B5EF4-FFF2-40B4-BE49-F238E27FC236}">
                <a16:creationId xmlns:a16="http://schemas.microsoft.com/office/drawing/2014/main" id="{01334C90-1F62-4FC5-8B50-D7692D35BC6F}"/>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086892" y="3665605"/>
            <a:ext cx="838283" cy="838283"/>
          </a:xfrm>
          <a:prstGeom prst="rect">
            <a:avLst/>
          </a:prstGeom>
          <a:ln>
            <a:noFill/>
          </a:ln>
        </p:spPr>
      </p:pic>
      <p:pic>
        <p:nvPicPr>
          <p:cNvPr id="20" name="Image 19">
            <a:extLst>
              <a:ext uri="{FF2B5EF4-FFF2-40B4-BE49-F238E27FC236}">
                <a16:creationId xmlns:a16="http://schemas.microsoft.com/office/drawing/2014/main" id="{FA578215-319C-47D9-8FE0-CEBEB1CB3A28}"/>
              </a:ext>
            </a:extLst>
          </p:cNvPr>
          <p:cNvPicPr>
            <a:picLocks noChangeAspect="1"/>
          </p:cNvPicPr>
          <p:nvPr/>
        </p:nvPicPr>
        <p:blipFill>
          <a:blip r:embed="rId12"/>
          <a:stretch>
            <a:fillRect/>
          </a:stretch>
        </p:blipFill>
        <p:spPr>
          <a:xfrm>
            <a:off x="8999535" y="3987267"/>
            <a:ext cx="1545224" cy="392015"/>
          </a:xfrm>
          <a:prstGeom prst="rect">
            <a:avLst/>
          </a:prstGeom>
          <a:ln>
            <a:noFill/>
          </a:ln>
        </p:spPr>
      </p:pic>
      <p:pic>
        <p:nvPicPr>
          <p:cNvPr id="22" name="Image 21">
            <a:extLst>
              <a:ext uri="{FF2B5EF4-FFF2-40B4-BE49-F238E27FC236}">
                <a16:creationId xmlns:a16="http://schemas.microsoft.com/office/drawing/2014/main" id="{D45D7053-98AF-4A07-9E73-AB2DF62757FF}"/>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505531" y="5456193"/>
            <a:ext cx="626348" cy="626348"/>
          </a:xfrm>
          <a:prstGeom prst="rect">
            <a:avLst/>
          </a:prstGeom>
          <a:ln>
            <a:noFill/>
          </a:ln>
        </p:spPr>
      </p:pic>
      <p:pic>
        <p:nvPicPr>
          <p:cNvPr id="23" name="Image 22">
            <a:extLst>
              <a:ext uri="{FF2B5EF4-FFF2-40B4-BE49-F238E27FC236}">
                <a16:creationId xmlns:a16="http://schemas.microsoft.com/office/drawing/2014/main" id="{A1D6A823-D8B3-4569-B06E-DEDD59EFAE16}"/>
              </a:ext>
            </a:extLst>
          </p:cNvPr>
          <p:cNvPicPr>
            <a:picLocks noChangeAspect="1"/>
          </p:cNvPicPr>
          <p:nvPr/>
        </p:nvPicPr>
        <p:blipFill>
          <a:blip r:embed="rId12"/>
          <a:stretch>
            <a:fillRect/>
          </a:stretch>
        </p:blipFill>
        <p:spPr>
          <a:xfrm>
            <a:off x="7258172" y="5559245"/>
            <a:ext cx="1381016" cy="350356"/>
          </a:xfrm>
          <a:prstGeom prst="rect">
            <a:avLst/>
          </a:prstGeom>
          <a:ln>
            <a:noFill/>
          </a:ln>
        </p:spPr>
      </p:pic>
      <p:pic>
        <p:nvPicPr>
          <p:cNvPr id="21" name="Image 20">
            <a:extLst>
              <a:ext uri="{FF2B5EF4-FFF2-40B4-BE49-F238E27FC236}">
                <a16:creationId xmlns:a16="http://schemas.microsoft.com/office/drawing/2014/main" id="{C8963FB3-8EF4-433A-87D8-A395D96A505B}"/>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6228509" y="5282222"/>
            <a:ext cx="554047" cy="554047"/>
          </a:xfrm>
          <a:prstGeom prst="rect">
            <a:avLst/>
          </a:prstGeom>
          <a:ln>
            <a:noFill/>
          </a:ln>
        </p:spPr>
      </p:pic>
      <p:sp>
        <p:nvSpPr>
          <p:cNvPr id="5" name="Espace réservé du pied de page 4">
            <a:extLst>
              <a:ext uri="{FF2B5EF4-FFF2-40B4-BE49-F238E27FC236}">
                <a16:creationId xmlns:a16="http://schemas.microsoft.com/office/drawing/2014/main" id="{8CC9E3A9-2BEA-0916-5F22-B16449957A73}"/>
              </a:ext>
            </a:extLst>
          </p:cNvPr>
          <p:cNvSpPr>
            <a:spLocks noGrp="1"/>
          </p:cNvSpPr>
          <p:nvPr>
            <p:ph type="ftr" sz="quarter" idx="3"/>
          </p:nvPr>
        </p:nvSpPr>
        <p:spPr/>
        <p:txBody>
          <a:bodyPr/>
          <a:lstStyle/>
          <a:p>
            <a:endParaRPr lang="fr-FR"/>
          </a:p>
        </p:txBody>
      </p:sp>
      <p:sp>
        <p:nvSpPr>
          <p:cNvPr id="9" name="Espace réservé du pied de page 10">
            <a:extLst>
              <a:ext uri="{FF2B5EF4-FFF2-40B4-BE49-F238E27FC236}">
                <a16:creationId xmlns:a16="http://schemas.microsoft.com/office/drawing/2014/main" id="{223884D6-C676-23C7-8A98-79798C79B56E}"/>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pic>
        <p:nvPicPr>
          <p:cNvPr id="10" name="Image 9">
            <a:extLst>
              <a:ext uri="{FF2B5EF4-FFF2-40B4-BE49-F238E27FC236}">
                <a16:creationId xmlns:a16="http://schemas.microsoft.com/office/drawing/2014/main" id="{7D20D84F-B2FD-4004-3326-FBF400E164E5}"/>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961755" y="152331"/>
            <a:ext cx="718083" cy="718083"/>
          </a:xfrm>
          <a:prstGeom prst="rect">
            <a:avLst/>
          </a:prstGeom>
        </p:spPr>
      </p:pic>
    </p:spTree>
    <p:extLst>
      <p:ext uri="{BB962C8B-B14F-4D97-AF65-F5344CB8AC3E}">
        <p14:creationId xmlns:p14="http://schemas.microsoft.com/office/powerpoint/2010/main" val="3145725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914144-4E5E-4757-976A-35690A828941}"/>
              </a:ext>
            </a:extLst>
          </p:cNvPr>
          <p:cNvSpPr>
            <a:spLocks noGrp="1"/>
          </p:cNvSpPr>
          <p:nvPr>
            <p:ph type="title"/>
          </p:nvPr>
        </p:nvSpPr>
        <p:spPr>
          <a:xfrm>
            <a:off x="2543606" y="228894"/>
            <a:ext cx="9479065" cy="812501"/>
          </a:xfrm>
        </p:spPr>
        <p:txBody>
          <a:bodyPr/>
          <a:lstStyle/>
          <a:p>
            <a:pPr algn="ctr"/>
            <a:r>
              <a:rPr lang="fr-FR" dirty="0"/>
              <a:t>Procédure de travail</a:t>
            </a:r>
          </a:p>
        </p:txBody>
      </p:sp>
      <p:sp>
        <p:nvSpPr>
          <p:cNvPr id="3" name="Espace réservé du contenu 2">
            <a:extLst>
              <a:ext uri="{FF2B5EF4-FFF2-40B4-BE49-F238E27FC236}">
                <a16:creationId xmlns:a16="http://schemas.microsoft.com/office/drawing/2014/main" id="{BE34F1E9-E0B0-4D42-8B7D-D8AAF906B584}"/>
              </a:ext>
            </a:extLst>
          </p:cNvPr>
          <p:cNvSpPr>
            <a:spLocks noGrp="1"/>
          </p:cNvSpPr>
          <p:nvPr>
            <p:ph idx="13"/>
          </p:nvPr>
        </p:nvSpPr>
        <p:spPr>
          <a:xfrm>
            <a:off x="264557" y="1113867"/>
            <a:ext cx="11662887" cy="4740619"/>
          </a:xfrm>
        </p:spPr>
        <p:txBody>
          <a:bodyPr/>
          <a:lstStyle/>
          <a:p>
            <a:pPr>
              <a:buFont typeface="Arial" panose="020B0604020202020204" pitchFamily="34" charset="0"/>
              <a:buChar char="•"/>
            </a:pPr>
            <a:r>
              <a:rPr lang="fr-FR" sz="1867" b="0" dirty="0">
                <a:solidFill>
                  <a:schemeClr val="tx1"/>
                </a:solidFill>
                <a:latin typeface="+mn-lt"/>
                <a:cs typeface="Arial"/>
              </a:rPr>
              <a:t>Tableau excel de travail (disponible sur </a:t>
            </a:r>
            <a:r>
              <a:rPr lang="fr-FR" sz="1867" b="0" dirty="0">
                <a:solidFill>
                  <a:schemeClr val="tx2">
                    <a:lumMod val="60000"/>
                    <a:lumOff val="40000"/>
                  </a:schemeClr>
                </a:solidFill>
                <a:latin typeface="+mn-lt"/>
                <a:cs typeface="Arial"/>
                <a:hlinkClick r:id="rId2">
                  <a:extLst>
                    <a:ext uri="{A12FA001-AC4F-418D-AE19-62706E023703}">
                      <ahyp:hlinkClr xmlns:ahyp="http://schemas.microsoft.com/office/drawing/2018/hyperlinkcolor" val="tx"/>
                    </a:ext>
                  </a:extLst>
                </a:hlinkClick>
              </a:rPr>
              <a:t>GitHub</a:t>
            </a:r>
            <a:r>
              <a:rPr lang="fr-FR" sz="1867" b="0" dirty="0">
                <a:solidFill>
                  <a:schemeClr val="tx1"/>
                </a:solidFill>
                <a:latin typeface="+mn-lt"/>
                <a:cs typeface="Arial"/>
              </a:rPr>
              <a:t>) </a:t>
            </a:r>
          </a:p>
          <a:p>
            <a:pPr>
              <a:buFont typeface="Arial" panose="020B0604020202020204" pitchFamily="34" charset="0"/>
              <a:buChar char="•"/>
            </a:pPr>
            <a:endParaRPr lang="fr-FR" sz="1867" b="0" dirty="0">
              <a:solidFill>
                <a:schemeClr val="tx1"/>
              </a:solidFill>
              <a:latin typeface="+mn-lt"/>
              <a:cs typeface="Arial"/>
            </a:endParaRPr>
          </a:p>
          <a:p>
            <a:pPr>
              <a:buFont typeface="Arial" panose="020B0604020202020204" pitchFamily="34" charset="0"/>
              <a:buChar char="•"/>
            </a:pPr>
            <a:r>
              <a:rPr lang="fr-FR" sz="1867" b="0" dirty="0">
                <a:solidFill>
                  <a:schemeClr val="tx1"/>
                </a:solidFill>
                <a:latin typeface="+mn-lt"/>
                <a:cs typeface="Arial"/>
              </a:rPr>
              <a:t>On part du standard CNIG V1</a:t>
            </a:r>
          </a:p>
          <a:p>
            <a:pPr lvl="1"/>
            <a:r>
              <a:rPr lang="fr-FR" sz="1667" b="0" dirty="0">
                <a:solidFill>
                  <a:schemeClr val="tx1"/>
                </a:solidFill>
                <a:latin typeface="+mn-lt"/>
                <a:cs typeface="Arial"/>
              </a:rPr>
              <a:t>Voit si un alignement est possible avec un élément déjà existant BD TOPO</a:t>
            </a:r>
          </a:p>
          <a:p>
            <a:pPr lvl="1"/>
            <a:r>
              <a:rPr lang="fr-FR" sz="1667" b="0" dirty="0">
                <a:solidFill>
                  <a:schemeClr val="tx1"/>
                </a:solidFill>
                <a:latin typeface="+mn-lt"/>
                <a:cs typeface="Arial"/>
              </a:rPr>
              <a:t>Discute des besoins Transport de bois + DFCI</a:t>
            </a:r>
          </a:p>
          <a:p>
            <a:pPr lvl="1"/>
            <a:r>
              <a:rPr lang="fr-FR" sz="1667" b="0" dirty="0">
                <a:solidFill>
                  <a:schemeClr val="tx1"/>
                </a:solidFill>
                <a:latin typeface="+mn-lt"/>
                <a:cs typeface="Arial"/>
              </a:rPr>
              <a:t>Voit quelle évolution technique est possible avec les experts BD TOPO</a:t>
            </a:r>
          </a:p>
          <a:p>
            <a:pPr marL="0" indent="0">
              <a:buNone/>
            </a:pPr>
            <a:endParaRPr lang="fr-FR" sz="1867" b="0" dirty="0">
              <a:solidFill>
                <a:schemeClr val="tx1"/>
              </a:solidFill>
              <a:latin typeface="+mn-lt"/>
              <a:cs typeface="Arial"/>
            </a:endParaRPr>
          </a:p>
          <a:p>
            <a:pPr marL="0" indent="0">
              <a:buNone/>
            </a:pPr>
            <a:r>
              <a:rPr lang="fr-FR" sz="1867" b="0" dirty="0">
                <a:solidFill>
                  <a:schemeClr val="tx1"/>
                </a:solidFill>
                <a:latin typeface="+mn-lt"/>
                <a:cs typeface="Arial"/>
              </a:rPr>
              <a:t>Ateliers de travail par type</a:t>
            </a:r>
          </a:p>
          <a:p>
            <a:pPr lvl="1"/>
            <a:r>
              <a:rPr lang="fr-FR" sz="1867" b="0" dirty="0">
                <a:solidFill>
                  <a:schemeClr val="tx1"/>
                </a:solidFill>
                <a:latin typeface="+mn-lt"/>
                <a:cs typeface="Arial"/>
              </a:rPr>
              <a:t>Linéaires Tronçons</a:t>
            </a:r>
          </a:p>
          <a:p>
            <a:pPr lvl="1"/>
            <a:r>
              <a:rPr lang="fr-FR" sz="1867" b="0" dirty="0">
                <a:solidFill>
                  <a:schemeClr val="tx1"/>
                </a:solidFill>
                <a:latin typeface="+mn-lt"/>
                <a:cs typeface="Arial"/>
              </a:rPr>
              <a:t>Ponctuels</a:t>
            </a:r>
          </a:p>
          <a:p>
            <a:pPr marL="1460463" lvl="2" indent="-380990">
              <a:buFont typeface="Arial" panose="020B0604020202020204" pitchFamily="34" charset="0"/>
              <a:buChar char="•"/>
            </a:pPr>
            <a:r>
              <a:rPr lang="fr-FR" sz="1867" dirty="0">
                <a:latin typeface="+mn-lt"/>
                <a:cs typeface="Arial"/>
              </a:rPr>
              <a:t>Équipements</a:t>
            </a:r>
            <a:endParaRPr lang="fr-FR" sz="1867" dirty="0">
              <a:latin typeface="+mn-lt"/>
              <a:ea typeface="Calibri" panose="020F0502020204030204"/>
              <a:cs typeface="Arial"/>
            </a:endParaRPr>
          </a:p>
          <a:p>
            <a:pPr marL="1460463" lvl="2" indent="-380990">
              <a:buFont typeface="Arial" panose="020B0604020202020204" pitchFamily="34" charset="0"/>
              <a:buChar char="•"/>
            </a:pPr>
            <a:r>
              <a:rPr lang="fr-FR" sz="1867" dirty="0">
                <a:latin typeface="+mn-lt"/>
                <a:cs typeface="Arial"/>
              </a:rPr>
              <a:t>Contraintes</a:t>
            </a:r>
            <a:endParaRPr lang="fr-FR" sz="1867" dirty="0">
              <a:latin typeface="+mn-lt"/>
              <a:ea typeface="Calibri" panose="020F0502020204030204"/>
              <a:cs typeface="Arial"/>
            </a:endParaRPr>
          </a:p>
          <a:p>
            <a:pPr marL="1460463" lvl="2" indent="-380990">
              <a:buFont typeface="Arial" panose="020B0604020202020204" pitchFamily="34" charset="0"/>
              <a:buChar char="•"/>
            </a:pPr>
            <a:r>
              <a:rPr lang="fr-FR" sz="1867" dirty="0">
                <a:latin typeface="+mn-lt"/>
                <a:cs typeface="Arial"/>
              </a:rPr>
              <a:t>Points d’eau (sous-groupe)</a:t>
            </a:r>
            <a:endParaRPr lang="fr-FR" sz="1867" dirty="0">
              <a:latin typeface="+mn-lt"/>
              <a:ea typeface="Calibri" panose="020F0502020204030204"/>
              <a:cs typeface="Arial"/>
            </a:endParaRPr>
          </a:p>
          <a:p>
            <a:endParaRPr lang="fr-FR" sz="1867" b="0" dirty="0">
              <a:solidFill>
                <a:schemeClr val="tx1"/>
              </a:solidFill>
              <a:latin typeface="+mn-lt"/>
              <a:ea typeface="Calibri" panose="020F0502020204030204"/>
              <a:cs typeface="Arial"/>
            </a:endParaRPr>
          </a:p>
          <a:p>
            <a:pPr marL="1313994" lvl="2" indent="-234521"/>
            <a:endParaRPr lang="fr-FR" sz="1867" dirty="0">
              <a:latin typeface="+mn-lt"/>
              <a:ea typeface="Calibri" panose="020F0502020204030204"/>
              <a:cs typeface="Arial"/>
            </a:endParaRPr>
          </a:p>
          <a:p>
            <a:endParaRPr lang="fr-FR" sz="1867" b="0" dirty="0">
              <a:solidFill>
                <a:schemeClr val="tx1"/>
              </a:solidFill>
              <a:latin typeface="+mn-lt"/>
              <a:cs typeface="Arial"/>
            </a:endParaRPr>
          </a:p>
          <a:p>
            <a:pPr marL="0" indent="0">
              <a:buNone/>
            </a:pPr>
            <a:endParaRPr lang="en-US" sz="1867" b="0" i="1" dirty="0">
              <a:latin typeface="+mn-lt"/>
              <a:ea typeface="Calibri"/>
              <a:cs typeface="Calibri"/>
            </a:endParaRPr>
          </a:p>
          <a:p>
            <a:pPr lvl="1"/>
            <a:endParaRPr lang="fr-FR" sz="1867" b="0" dirty="0">
              <a:solidFill>
                <a:srgbClr val="000000"/>
              </a:solidFill>
              <a:latin typeface="+mn-lt"/>
              <a:ea typeface="Calibri"/>
              <a:cs typeface="Arial"/>
            </a:endParaRPr>
          </a:p>
          <a:p>
            <a:pPr lvl="1"/>
            <a:endParaRPr lang="fr-FR" sz="1867" b="0" dirty="0">
              <a:latin typeface="+mn-lt"/>
            </a:endParaRPr>
          </a:p>
          <a:p>
            <a:pPr marL="990575" lvl="1" indent="-380990">
              <a:spcBef>
                <a:spcPts val="400"/>
              </a:spcBef>
              <a:buFont typeface="Courier New" panose="02070309020205020404" pitchFamily="49" charset="0"/>
              <a:buChar char="o"/>
            </a:pPr>
            <a:endParaRPr lang="fr-FR" sz="1867" b="0" dirty="0">
              <a:solidFill>
                <a:srgbClr val="000000"/>
              </a:solidFill>
              <a:latin typeface="+mn-lt"/>
              <a:ea typeface="Times New Roman" panose="02020603050405020304" pitchFamily="18" charset="0"/>
              <a:cs typeface="Arial"/>
            </a:endParaRPr>
          </a:p>
          <a:p>
            <a:pPr marL="990575" lvl="1" indent="-380990">
              <a:buFont typeface="Courier New" panose="02070309020205020404" pitchFamily="49" charset="0"/>
              <a:buChar char="o"/>
            </a:pPr>
            <a:endParaRPr lang="fr-FR" sz="1867" b="0" dirty="0">
              <a:solidFill>
                <a:srgbClr val="000000"/>
              </a:solidFill>
              <a:latin typeface="+mn-lt"/>
              <a:ea typeface="Calibri" panose="020F0502020204030204" pitchFamily="34" charset="0"/>
            </a:endParaRPr>
          </a:p>
          <a:p>
            <a:pPr marL="990575" lvl="1" indent="-380990">
              <a:spcBef>
                <a:spcPts val="400"/>
              </a:spcBef>
              <a:buFont typeface="Courier New" panose="02070309020205020404" pitchFamily="49" charset="0"/>
              <a:buChar char="o"/>
            </a:pPr>
            <a:endParaRPr lang="fr-FR" sz="1867" b="0" dirty="0">
              <a:solidFill>
                <a:srgbClr val="000000"/>
              </a:solidFill>
              <a:latin typeface="+mn-lt"/>
              <a:ea typeface="Calibri"/>
              <a:cs typeface="Arial"/>
            </a:endParaRPr>
          </a:p>
          <a:p>
            <a:endParaRPr lang="fr-FR" sz="1867" b="0" dirty="0">
              <a:solidFill>
                <a:srgbClr val="000000"/>
              </a:solidFill>
              <a:latin typeface="+mn-lt"/>
              <a:ea typeface="Calibri" panose="020F0502020204030204" pitchFamily="34" charset="0"/>
            </a:endParaRPr>
          </a:p>
          <a:p>
            <a:pPr algn="just"/>
            <a:endParaRPr lang="fr-FR" sz="1867" b="0" dirty="0">
              <a:solidFill>
                <a:srgbClr val="000000"/>
              </a:solidFill>
              <a:latin typeface="+mn-lt"/>
              <a:ea typeface="Calibri" panose="020F0502020204030204" pitchFamily="34" charset="0"/>
            </a:endParaRPr>
          </a:p>
          <a:p>
            <a:pPr marL="0" indent="0">
              <a:buNone/>
            </a:pPr>
            <a:endParaRPr lang="fr-FR" sz="1867" b="0" dirty="0">
              <a:solidFill>
                <a:srgbClr val="000000"/>
              </a:solidFill>
              <a:latin typeface="+mn-lt"/>
              <a:ea typeface="Calibri" panose="020F0502020204030204" pitchFamily="34" charset="0"/>
            </a:endParaRPr>
          </a:p>
        </p:txBody>
      </p:sp>
      <p:pic>
        <p:nvPicPr>
          <p:cNvPr id="8" name="Image 7">
            <a:extLst>
              <a:ext uri="{FF2B5EF4-FFF2-40B4-BE49-F238E27FC236}">
                <a16:creationId xmlns:a16="http://schemas.microsoft.com/office/drawing/2014/main" id="{5D79A647-6EB7-4499-8224-18211A4F67F0}"/>
              </a:ext>
            </a:extLst>
          </p:cNvPr>
          <p:cNvPicPr>
            <a:picLocks noChangeAspect="1"/>
          </p:cNvPicPr>
          <p:nvPr/>
        </p:nvPicPr>
        <p:blipFill>
          <a:blip r:embed="rId3"/>
          <a:stretch>
            <a:fillRect/>
          </a:stretch>
        </p:blipFill>
        <p:spPr>
          <a:xfrm>
            <a:off x="7153426" y="1041395"/>
            <a:ext cx="3584447" cy="1251423"/>
          </a:xfrm>
          <a:prstGeom prst="rect">
            <a:avLst/>
          </a:prstGeom>
        </p:spPr>
      </p:pic>
      <p:pic>
        <p:nvPicPr>
          <p:cNvPr id="9" name="Image 8">
            <a:extLst>
              <a:ext uri="{FF2B5EF4-FFF2-40B4-BE49-F238E27FC236}">
                <a16:creationId xmlns:a16="http://schemas.microsoft.com/office/drawing/2014/main" id="{979C9660-3FC5-4568-9ABD-92A1CB5D4C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64314" y="3774498"/>
            <a:ext cx="1939913" cy="1939913"/>
          </a:xfrm>
          <a:prstGeom prst="rect">
            <a:avLst/>
          </a:prstGeom>
          <a:ln>
            <a:noFill/>
          </a:ln>
        </p:spPr>
      </p:pic>
      <p:sp>
        <p:nvSpPr>
          <p:cNvPr id="12" name="Ellipse 11">
            <a:extLst>
              <a:ext uri="{FF2B5EF4-FFF2-40B4-BE49-F238E27FC236}">
                <a16:creationId xmlns:a16="http://schemas.microsoft.com/office/drawing/2014/main" id="{176B83BD-B4A7-46E2-BA65-69DA73B2ED84}"/>
              </a:ext>
            </a:extLst>
          </p:cNvPr>
          <p:cNvSpPr/>
          <p:nvPr/>
        </p:nvSpPr>
        <p:spPr>
          <a:xfrm>
            <a:off x="225599" y="2025489"/>
            <a:ext cx="243323" cy="22847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1</a:t>
            </a:r>
          </a:p>
        </p:txBody>
      </p:sp>
      <p:sp>
        <p:nvSpPr>
          <p:cNvPr id="13" name="Ellipse 12">
            <a:extLst>
              <a:ext uri="{FF2B5EF4-FFF2-40B4-BE49-F238E27FC236}">
                <a16:creationId xmlns:a16="http://schemas.microsoft.com/office/drawing/2014/main" id="{389C902C-B7AF-45C3-8938-A98B42336D2F}"/>
              </a:ext>
            </a:extLst>
          </p:cNvPr>
          <p:cNvSpPr/>
          <p:nvPr/>
        </p:nvSpPr>
        <p:spPr>
          <a:xfrm>
            <a:off x="7811677" y="840291"/>
            <a:ext cx="243323" cy="22847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1</a:t>
            </a:r>
          </a:p>
        </p:txBody>
      </p:sp>
      <p:sp>
        <p:nvSpPr>
          <p:cNvPr id="14" name="Ellipse 13">
            <a:extLst>
              <a:ext uri="{FF2B5EF4-FFF2-40B4-BE49-F238E27FC236}">
                <a16:creationId xmlns:a16="http://schemas.microsoft.com/office/drawing/2014/main" id="{E090DFCB-E332-42CF-93CF-4B422CF17AF9}"/>
              </a:ext>
            </a:extLst>
          </p:cNvPr>
          <p:cNvSpPr/>
          <p:nvPr/>
        </p:nvSpPr>
        <p:spPr>
          <a:xfrm>
            <a:off x="223700" y="2516404"/>
            <a:ext cx="243323" cy="228475"/>
          </a:xfrm>
          <a:prstGeom prst="ellipse">
            <a:avLst/>
          </a:prstGeom>
          <a:solidFill>
            <a:srgbClr val="0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2</a:t>
            </a:r>
          </a:p>
        </p:txBody>
      </p:sp>
      <p:sp>
        <p:nvSpPr>
          <p:cNvPr id="17" name="Ellipse 16">
            <a:extLst>
              <a:ext uri="{FF2B5EF4-FFF2-40B4-BE49-F238E27FC236}">
                <a16:creationId xmlns:a16="http://schemas.microsoft.com/office/drawing/2014/main" id="{70D06BF4-43A9-46C0-80ED-20245F75F7DB}"/>
              </a:ext>
            </a:extLst>
          </p:cNvPr>
          <p:cNvSpPr/>
          <p:nvPr/>
        </p:nvSpPr>
        <p:spPr>
          <a:xfrm>
            <a:off x="9209924" y="826632"/>
            <a:ext cx="243323" cy="228475"/>
          </a:xfrm>
          <a:prstGeom prst="ellipse">
            <a:avLst/>
          </a:prstGeom>
          <a:solidFill>
            <a:srgbClr val="0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2</a:t>
            </a:r>
          </a:p>
        </p:txBody>
      </p:sp>
      <p:sp>
        <p:nvSpPr>
          <p:cNvPr id="18" name="Ellipse 17">
            <a:extLst>
              <a:ext uri="{FF2B5EF4-FFF2-40B4-BE49-F238E27FC236}">
                <a16:creationId xmlns:a16="http://schemas.microsoft.com/office/drawing/2014/main" id="{B8A44BCC-2C58-428D-AFBA-723D9F139340}"/>
              </a:ext>
            </a:extLst>
          </p:cNvPr>
          <p:cNvSpPr/>
          <p:nvPr/>
        </p:nvSpPr>
        <p:spPr>
          <a:xfrm>
            <a:off x="223700" y="2944685"/>
            <a:ext cx="243323" cy="22847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3</a:t>
            </a:r>
          </a:p>
        </p:txBody>
      </p:sp>
      <p:sp>
        <p:nvSpPr>
          <p:cNvPr id="20" name="Ellipse 19">
            <a:extLst>
              <a:ext uri="{FF2B5EF4-FFF2-40B4-BE49-F238E27FC236}">
                <a16:creationId xmlns:a16="http://schemas.microsoft.com/office/drawing/2014/main" id="{88FAA2DD-74D1-4D9D-8958-B767C30A9019}"/>
              </a:ext>
            </a:extLst>
          </p:cNvPr>
          <p:cNvSpPr/>
          <p:nvPr/>
        </p:nvSpPr>
        <p:spPr>
          <a:xfrm>
            <a:off x="10460905" y="828403"/>
            <a:ext cx="243323" cy="22847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3</a:t>
            </a:r>
          </a:p>
        </p:txBody>
      </p:sp>
      <p:sp>
        <p:nvSpPr>
          <p:cNvPr id="21" name="Ellipse 20">
            <a:extLst>
              <a:ext uri="{FF2B5EF4-FFF2-40B4-BE49-F238E27FC236}">
                <a16:creationId xmlns:a16="http://schemas.microsoft.com/office/drawing/2014/main" id="{216807BD-A839-43F2-818D-A1B45D2AF318}"/>
              </a:ext>
            </a:extLst>
          </p:cNvPr>
          <p:cNvSpPr/>
          <p:nvPr/>
        </p:nvSpPr>
        <p:spPr>
          <a:xfrm>
            <a:off x="223700" y="3366152"/>
            <a:ext cx="243323" cy="228475"/>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4</a:t>
            </a:r>
          </a:p>
        </p:txBody>
      </p:sp>
      <p:sp>
        <p:nvSpPr>
          <p:cNvPr id="22" name="Ellipse 21">
            <a:extLst>
              <a:ext uri="{FF2B5EF4-FFF2-40B4-BE49-F238E27FC236}">
                <a16:creationId xmlns:a16="http://schemas.microsoft.com/office/drawing/2014/main" id="{2EAAA130-19E2-4154-876E-45483716FDA9}"/>
              </a:ext>
            </a:extLst>
          </p:cNvPr>
          <p:cNvSpPr/>
          <p:nvPr/>
        </p:nvSpPr>
        <p:spPr>
          <a:xfrm>
            <a:off x="10060149" y="828429"/>
            <a:ext cx="243323" cy="228475"/>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4</a:t>
            </a:r>
          </a:p>
        </p:txBody>
      </p:sp>
      <p:sp>
        <p:nvSpPr>
          <p:cNvPr id="5" name="Espace réservé du pied de page 4">
            <a:extLst>
              <a:ext uri="{FF2B5EF4-FFF2-40B4-BE49-F238E27FC236}">
                <a16:creationId xmlns:a16="http://schemas.microsoft.com/office/drawing/2014/main" id="{9D0E630A-9C23-8C09-50AB-86892BA4570B}"/>
              </a:ext>
            </a:extLst>
          </p:cNvPr>
          <p:cNvSpPr>
            <a:spLocks noGrp="1"/>
          </p:cNvSpPr>
          <p:nvPr>
            <p:ph type="ftr" sz="quarter" idx="3"/>
          </p:nvPr>
        </p:nvSpPr>
        <p:spPr/>
        <p:txBody>
          <a:bodyPr/>
          <a:lstStyle/>
          <a:p>
            <a:endParaRPr lang="fr-FR"/>
          </a:p>
        </p:txBody>
      </p:sp>
      <p:sp>
        <p:nvSpPr>
          <p:cNvPr id="11" name="Espace réservé du pied de page 10">
            <a:extLst>
              <a:ext uri="{FF2B5EF4-FFF2-40B4-BE49-F238E27FC236}">
                <a16:creationId xmlns:a16="http://schemas.microsoft.com/office/drawing/2014/main" id="{ECE7F13C-CCDA-8458-3685-6504017C8B60}"/>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Tree>
    <p:extLst>
      <p:ext uri="{BB962C8B-B14F-4D97-AF65-F5344CB8AC3E}">
        <p14:creationId xmlns:p14="http://schemas.microsoft.com/office/powerpoint/2010/main" val="3686782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4E688-04D3-68C4-83B5-306C8EA5E83A}"/>
            </a:ext>
          </a:extLst>
        </p:cNvPr>
        <p:cNvGrpSpPr/>
        <p:nvPr/>
      </p:nvGrpSpPr>
      <p:grpSpPr>
        <a:xfrm>
          <a:off x="0" y="0"/>
          <a:ext cx="0" cy="0"/>
          <a:chOff x="0" y="0"/>
          <a:chExt cx="0" cy="0"/>
        </a:xfrm>
      </p:grpSpPr>
      <p:sp>
        <p:nvSpPr>
          <p:cNvPr id="234" name="Rectangle 233">
            <a:extLst>
              <a:ext uri="{FF2B5EF4-FFF2-40B4-BE49-F238E27FC236}">
                <a16:creationId xmlns:a16="http://schemas.microsoft.com/office/drawing/2014/main" id="{1FC921D2-27FD-F8D2-40A0-E4ED19079180}"/>
              </a:ext>
            </a:extLst>
          </p:cNvPr>
          <p:cNvSpPr/>
          <p:nvPr/>
        </p:nvSpPr>
        <p:spPr>
          <a:xfrm>
            <a:off x="9502200" y="2771579"/>
            <a:ext cx="1666468" cy="1180893"/>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04" name="Connecteur droit 203">
            <a:extLst>
              <a:ext uri="{FF2B5EF4-FFF2-40B4-BE49-F238E27FC236}">
                <a16:creationId xmlns:a16="http://schemas.microsoft.com/office/drawing/2014/main" id="{9A4A00A5-8C5F-5A5D-B32A-B3B320DD5342}"/>
              </a:ext>
            </a:extLst>
          </p:cNvPr>
          <p:cNvCxnSpPr>
            <a:cxnSpLocks/>
            <a:endCxn id="214" idx="0"/>
          </p:cNvCxnSpPr>
          <p:nvPr/>
        </p:nvCxnSpPr>
        <p:spPr>
          <a:xfrm>
            <a:off x="5430878" y="2788718"/>
            <a:ext cx="21108" cy="3131788"/>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20" name="Connecteur droit 219">
            <a:extLst>
              <a:ext uri="{FF2B5EF4-FFF2-40B4-BE49-F238E27FC236}">
                <a16:creationId xmlns:a16="http://schemas.microsoft.com/office/drawing/2014/main" id="{D9149995-2E4B-479F-61D5-32B49F1AB083}"/>
              </a:ext>
            </a:extLst>
          </p:cNvPr>
          <p:cNvCxnSpPr>
            <a:cxnSpLocks/>
            <a:endCxn id="221" idx="0"/>
          </p:cNvCxnSpPr>
          <p:nvPr/>
        </p:nvCxnSpPr>
        <p:spPr>
          <a:xfrm>
            <a:off x="8098994" y="2788718"/>
            <a:ext cx="24115" cy="3131788"/>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00" name="Connecteur droit 199">
            <a:extLst>
              <a:ext uri="{FF2B5EF4-FFF2-40B4-BE49-F238E27FC236}">
                <a16:creationId xmlns:a16="http://schemas.microsoft.com/office/drawing/2014/main" id="{9D91C7D5-E500-8D8A-DCAD-97558CAE97E9}"/>
              </a:ext>
            </a:extLst>
          </p:cNvPr>
          <p:cNvCxnSpPr>
            <a:cxnSpLocks/>
            <a:endCxn id="211" idx="0"/>
          </p:cNvCxnSpPr>
          <p:nvPr/>
        </p:nvCxnSpPr>
        <p:spPr>
          <a:xfrm>
            <a:off x="4301726" y="2788718"/>
            <a:ext cx="19244" cy="3131788"/>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 name="Titre 1">
            <a:extLst>
              <a:ext uri="{FF2B5EF4-FFF2-40B4-BE49-F238E27FC236}">
                <a16:creationId xmlns:a16="http://schemas.microsoft.com/office/drawing/2014/main" id="{CEBB04AF-D32A-6109-C809-0C030078B0EA}"/>
              </a:ext>
            </a:extLst>
          </p:cNvPr>
          <p:cNvSpPr>
            <a:spLocks noGrp="1"/>
          </p:cNvSpPr>
          <p:nvPr>
            <p:ph type="title"/>
          </p:nvPr>
        </p:nvSpPr>
        <p:spPr>
          <a:xfrm>
            <a:off x="2080183" y="248522"/>
            <a:ext cx="9575076" cy="425595"/>
          </a:xfrm>
        </p:spPr>
        <p:txBody>
          <a:bodyPr vert="horz" lIns="91440" tIns="45720" rIns="91440" bIns="45720" rtlCol="0" anchor="ctr" anchorCtr="0">
            <a:noAutofit/>
          </a:bodyPr>
          <a:lstStyle/>
          <a:p>
            <a:pPr algn="ctr"/>
            <a:r>
              <a:rPr lang="fr-FR" dirty="0"/>
              <a:t>Calendrier</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5B51C872-1EA8-C00E-D5D4-ABB4A3128AB2}"/>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5B51C872-1EA8-C00E-D5D4-ABB4A3128AB2}"/>
                  </a:ext>
                </a:extLst>
              </p:cNvPr>
              <p:cNvPicPr/>
              <p:nvPr/>
            </p:nvPicPr>
            <p:blipFill>
              <a:blip r:embed="rId4"/>
              <a:stretch>
                <a:fillRect/>
              </a:stretch>
            </p:blipFill>
            <p:spPr>
              <a:xfrm>
                <a:off x="-801180" y="-418170"/>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A6CABEBB-84AE-A118-79E0-C1FE08559BF3}"/>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6" name="Espace réservé du numéro de diapositive 16">
            <a:extLst>
              <a:ext uri="{FF2B5EF4-FFF2-40B4-BE49-F238E27FC236}">
                <a16:creationId xmlns:a16="http://schemas.microsoft.com/office/drawing/2014/main" id="{E05FFCC3-05DC-AE66-2F6E-C47DBAB22426}"/>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13</a:t>
            </a:fld>
            <a:endParaRPr lang="fr-FR" sz="1000" b="1" dirty="0"/>
          </a:p>
        </p:txBody>
      </p:sp>
      <p:cxnSp>
        <p:nvCxnSpPr>
          <p:cNvPr id="8" name="Connecteur droit avec flèche 7">
            <a:extLst>
              <a:ext uri="{FF2B5EF4-FFF2-40B4-BE49-F238E27FC236}">
                <a16:creationId xmlns:a16="http://schemas.microsoft.com/office/drawing/2014/main" id="{6D22EEAC-0F07-5DE5-EF8F-EE584DF5B1CC}"/>
              </a:ext>
            </a:extLst>
          </p:cNvPr>
          <p:cNvCxnSpPr>
            <a:cxnSpLocks/>
            <a:stCxn id="3" idx="1"/>
          </p:cNvCxnSpPr>
          <p:nvPr/>
        </p:nvCxnSpPr>
        <p:spPr>
          <a:xfrm flipV="1">
            <a:off x="220092" y="3961041"/>
            <a:ext cx="11937702" cy="1"/>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0" name="ZoneTexte 9">
            <a:extLst>
              <a:ext uri="{FF2B5EF4-FFF2-40B4-BE49-F238E27FC236}">
                <a16:creationId xmlns:a16="http://schemas.microsoft.com/office/drawing/2014/main" id="{DDF90DB0-7E65-CE77-8922-879631B61336}"/>
              </a:ext>
            </a:extLst>
          </p:cNvPr>
          <p:cNvSpPr txBox="1"/>
          <p:nvPr/>
        </p:nvSpPr>
        <p:spPr>
          <a:xfrm>
            <a:off x="0" y="2183036"/>
            <a:ext cx="873957" cy="400110"/>
          </a:xfrm>
          <a:prstGeom prst="rect">
            <a:avLst/>
          </a:prstGeom>
          <a:noFill/>
        </p:spPr>
        <p:txBody>
          <a:bodyPr wrap="none" rtlCol="0">
            <a:spAutoFit/>
          </a:bodyPr>
          <a:lstStyle/>
          <a:p>
            <a:pPr algn="ctr"/>
            <a:r>
              <a:rPr lang="fr-FR" sz="1000" dirty="0">
                <a:solidFill>
                  <a:schemeClr val="tx2"/>
                </a:solidFill>
              </a:rPr>
              <a:t>Emergence</a:t>
            </a:r>
          </a:p>
          <a:p>
            <a:pPr algn="ctr"/>
            <a:r>
              <a:rPr lang="fr-FR" sz="1000" dirty="0">
                <a:solidFill>
                  <a:schemeClr val="tx2"/>
                </a:solidFill>
              </a:rPr>
              <a:t> du besoin</a:t>
            </a:r>
          </a:p>
        </p:txBody>
      </p:sp>
      <p:sp>
        <p:nvSpPr>
          <p:cNvPr id="13" name="ZoneTexte 12">
            <a:extLst>
              <a:ext uri="{FF2B5EF4-FFF2-40B4-BE49-F238E27FC236}">
                <a16:creationId xmlns:a16="http://schemas.microsoft.com/office/drawing/2014/main" id="{5673F32F-9ED6-24CC-C4F9-4A169E9E3B8E}"/>
              </a:ext>
            </a:extLst>
          </p:cNvPr>
          <p:cNvSpPr txBox="1"/>
          <p:nvPr/>
        </p:nvSpPr>
        <p:spPr>
          <a:xfrm>
            <a:off x="837850" y="1811849"/>
            <a:ext cx="939681" cy="400110"/>
          </a:xfrm>
          <a:prstGeom prst="rect">
            <a:avLst/>
          </a:prstGeom>
          <a:noFill/>
        </p:spPr>
        <p:txBody>
          <a:bodyPr wrap="none" rtlCol="0">
            <a:spAutoFit/>
          </a:bodyPr>
          <a:lstStyle/>
          <a:p>
            <a:r>
              <a:rPr lang="fr-FR" sz="1000" dirty="0">
                <a:solidFill>
                  <a:schemeClr val="tx2"/>
                </a:solidFill>
              </a:rPr>
              <a:t>Exploration </a:t>
            </a:r>
          </a:p>
          <a:p>
            <a:r>
              <a:rPr lang="fr-FR" sz="1000" dirty="0">
                <a:solidFill>
                  <a:schemeClr val="tx2"/>
                </a:solidFill>
              </a:rPr>
              <a:t>de l’existant</a:t>
            </a:r>
          </a:p>
        </p:txBody>
      </p:sp>
      <p:sp>
        <p:nvSpPr>
          <p:cNvPr id="18" name="ZoneTexte 17">
            <a:extLst>
              <a:ext uri="{FF2B5EF4-FFF2-40B4-BE49-F238E27FC236}">
                <a16:creationId xmlns:a16="http://schemas.microsoft.com/office/drawing/2014/main" id="{C0595CBE-E5AF-56B2-A420-571622368558}"/>
              </a:ext>
            </a:extLst>
          </p:cNvPr>
          <p:cNvSpPr txBox="1"/>
          <p:nvPr/>
        </p:nvSpPr>
        <p:spPr>
          <a:xfrm>
            <a:off x="1314687" y="2846896"/>
            <a:ext cx="979755" cy="400110"/>
          </a:xfrm>
          <a:prstGeom prst="rect">
            <a:avLst/>
          </a:prstGeom>
          <a:noFill/>
        </p:spPr>
        <p:txBody>
          <a:bodyPr wrap="none" rtlCol="0">
            <a:spAutoFit/>
          </a:bodyPr>
          <a:lstStyle/>
          <a:p>
            <a:pPr algn="ctr"/>
            <a:r>
              <a:rPr lang="fr-FR" sz="1000" dirty="0">
                <a:solidFill>
                  <a:schemeClr val="tx2"/>
                </a:solidFill>
              </a:rPr>
              <a:t>Initialisation </a:t>
            </a:r>
          </a:p>
          <a:p>
            <a:pPr algn="ctr"/>
            <a:r>
              <a:rPr lang="fr-FR" sz="1000" dirty="0">
                <a:solidFill>
                  <a:schemeClr val="tx2"/>
                </a:solidFill>
              </a:rPr>
              <a:t>des travaux</a:t>
            </a:r>
          </a:p>
        </p:txBody>
      </p:sp>
      <p:sp>
        <p:nvSpPr>
          <p:cNvPr id="20" name="ZoneTexte 19">
            <a:extLst>
              <a:ext uri="{FF2B5EF4-FFF2-40B4-BE49-F238E27FC236}">
                <a16:creationId xmlns:a16="http://schemas.microsoft.com/office/drawing/2014/main" id="{561FC8AC-84DC-B05F-7799-EAE671E33B25}"/>
              </a:ext>
            </a:extLst>
          </p:cNvPr>
          <p:cNvSpPr txBox="1"/>
          <p:nvPr/>
        </p:nvSpPr>
        <p:spPr>
          <a:xfrm>
            <a:off x="2328259" y="1843525"/>
            <a:ext cx="1124026" cy="246221"/>
          </a:xfrm>
          <a:prstGeom prst="rect">
            <a:avLst/>
          </a:prstGeom>
          <a:noFill/>
        </p:spPr>
        <p:txBody>
          <a:bodyPr wrap="none" rtlCol="0">
            <a:spAutoFit/>
          </a:bodyPr>
          <a:lstStyle/>
          <a:p>
            <a:r>
              <a:rPr lang="fr-FR" sz="1000" dirty="0">
                <a:solidFill>
                  <a:schemeClr val="tx2"/>
                </a:solidFill>
              </a:rPr>
              <a:t>Cadrage du GT</a:t>
            </a:r>
          </a:p>
        </p:txBody>
      </p:sp>
      <p:sp>
        <p:nvSpPr>
          <p:cNvPr id="22" name="ZoneTexte 21">
            <a:extLst>
              <a:ext uri="{FF2B5EF4-FFF2-40B4-BE49-F238E27FC236}">
                <a16:creationId xmlns:a16="http://schemas.microsoft.com/office/drawing/2014/main" id="{365CCD6F-2006-01C0-AC01-D364AAF34D91}"/>
              </a:ext>
            </a:extLst>
          </p:cNvPr>
          <p:cNvSpPr txBox="1"/>
          <p:nvPr/>
        </p:nvSpPr>
        <p:spPr>
          <a:xfrm>
            <a:off x="5686787" y="2539415"/>
            <a:ext cx="1646605" cy="246221"/>
          </a:xfrm>
          <a:prstGeom prst="rect">
            <a:avLst/>
          </a:prstGeom>
          <a:noFill/>
        </p:spPr>
        <p:txBody>
          <a:bodyPr wrap="none" rtlCol="0">
            <a:spAutoFit/>
          </a:bodyPr>
          <a:lstStyle/>
          <a:p>
            <a:r>
              <a:rPr lang="fr-FR" sz="1000" dirty="0">
                <a:solidFill>
                  <a:schemeClr val="tx2"/>
                </a:solidFill>
              </a:rPr>
              <a:t>Réalisation du standard</a:t>
            </a:r>
          </a:p>
        </p:txBody>
      </p:sp>
      <p:sp>
        <p:nvSpPr>
          <p:cNvPr id="24" name="ZoneTexte 23">
            <a:extLst>
              <a:ext uri="{FF2B5EF4-FFF2-40B4-BE49-F238E27FC236}">
                <a16:creationId xmlns:a16="http://schemas.microsoft.com/office/drawing/2014/main" id="{B6E93B45-86C8-741C-8456-84FE37B37F68}"/>
              </a:ext>
            </a:extLst>
          </p:cNvPr>
          <p:cNvSpPr txBox="1"/>
          <p:nvPr/>
        </p:nvSpPr>
        <p:spPr>
          <a:xfrm>
            <a:off x="10969958" y="2183036"/>
            <a:ext cx="938077" cy="400110"/>
          </a:xfrm>
          <a:prstGeom prst="rect">
            <a:avLst/>
          </a:prstGeom>
          <a:noFill/>
        </p:spPr>
        <p:txBody>
          <a:bodyPr wrap="none" rtlCol="0">
            <a:spAutoFit/>
          </a:bodyPr>
          <a:lstStyle/>
          <a:p>
            <a:r>
              <a:rPr lang="fr-FR" sz="1000" dirty="0">
                <a:solidFill>
                  <a:schemeClr val="tx2"/>
                </a:solidFill>
              </a:rPr>
              <a:t>Validation </a:t>
            </a:r>
          </a:p>
          <a:p>
            <a:r>
              <a:rPr lang="fr-FR" sz="1000" dirty="0">
                <a:solidFill>
                  <a:schemeClr val="tx2"/>
                </a:solidFill>
              </a:rPr>
              <a:t>du standard</a:t>
            </a:r>
          </a:p>
        </p:txBody>
      </p:sp>
      <p:cxnSp>
        <p:nvCxnSpPr>
          <p:cNvPr id="28" name="Connecteur droit 27">
            <a:extLst>
              <a:ext uri="{FF2B5EF4-FFF2-40B4-BE49-F238E27FC236}">
                <a16:creationId xmlns:a16="http://schemas.microsoft.com/office/drawing/2014/main" id="{AB58ACFA-793C-216A-0C6F-9B86BA2E657C}"/>
              </a:ext>
            </a:extLst>
          </p:cNvPr>
          <p:cNvCxnSpPr>
            <a:cxnSpLocks/>
            <a:stCxn id="10" idx="2"/>
            <a:endCxn id="32" idx="0"/>
          </p:cNvCxnSpPr>
          <p:nvPr/>
        </p:nvCxnSpPr>
        <p:spPr>
          <a:xfrm flipH="1">
            <a:off x="436978" y="2583146"/>
            <a:ext cx="1" cy="1453657"/>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ZoneTexte 28">
            <a:extLst>
              <a:ext uri="{FF2B5EF4-FFF2-40B4-BE49-F238E27FC236}">
                <a16:creationId xmlns:a16="http://schemas.microsoft.com/office/drawing/2014/main" id="{59E68007-ACCD-7730-FD60-4108C145380E}"/>
              </a:ext>
            </a:extLst>
          </p:cNvPr>
          <p:cNvSpPr txBox="1"/>
          <p:nvPr/>
        </p:nvSpPr>
        <p:spPr>
          <a:xfrm>
            <a:off x="199109" y="3762726"/>
            <a:ext cx="492443" cy="246221"/>
          </a:xfrm>
          <a:prstGeom prst="rect">
            <a:avLst/>
          </a:prstGeom>
          <a:noFill/>
        </p:spPr>
        <p:txBody>
          <a:bodyPr wrap="none" rtlCol="0">
            <a:spAutoFit/>
          </a:bodyPr>
          <a:lstStyle/>
          <a:p>
            <a:pPr algn="ctr"/>
            <a:r>
              <a:rPr lang="fr-FR" sz="1000" dirty="0"/>
              <a:t>2023</a:t>
            </a:r>
          </a:p>
        </p:txBody>
      </p:sp>
      <p:sp>
        <p:nvSpPr>
          <p:cNvPr id="32" name="ZoneTexte 31">
            <a:extLst>
              <a:ext uri="{FF2B5EF4-FFF2-40B4-BE49-F238E27FC236}">
                <a16:creationId xmlns:a16="http://schemas.microsoft.com/office/drawing/2014/main" id="{F26C2DE4-D382-B51C-D701-FB9A342A98E0}"/>
              </a:ext>
            </a:extLst>
          </p:cNvPr>
          <p:cNvSpPr txBox="1"/>
          <p:nvPr/>
        </p:nvSpPr>
        <p:spPr>
          <a:xfrm>
            <a:off x="-33664" y="4036803"/>
            <a:ext cx="941283" cy="246221"/>
          </a:xfrm>
          <a:prstGeom prst="rect">
            <a:avLst/>
          </a:prstGeom>
          <a:noFill/>
        </p:spPr>
        <p:txBody>
          <a:bodyPr wrap="none" rtlCol="0">
            <a:spAutoFit/>
          </a:bodyPr>
          <a:lstStyle/>
          <a:p>
            <a:r>
              <a:rPr lang="fr-FR" sz="1000" dirty="0"/>
              <a:t>Loi Incendie</a:t>
            </a:r>
          </a:p>
        </p:txBody>
      </p:sp>
      <p:sp>
        <p:nvSpPr>
          <p:cNvPr id="34" name="ZoneTexte 33">
            <a:extLst>
              <a:ext uri="{FF2B5EF4-FFF2-40B4-BE49-F238E27FC236}">
                <a16:creationId xmlns:a16="http://schemas.microsoft.com/office/drawing/2014/main" id="{1A79A789-3CBF-9684-C790-DF5FA350A14D}"/>
              </a:ext>
            </a:extLst>
          </p:cNvPr>
          <p:cNvSpPr txBox="1"/>
          <p:nvPr/>
        </p:nvSpPr>
        <p:spPr>
          <a:xfrm>
            <a:off x="535686" y="4438643"/>
            <a:ext cx="1544012" cy="553998"/>
          </a:xfrm>
          <a:prstGeom prst="rect">
            <a:avLst/>
          </a:prstGeom>
          <a:noFill/>
        </p:spPr>
        <p:txBody>
          <a:bodyPr wrap="none" rtlCol="0">
            <a:spAutoFit/>
          </a:bodyPr>
          <a:lstStyle/>
          <a:p>
            <a:pPr algn="ctr"/>
            <a:r>
              <a:rPr lang="fr-FR" sz="1000" dirty="0">
                <a:solidFill>
                  <a:srgbClr val="000000"/>
                </a:solidFill>
              </a:rPr>
              <a:t>Travaux préliminaires </a:t>
            </a:r>
          </a:p>
          <a:p>
            <a:pPr algn="ctr"/>
            <a:r>
              <a:rPr lang="fr-FR" sz="1000" dirty="0">
                <a:solidFill>
                  <a:srgbClr val="000000"/>
                </a:solidFill>
              </a:rPr>
              <a:t>en sous-groupe DFCI</a:t>
            </a:r>
          </a:p>
          <a:p>
            <a:pPr algn="ctr"/>
            <a:r>
              <a:rPr lang="fr-FR" sz="1000" dirty="0">
                <a:solidFill>
                  <a:srgbClr val="000000"/>
                </a:solidFill>
              </a:rPr>
              <a:t>pilotés par le MASA</a:t>
            </a:r>
            <a:endParaRPr lang="fr-FR" sz="1000" dirty="0"/>
          </a:p>
        </p:txBody>
      </p:sp>
      <p:sp>
        <p:nvSpPr>
          <p:cNvPr id="38" name="ZoneTexte 37">
            <a:extLst>
              <a:ext uri="{FF2B5EF4-FFF2-40B4-BE49-F238E27FC236}">
                <a16:creationId xmlns:a16="http://schemas.microsoft.com/office/drawing/2014/main" id="{AB0B508F-ABAB-E9BF-CDC3-A31E876CBBDC}"/>
              </a:ext>
            </a:extLst>
          </p:cNvPr>
          <p:cNvSpPr txBox="1"/>
          <p:nvPr/>
        </p:nvSpPr>
        <p:spPr>
          <a:xfrm>
            <a:off x="761673" y="3738944"/>
            <a:ext cx="1093205" cy="246221"/>
          </a:xfrm>
          <a:prstGeom prst="rect">
            <a:avLst/>
          </a:prstGeom>
          <a:noFill/>
        </p:spPr>
        <p:txBody>
          <a:bodyPr wrap="square">
            <a:spAutoFit/>
          </a:bodyPr>
          <a:lstStyle/>
          <a:p>
            <a:pPr algn="ctr"/>
            <a:r>
              <a:rPr lang="fr-FR" sz="1000" b="0" dirty="0">
                <a:solidFill>
                  <a:srgbClr val="000000"/>
                </a:solidFill>
                <a:latin typeface="+mn-lt"/>
              </a:rPr>
              <a:t>09&amp;10/2024 </a:t>
            </a:r>
            <a:endParaRPr lang="fr-FR" dirty="0"/>
          </a:p>
        </p:txBody>
      </p:sp>
      <p:cxnSp>
        <p:nvCxnSpPr>
          <p:cNvPr id="39" name="Connecteur droit 38">
            <a:extLst>
              <a:ext uri="{FF2B5EF4-FFF2-40B4-BE49-F238E27FC236}">
                <a16:creationId xmlns:a16="http://schemas.microsoft.com/office/drawing/2014/main" id="{EE6676C8-E9EA-2FA0-50B7-F07303999C91}"/>
              </a:ext>
            </a:extLst>
          </p:cNvPr>
          <p:cNvCxnSpPr>
            <a:cxnSpLocks/>
            <a:stCxn id="13" idx="2"/>
            <a:endCxn id="34" idx="0"/>
          </p:cNvCxnSpPr>
          <p:nvPr/>
        </p:nvCxnSpPr>
        <p:spPr>
          <a:xfrm>
            <a:off x="1307691" y="2211959"/>
            <a:ext cx="1" cy="2226684"/>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8" name="ZoneTexte 47">
            <a:extLst>
              <a:ext uri="{FF2B5EF4-FFF2-40B4-BE49-F238E27FC236}">
                <a16:creationId xmlns:a16="http://schemas.microsoft.com/office/drawing/2014/main" id="{02A2D774-0D04-EE93-C726-5BCA355BB39B}"/>
              </a:ext>
            </a:extLst>
          </p:cNvPr>
          <p:cNvSpPr txBox="1"/>
          <p:nvPr/>
        </p:nvSpPr>
        <p:spPr>
          <a:xfrm>
            <a:off x="1449195" y="2259981"/>
            <a:ext cx="1111202" cy="246221"/>
          </a:xfrm>
          <a:prstGeom prst="rect">
            <a:avLst/>
          </a:prstGeom>
          <a:noFill/>
        </p:spPr>
        <p:txBody>
          <a:bodyPr wrap="none" rtlCol="0">
            <a:spAutoFit/>
          </a:bodyPr>
          <a:lstStyle/>
          <a:p>
            <a:r>
              <a:rPr lang="fr-FR" sz="1000" dirty="0">
                <a:solidFill>
                  <a:schemeClr val="tx2"/>
                </a:solidFill>
              </a:rPr>
              <a:t>Saisie du CNIG</a:t>
            </a:r>
          </a:p>
        </p:txBody>
      </p:sp>
      <p:sp>
        <p:nvSpPr>
          <p:cNvPr id="49" name="ZoneTexte 48">
            <a:extLst>
              <a:ext uri="{FF2B5EF4-FFF2-40B4-BE49-F238E27FC236}">
                <a16:creationId xmlns:a16="http://schemas.microsoft.com/office/drawing/2014/main" id="{127A096E-8514-C9E3-EC3C-C157C2AFE23D}"/>
              </a:ext>
            </a:extLst>
          </p:cNvPr>
          <p:cNvSpPr txBox="1"/>
          <p:nvPr/>
        </p:nvSpPr>
        <p:spPr>
          <a:xfrm>
            <a:off x="1090305" y="5307768"/>
            <a:ext cx="1846980" cy="246221"/>
          </a:xfrm>
          <a:prstGeom prst="rect">
            <a:avLst/>
          </a:prstGeom>
          <a:noFill/>
        </p:spPr>
        <p:txBody>
          <a:bodyPr wrap="none" rtlCol="0">
            <a:spAutoFit/>
          </a:bodyPr>
          <a:lstStyle/>
          <a:p>
            <a:pPr algn="ctr"/>
            <a:r>
              <a:rPr lang="fr-FR" sz="1000" dirty="0">
                <a:solidFill>
                  <a:schemeClr val="tx2"/>
                </a:solidFill>
              </a:rPr>
              <a:t>Commission des standards</a:t>
            </a:r>
          </a:p>
        </p:txBody>
      </p:sp>
      <p:sp>
        <p:nvSpPr>
          <p:cNvPr id="50" name="ZoneTexte 49">
            <a:extLst>
              <a:ext uri="{FF2B5EF4-FFF2-40B4-BE49-F238E27FC236}">
                <a16:creationId xmlns:a16="http://schemas.microsoft.com/office/drawing/2014/main" id="{0C436976-5E15-4512-2395-5315E9889F29}"/>
              </a:ext>
            </a:extLst>
          </p:cNvPr>
          <p:cNvSpPr txBox="1"/>
          <p:nvPr/>
        </p:nvSpPr>
        <p:spPr>
          <a:xfrm>
            <a:off x="1530563" y="3738944"/>
            <a:ext cx="1093205" cy="246221"/>
          </a:xfrm>
          <a:prstGeom prst="rect">
            <a:avLst/>
          </a:prstGeom>
          <a:noFill/>
        </p:spPr>
        <p:txBody>
          <a:bodyPr wrap="square">
            <a:spAutoFit/>
          </a:bodyPr>
          <a:lstStyle/>
          <a:p>
            <a:pPr algn="ctr"/>
            <a:r>
              <a:rPr lang="fr-FR" sz="1000" dirty="0">
                <a:solidFill>
                  <a:srgbClr val="000000"/>
                </a:solidFill>
              </a:rPr>
              <a:t>12</a:t>
            </a:r>
            <a:r>
              <a:rPr lang="fr-FR" sz="1000" b="0" dirty="0">
                <a:solidFill>
                  <a:srgbClr val="000000"/>
                </a:solidFill>
                <a:latin typeface="+mn-lt"/>
              </a:rPr>
              <a:t>/2024 </a:t>
            </a:r>
            <a:endParaRPr lang="fr-FR" dirty="0"/>
          </a:p>
        </p:txBody>
      </p:sp>
      <p:cxnSp>
        <p:nvCxnSpPr>
          <p:cNvPr id="51" name="Connecteur droit 50">
            <a:extLst>
              <a:ext uri="{FF2B5EF4-FFF2-40B4-BE49-F238E27FC236}">
                <a16:creationId xmlns:a16="http://schemas.microsoft.com/office/drawing/2014/main" id="{48584061-1B18-7FB8-11E7-45AC5A13D20D}"/>
              </a:ext>
            </a:extLst>
          </p:cNvPr>
          <p:cNvCxnSpPr>
            <a:cxnSpLocks/>
            <a:stCxn id="48" idx="2"/>
            <a:endCxn id="49" idx="0"/>
          </p:cNvCxnSpPr>
          <p:nvPr/>
        </p:nvCxnSpPr>
        <p:spPr>
          <a:xfrm>
            <a:off x="2004796" y="2506202"/>
            <a:ext cx="8999" cy="2801566"/>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4" name="ZoneTexte 53">
            <a:extLst>
              <a:ext uri="{FF2B5EF4-FFF2-40B4-BE49-F238E27FC236}">
                <a16:creationId xmlns:a16="http://schemas.microsoft.com/office/drawing/2014/main" id="{300AD6F9-3163-DD38-4CA4-14C9BFDFDCD7}"/>
              </a:ext>
            </a:extLst>
          </p:cNvPr>
          <p:cNvSpPr txBox="1"/>
          <p:nvPr/>
        </p:nvSpPr>
        <p:spPr>
          <a:xfrm>
            <a:off x="2565911" y="3737242"/>
            <a:ext cx="839708" cy="246221"/>
          </a:xfrm>
          <a:prstGeom prst="rect">
            <a:avLst/>
          </a:prstGeom>
          <a:noFill/>
        </p:spPr>
        <p:txBody>
          <a:bodyPr wrap="square">
            <a:spAutoFit/>
          </a:bodyPr>
          <a:lstStyle/>
          <a:p>
            <a:r>
              <a:rPr lang="fr-FR" sz="1000" dirty="0">
                <a:solidFill>
                  <a:srgbClr val="000000"/>
                </a:solidFill>
                <a:latin typeface="+mn-lt"/>
              </a:rPr>
              <a:t>02/2025</a:t>
            </a:r>
            <a:endParaRPr lang="fr-FR" dirty="0"/>
          </a:p>
        </p:txBody>
      </p:sp>
      <p:sp>
        <p:nvSpPr>
          <p:cNvPr id="56" name="ZoneTexte 55">
            <a:extLst>
              <a:ext uri="{FF2B5EF4-FFF2-40B4-BE49-F238E27FC236}">
                <a16:creationId xmlns:a16="http://schemas.microsoft.com/office/drawing/2014/main" id="{4055F8D8-05DF-2719-76C2-3312BB9709E6}"/>
              </a:ext>
            </a:extLst>
          </p:cNvPr>
          <p:cNvSpPr txBox="1"/>
          <p:nvPr/>
        </p:nvSpPr>
        <p:spPr>
          <a:xfrm>
            <a:off x="2172704" y="4054802"/>
            <a:ext cx="1444581" cy="1015663"/>
          </a:xfrm>
          <a:prstGeom prst="rect">
            <a:avLst/>
          </a:prstGeom>
          <a:noFill/>
        </p:spPr>
        <p:txBody>
          <a:bodyPr wrap="square">
            <a:spAutoFit/>
          </a:bodyPr>
          <a:lstStyle/>
          <a:p>
            <a:pPr algn="ctr"/>
            <a:r>
              <a:rPr lang="fr-FR" sz="1000" dirty="0">
                <a:solidFill>
                  <a:srgbClr val="000000"/>
                </a:solidFill>
                <a:latin typeface="+mn-lt"/>
              </a:rPr>
              <a:t>1</a:t>
            </a:r>
            <a:r>
              <a:rPr lang="fr-FR" sz="1000" baseline="30000" dirty="0">
                <a:solidFill>
                  <a:srgbClr val="000000"/>
                </a:solidFill>
                <a:latin typeface="+mn-lt"/>
              </a:rPr>
              <a:t>er</a:t>
            </a:r>
            <a:r>
              <a:rPr lang="fr-FR" sz="1000" dirty="0">
                <a:solidFill>
                  <a:srgbClr val="000000"/>
                </a:solidFill>
                <a:latin typeface="+mn-lt"/>
              </a:rPr>
              <a:t> atelier plénier </a:t>
            </a:r>
          </a:p>
          <a:p>
            <a:pPr algn="ctr"/>
            <a:r>
              <a:rPr lang="fr-FR" sz="1000" dirty="0">
                <a:solidFill>
                  <a:srgbClr val="000000"/>
                </a:solidFill>
                <a:latin typeface="+mn-lt"/>
              </a:rPr>
              <a:t>(présentiel)</a:t>
            </a:r>
          </a:p>
          <a:p>
            <a:pPr algn="ctr"/>
            <a:r>
              <a:rPr lang="fr-FR" sz="1000" dirty="0">
                <a:solidFill>
                  <a:srgbClr val="000000"/>
                </a:solidFill>
              </a:rPr>
              <a:t>-</a:t>
            </a:r>
          </a:p>
          <a:p>
            <a:pPr algn="ctr"/>
            <a:r>
              <a:rPr lang="fr-FR" sz="1000" dirty="0">
                <a:solidFill>
                  <a:srgbClr val="000000"/>
                </a:solidFill>
                <a:latin typeface="+mn-lt"/>
              </a:rPr>
              <a:t>Mandat, concepts et modélisation linéaires</a:t>
            </a:r>
            <a:endParaRPr lang="fr-FR" dirty="0"/>
          </a:p>
        </p:txBody>
      </p:sp>
      <p:sp>
        <p:nvSpPr>
          <p:cNvPr id="58" name="ZoneTexte 57">
            <a:extLst>
              <a:ext uri="{FF2B5EF4-FFF2-40B4-BE49-F238E27FC236}">
                <a16:creationId xmlns:a16="http://schemas.microsoft.com/office/drawing/2014/main" id="{5656FF88-B5AE-0BFB-163D-29BD8044ECFC}"/>
              </a:ext>
            </a:extLst>
          </p:cNvPr>
          <p:cNvSpPr txBox="1"/>
          <p:nvPr/>
        </p:nvSpPr>
        <p:spPr>
          <a:xfrm>
            <a:off x="3749632" y="3690698"/>
            <a:ext cx="839708" cy="246221"/>
          </a:xfrm>
          <a:prstGeom prst="rect">
            <a:avLst/>
          </a:prstGeom>
          <a:noFill/>
        </p:spPr>
        <p:txBody>
          <a:bodyPr wrap="square">
            <a:spAutoFit/>
          </a:bodyPr>
          <a:lstStyle/>
          <a:p>
            <a:r>
              <a:rPr lang="fr-FR" sz="1000" dirty="0">
                <a:solidFill>
                  <a:srgbClr val="000000"/>
                </a:solidFill>
                <a:latin typeface="+mn-lt"/>
              </a:rPr>
              <a:t>06/2025</a:t>
            </a:r>
            <a:endParaRPr lang="fr-FR" dirty="0"/>
          </a:p>
        </p:txBody>
      </p:sp>
      <p:sp>
        <p:nvSpPr>
          <p:cNvPr id="60" name="ZoneTexte 59">
            <a:extLst>
              <a:ext uri="{FF2B5EF4-FFF2-40B4-BE49-F238E27FC236}">
                <a16:creationId xmlns:a16="http://schemas.microsoft.com/office/drawing/2014/main" id="{8702A29A-0CE6-D90E-E3D8-176FD5E52135}"/>
              </a:ext>
            </a:extLst>
          </p:cNvPr>
          <p:cNvSpPr txBox="1"/>
          <p:nvPr/>
        </p:nvSpPr>
        <p:spPr>
          <a:xfrm>
            <a:off x="3397480" y="4805572"/>
            <a:ext cx="1544012" cy="1015663"/>
          </a:xfrm>
          <a:prstGeom prst="rect">
            <a:avLst/>
          </a:prstGeom>
          <a:noFill/>
        </p:spPr>
        <p:txBody>
          <a:bodyPr wrap="square">
            <a:spAutoFit/>
          </a:bodyPr>
          <a:lstStyle/>
          <a:p>
            <a:pPr algn="ctr"/>
            <a:r>
              <a:rPr lang="fr-FR" sz="1000" dirty="0">
                <a:solidFill>
                  <a:srgbClr val="000000"/>
                </a:solidFill>
                <a:latin typeface="+mn-lt"/>
              </a:rPr>
              <a:t>2</a:t>
            </a:r>
            <a:r>
              <a:rPr lang="fr-FR" sz="1000" baseline="30000" dirty="0">
                <a:solidFill>
                  <a:srgbClr val="000000"/>
                </a:solidFill>
                <a:latin typeface="+mn-lt"/>
              </a:rPr>
              <a:t>ème </a:t>
            </a:r>
            <a:r>
              <a:rPr lang="fr-FR" sz="1000" dirty="0">
                <a:solidFill>
                  <a:srgbClr val="000000"/>
                </a:solidFill>
                <a:latin typeface="+mn-lt"/>
              </a:rPr>
              <a:t>atelier plénier </a:t>
            </a:r>
          </a:p>
          <a:p>
            <a:pPr algn="ctr"/>
            <a:r>
              <a:rPr lang="fr-FR" sz="1000" dirty="0">
                <a:solidFill>
                  <a:srgbClr val="000000"/>
                </a:solidFill>
                <a:latin typeface="+mn-lt"/>
              </a:rPr>
              <a:t>(présentiel)</a:t>
            </a:r>
          </a:p>
          <a:p>
            <a:pPr algn="ctr"/>
            <a:r>
              <a:rPr lang="fr-FR" sz="1000" dirty="0">
                <a:solidFill>
                  <a:srgbClr val="000000"/>
                </a:solidFill>
              </a:rPr>
              <a:t>-</a:t>
            </a:r>
          </a:p>
          <a:p>
            <a:pPr algn="ctr"/>
            <a:r>
              <a:rPr lang="fr-FR" sz="1000" dirty="0">
                <a:solidFill>
                  <a:srgbClr val="000000"/>
                </a:solidFill>
                <a:latin typeface="+mn-lt"/>
              </a:rPr>
              <a:t>modélisation linéaires, cas d’usages et nom du standard</a:t>
            </a:r>
            <a:endParaRPr lang="fr-FR" dirty="0"/>
          </a:p>
        </p:txBody>
      </p:sp>
      <p:sp>
        <p:nvSpPr>
          <p:cNvPr id="62" name="ZoneTexte 61">
            <a:extLst>
              <a:ext uri="{FF2B5EF4-FFF2-40B4-BE49-F238E27FC236}">
                <a16:creationId xmlns:a16="http://schemas.microsoft.com/office/drawing/2014/main" id="{B2D43723-0A77-87E7-041D-AAB35E84A69F}"/>
              </a:ext>
            </a:extLst>
          </p:cNvPr>
          <p:cNvSpPr txBox="1"/>
          <p:nvPr/>
        </p:nvSpPr>
        <p:spPr>
          <a:xfrm>
            <a:off x="4762200" y="3711704"/>
            <a:ext cx="839708" cy="246221"/>
          </a:xfrm>
          <a:prstGeom prst="rect">
            <a:avLst/>
          </a:prstGeom>
          <a:noFill/>
        </p:spPr>
        <p:txBody>
          <a:bodyPr wrap="square">
            <a:spAutoFit/>
          </a:bodyPr>
          <a:lstStyle/>
          <a:p>
            <a:r>
              <a:rPr lang="fr-FR" sz="1000" dirty="0">
                <a:solidFill>
                  <a:srgbClr val="000000"/>
                </a:solidFill>
                <a:latin typeface="+mn-lt"/>
              </a:rPr>
              <a:t>09/2025</a:t>
            </a:r>
            <a:endParaRPr lang="fr-FR" dirty="0"/>
          </a:p>
        </p:txBody>
      </p:sp>
      <p:sp>
        <p:nvSpPr>
          <p:cNvPr id="64" name="ZoneTexte 63">
            <a:extLst>
              <a:ext uri="{FF2B5EF4-FFF2-40B4-BE49-F238E27FC236}">
                <a16:creationId xmlns:a16="http://schemas.microsoft.com/office/drawing/2014/main" id="{9F698759-3491-9C70-5116-99C423709811}"/>
              </a:ext>
            </a:extLst>
          </p:cNvPr>
          <p:cNvSpPr txBox="1"/>
          <p:nvPr/>
        </p:nvSpPr>
        <p:spPr>
          <a:xfrm>
            <a:off x="4410048" y="4113511"/>
            <a:ext cx="1544012" cy="861774"/>
          </a:xfrm>
          <a:prstGeom prst="rect">
            <a:avLst/>
          </a:prstGeom>
          <a:noFill/>
        </p:spPr>
        <p:txBody>
          <a:bodyPr wrap="square">
            <a:spAutoFit/>
          </a:bodyPr>
          <a:lstStyle/>
          <a:p>
            <a:pPr algn="ctr"/>
            <a:r>
              <a:rPr lang="fr-FR" sz="1000" dirty="0">
                <a:solidFill>
                  <a:srgbClr val="000000"/>
                </a:solidFill>
                <a:latin typeface="+mn-lt"/>
              </a:rPr>
              <a:t>3ème atelier plénier </a:t>
            </a:r>
          </a:p>
          <a:p>
            <a:pPr algn="ctr"/>
            <a:r>
              <a:rPr lang="fr-FR" sz="1000" dirty="0">
                <a:solidFill>
                  <a:srgbClr val="000000"/>
                </a:solidFill>
                <a:latin typeface="+mn-lt"/>
              </a:rPr>
              <a:t>(présentiel)</a:t>
            </a:r>
          </a:p>
          <a:p>
            <a:pPr algn="ctr"/>
            <a:r>
              <a:rPr lang="fr-FR" sz="1000" dirty="0">
                <a:solidFill>
                  <a:srgbClr val="000000"/>
                </a:solidFill>
              </a:rPr>
              <a:t>-</a:t>
            </a:r>
          </a:p>
          <a:p>
            <a:pPr algn="ctr"/>
            <a:r>
              <a:rPr lang="fr-FR" sz="1000" dirty="0">
                <a:solidFill>
                  <a:srgbClr val="000000"/>
                </a:solidFill>
                <a:latin typeface="+mn-lt"/>
              </a:rPr>
              <a:t>modélisation </a:t>
            </a:r>
            <a:r>
              <a:rPr lang="fr-FR" sz="1000" dirty="0">
                <a:solidFill>
                  <a:srgbClr val="000000"/>
                </a:solidFill>
              </a:rPr>
              <a:t>ponctuels</a:t>
            </a:r>
            <a:endParaRPr lang="fr-FR" dirty="0"/>
          </a:p>
        </p:txBody>
      </p:sp>
      <p:sp>
        <p:nvSpPr>
          <p:cNvPr id="66" name="ZoneTexte 65">
            <a:extLst>
              <a:ext uri="{FF2B5EF4-FFF2-40B4-BE49-F238E27FC236}">
                <a16:creationId xmlns:a16="http://schemas.microsoft.com/office/drawing/2014/main" id="{91ACC948-90F6-C9AB-3F5C-BB375C1A2C6E}"/>
              </a:ext>
            </a:extLst>
          </p:cNvPr>
          <p:cNvSpPr txBox="1"/>
          <p:nvPr/>
        </p:nvSpPr>
        <p:spPr>
          <a:xfrm>
            <a:off x="5729203" y="3746050"/>
            <a:ext cx="839708" cy="246221"/>
          </a:xfrm>
          <a:prstGeom prst="rect">
            <a:avLst/>
          </a:prstGeom>
          <a:noFill/>
        </p:spPr>
        <p:txBody>
          <a:bodyPr wrap="square">
            <a:spAutoFit/>
          </a:bodyPr>
          <a:lstStyle/>
          <a:p>
            <a:r>
              <a:rPr lang="fr-FR" sz="1000" dirty="0">
                <a:solidFill>
                  <a:srgbClr val="000000"/>
                </a:solidFill>
              </a:rPr>
              <a:t>11</a:t>
            </a:r>
            <a:r>
              <a:rPr lang="fr-FR" sz="1000" dirty="0">
                <a:solidFill>
                  <a:srgbClr val="000000"/>
                </a:solidFill>
                <a:latin typeface="+mn-lt"/>
              </a:rPr>
              <a:t>/2025</a:t>
            </a:r>
            <a:endParaRPr lang="fr-FR" dirty="0"/>
          </a:p>
        </p:txBody>
      </p:sp>
      <p:sp>
        <p:nvSpPr>
          <p:cNvPr id="68" name="ZoneTexte 67">
            <a:extLst>
              <a:ext uri="{FF2B5EF4-FFF2-40B4-BE49-F238E27FC236}">
                <a16:creationId xmlns:a16="http://schemas.microsoft.com/office/drawing/2014/main" id="{030C702E-3D02-9B36-B414-6CC936F3E79C}"/>
              </a:ext>
            </a:extLst>
          </p:cNvPr>
          <p:cNvSpPr txBox="1"/>
          <p:nvPr/>
        </p:nvSpPr>
        <p:spPr>
          <a:xfrm>
            <a:off x="5225567" y="4835771"/>
            <a:ext cx="1846980" cy="1015663"/>
          </a:xfrm>
          <a:prstGeom prst="rect">
            <a:avLst/>
          </a:prstGeom>
          <a:noFill/>
        </p:spPr>
        <p:txBody>
          <a:bodyPr wrap="square">
            <a:spAutoFit/>
          </a:bodyPr>
          <a:lstStyle/>
          <a:p>
            <a:pPr algn="ctr"/>
            <a:r>
              <a:rPr lang="fr-FR" sz="1000" dirty="0">
                <a:solidFill>
                  <a:srgbClr val="000000"/>
                </a:solidFill>
                <a:latin typeface="+mn-lt"/>
              </a:rPr>
              <a:t>1</a:t>
            </a:r>
            <a:r>
              <a:rPr lang="fr-FR" sz="1000" baseline="30000" dirty="0">
                <a:solidFill>
                  <a:srgbClr val="000000"/>
                </a:solidFill>
                <a:latin typeface="+mn-lt"/>
              </a:rPr>
              <a:t>er</a:t>
            </a:r>
            <a:r>
              <a:rPr lang="fr-FR" sz="1000" dirty="0">
                <a:solidFill>
                  <a:srgbClr val="000000"/>
                </a:solidFill>
                <a:latin typeface="+mn-lt"/>
              </a:rPr>
              <a:t> atelier </a:t>
            </a:r>
          </a:p>
          <a:p>
            <a:pPr algn="ctr"/>
            <a:r>
              <a:rPr lang="fr-FR" sz="1000" dirty="0">
                <a:solidFill>
                  <a:srgbClr val="000000"/>
                </a:solidFill>
                <a:latin typeface="+mn-lt"/>
              </a:rPr>
              <a:t>sous-groupe point d’eau </a:t>
            </a:r>
          </a:p>
          <a:p>
            <a:pPr algn="ctr"/>
            <a:r>
              <a:rPr lang="fr-FR" sz="1000" dirty="0">
                <a:solidFill>
                  <a:srgbClr val="000000"/>
                </a:solidFill>
                <a:latin typeface="+mn-lt"/>
              </a:rPr>
              <a:t>(visio) </a:t>
            </a:r>
          </a:p>
          <a:p>
            <a:pPr algn="ctr"/>
            <a:r>
              <a:rPr lang="fr-FR" sz="1000" dirty="0">
                <a:solidFill>
                  <a:srgbClr val="000000"/>
                </a:solidFill>
              </a:rPr>
              <a:t>-</a:t>
            </a:r>
          </a:p>
          <a:p>
            <a:pPr algn="ctr"/>
            <a:r>
              <a:rPr lang="fr-FR" sz="1000" dirty="0">
                <a:solidFill>
                  <a:srgbClr val="000000"/>
                </a:solidFill>
                <a:latin typeface="+mn-lt"/>
              </a:rPr>
              <a:t>concepts et termes, modélisation</a:t>
            </a:r>
            <a:endParaRPr lang="fr-FR" dirty="0"/>
          </a:p>
        </p:txBody>
      </p:sp>
      <p:sp>
        <p:nvSpPr>
          <p:cNvPr id="70" name="ZoneTexte 69">
            <a:extLst>
              <a:ext uri="{FF2B5EF4-FFF2-40B4-BE49-F238E27FC236}">
                <a16:creationId xmlns:a16="http://schemas.microsoft.com/office/drawing/2014/main" id="{CCACB8EE-3493-C38B-C8F9-2EB20050BE27}"/>
              </a:ext>
            </a:extLst>
          </p:cNvPr>
          <p:cNvSpPr txBox="1"/>
          <p:nvPr/>
        </p:nvSpPr>
        <p:spPr>
          <a:xfrm>
            <a:off x="7003442" y="3624801"/>
            <a:ext cx="839708" cy="246221"/>
          </a:xfrm>
          <a:prstGeom prst="rect">
            <a:avLst/>
          </a:prstGeom>
          <a:noFill/>
        </p:spPr>
        <p:txBody>
          <a:bodyPr wrap="square">
            <a:spAutoFit/>
          </a:bodyPr>
          <a:lstStyle/>
          <a:p>
            <a:r>
              <a:rPr lang="fr-FR" sz="1000" dirty="0">
                <a:solidFill>
                  <a:srgbClr val="000000"/>
                </a:solidFill>
                <a:latin typeface="+mn-lt"/>
              </a:rPr>
              <a:t>01/2026</a:t>
            </a:r>
            <a:endParaRPr lang="fr-FR" dirty="0"/>
          </a:p>
        </p:txBody>
      </p:sp>
      <p:sp>
        <p:nvSpPr>
          <p:cNvPr id="72" name="ZoneTexte 71">
            <a:extLst>
              <a:ext uri="{FF2B5EF4-FFF2-40B4-BE49-F238E27FC236}">
                <a16:creationId xmlns:a16="http://schemas.microsoft.com/office/drawing/2014/main" id="{150165C4-38C2-3D5C-6464-BA24D52C9816}"/>
              </a:ext>
            </a:extLst>
          </p:cNvPr>
          <p:cNvSpPr txBox="1"/>
          <p:nvPr/>
        </p:nvSpPr>
        <p:spPr>
          <a:xfrm>
            <a:off x="6499806" y="4089972"/>
            <a:ext cx="1846980" cy="861774"/>
          </a:xfrm>
          <a:prstGeom prst="rect">
            <a:avLst/>
          </a:prstGeom>
          <a:noFill/>
        </p:spPr>
        <p:txBody>
          <a:bodyPr wrap="square">
            <a:spAutoFit/>
          </a:bodyPr>
          <a:lstStyle/>
          <a:p>
            <a:pPr algn="ctr"/>
            <a:r>
              <a:rPr lang="fr-FR" sz="1000" dirty="0">
                <a:solidFill>
                  <a:srgbClr val="000000"/>
                </a:solidFill>
              </a:rPr>
              <a:t>2ème</a:t>
            </a:r>
            <a:r>
              <a:rPr lang="fr-FR" sz="1000" dirty="0">
                <a:solidFill>
                  <a:srgbClr val="000000"/>
                </a:solidFill>
                <a:latin typeface="+mn-lt"/>
              </a:rPr>
              <a:t> atelier </a:t>
            </a:r>
          </a:p>
          <a:p>
            <a:pPr algn="ctr"/>
            <a:r>
              <a:rPr lang="fr-FR" sz="1000" dirty="0">
                <a:solidFill>
                  <a:srgbClr val="000000"/>
                </a:solidFill>
                <a:latin typeface="+mn-lt"/>
              </a:rPr>
              <a:t>sous-groupe point d’eau </a:t>
            </a:r>
          </a:p>
          <a:p>
            <a:pPr algn="ctr"/>
            <a:r>
              <a:rPr lang="fr-FR" sz="1000" dirty="0">
                <a:solidFill>
                  <a:srgbClr val="000000"/>
                </a:solidFill>
                <a:latin typeface="+mn-lt"/>
              </a:rPr>
              <a:t>(visio) </a:t>
            </a:r>
          </a:p>
          <a:p>
            <a:pPr algn="ctr"/>
            <a:r>
              <a:rPr lang="fr-FR" sz="1000" dirty="0">
                <a:solidFill>
                  <a:srgbClr val="000000"/>
                </a:solidFill>
              </a:rPr>
              <a:t>-</a:t>
            </a:r>
          </a:p>
          <a:p>
            <a:pPr algn="ctr"/>
            <a:r>
              <a:rPr lang="fr-FR" sz="1000" dirty="0">
                <a:solidFill>
                  <a:srgbClr val="000000"/>
                </a:solidFill>
                <a:latin typeface="+mn-lt"/>
              </a:rPr>
              <a:t>modélisation</a:t>
            </a:r>
            <a:endParaRPr lang="fr-FR" dirty="0"/>
          </a:p>
        </p:txBody>
      </p:sp>
      <p:sp>
        <p:nvSpPr>
          <p:cNvPr id="76" name="ZoneTexte 75">
            <a:extLst>
              <a:ext uri="{FF2B5EF4-FFF2-40B4-BE49-F238E27FC236}">
                <a16:creationId xmlns:a16="http://schemas.microsoft.com/office/drawing/2014/main" id="{C260FCE6-376E-F803-AC79-D8672F6FB065}"/>
              </a:ext>
            </a:extLst>
          </p:cNvPr>
          <p:cNvSpPr txBox="1"/>
          <p:nvPr/>
        </p:nvSpPr>
        <p:spPr>
          <a:xfrm>
            <a:off x="11107271" y="3650492"/>
            <a:ext cx="1025594" cy="246221"/>
          </a:xfrm>
          <a:prstGeom prst="rect">
            <a:avLst/>
          </a:prstGeom>
          <a:noFill/>
        </p:spPr>
        <p:txBody>
          <a:bodyPr wrap="square">
            <a:spAutoFit/>
          </a:bodyPr>
          <a:lstStyle/>
          <a:p>
            <a:r>
              <a:rPr lang="fr-FR" sz="1000" dirty="0">
                <a:solidFill>
                  <a:srgbClr val="000000"/>
                </a:solidFill>
              </a:rPr>
              <a:t>09</a:t>
            </a:r>
            <a:r>
              <a:rPr lang="fr-FR" sz="1000" dirty="0">
                <a:solidFill>
                  <a:srgbClr val="000000"/>
                </a:solidFill>
                <a:latin typeface="+mn-lt"/>
              </a:rPr>
              <a:t>/2026</a:t>
            </a:r>
            <a:endParaRPr lang="fr-FR" dirty="0"/>
          </a:p>
        </p:txBody>
      </p:sp>
      <p:sp>
        <p:nvSpPr>
          <p:cNvPr id="80" name="ZoneTexte 79">
            <a:extLst>
              <a:ext uri="{FF2B5EF4-FFF2-40B4-BE49-F238E27FC236}">
                <a16:creationId xmlns:a16="http://schemas.microsoft.com/office/drawing/2014/main" id="{9F73540A-B8F2-BA9C-E39B-83FC6A33499D}"/>
              </a:ext>
            </a:extLst>
          </p:cNvPr>
          <p:cNvSpPr txBox="1"/>
          <p:nvPr/>
        </p:nvSpPr>
        <p:spPr>
          <a:xfrm>
            <a:off x="10802251" y="4116861"/>
            <a:ext cx="1273490" cy="1015663"/>
          </a:xfrm>
          <a:prstGeom prst="rect">
            <a:avLst/>
          </a:prstGeom>
          <a:noFill/>
        </p:spPr>
        <p:txBody>
          <a:bodyPr wrap="square">
            <a:spAutoFit/>
          </a:bodyPr>
          <a:lstStyle/>
          <a:p>
            <a:pPr algn="ctr"/>
            <a:r>
              <a:rPr lang="fr-FR" sz="1000" dirty="0">
                <a:solidFill>
                  <a:srgbClr val="000000"/>
                </a:solidFill>
              </a:rPr>
              <a:t>Réunion de clôture, image de couverture et validation du standard par le GT</a:t>
            </a:r>
            <a:endParaRPr lang="fr-FR" dirty="0"/>
          </a:p>
        </p:txBody>
      </p:sp>
      <p:sp>
        <p:nvSpPr>
          <p:cNvPr id="82" name="ZoneTexte 81">
            <a:extLst>
              <a:ext uri="{FF2B5EF4-FFF2-40B4-BE49-F238E27FC236}">
                <a16:creationId xmlns:a16="http://schemas.microsoft.com/office/drawing/2014/main" id="{3EB33BD2-8B86-C612-8C35-84FE287AAA04}"/>
              </a:ext>
            </a:extLst>
          </p:cNvPr>
          <p:cNvSpPr txBox="1"/>
          <p:nvPr/>
        </p:nvSpPr>
        <p:spPr>
          <a:xfrm>
            <a:off x="9502201" y="4036581"/>
            <a:ext cx="1846980" cy="246221"/>
          </a:xfrm>
          <a:prstGeom prst="rect">
            <a:avLst/>
          </a:prstGeom>
          <a:noFill/>
        </p:spPr>
        <p:txBody>
          <a:bodyPr wrap="square">
            <a:spAutoFit/>
          </a:bodyPr>
          <a:lstStyle/>
          <a:p>
            <a:r>
              <a:rPr lang="fr-FR" sz="1000" dirty="0">
                <a:solidFill>
                  <a:srgbClr val="000000"/>
                </a:solidFill>
              </a:rPr>
              <a:t>Appel à commentaires</a:t>
            </a:r>
            <a:endParaRPr lang="fr-FR" dirty="0"/>
          </a:p>
        </p:txBody>
      </p:sp>
      <p:sp>
        <p:nvSpPr>
          <p:cNvPr id="84" name="ZoneTexte 83">
            <a:extLst>
              <a:ext uri="{FF2B5EF4-FFF2-40B4-BE49-F238E27FC236}">
                <a16:creationId xmlns:a16="http://schemas.microsoft.com/office/drawing/2014/main" id="{271F51DE-61AD-67D9-E4ED-530BDED86E93}"/>
              </a:ext>
            </a:extLst>
          </p:cNvPr>
          <p:cNvSpPr txBox="1"/>
          <p:nvPr/>
        </p:nvSpPr>
        <p:spPr>
          <a:xfrm>
            <a:off x="9601684" y="3741023"/>
            <a:ext cx="1476238" cy="246221"/>
          </a:xfrm>
          <a:prstGeom prst="rect">
            <a:avLst/>
          </a:prstGeom>
          <a:noFill/>
        </p:spPr>
        <p:txBody>
          <a:bodyPr wrap="square">
            <a:spAutoFit/>
          </a:bodyPr>
          <a:lstStyle/>
          <a:p>
            <a:r>
              <a:rPr lang="fr-FR" sz="1000" dirty="0">
                <a:solidFill>
                  <a:srgbClr val="000000"/>
                </a:solidFill>
                <a:latin typeface="+mn-lt"/>
              </a:rPr>
              <a:t>07/2026  à  09/2026</a:t>
            </a:r>
            <a:endParaRPr lang="fr-FR" dirty="0"/>
          </a:p>
        </p:txBody>
      </p:sp>
      <p:cxnSp>
        <p:nvCxnSpPr>
          <p:cNvPr id="108" name="Connecteur droit 107">
            <a:extLst>
              <a:ext uri="{FF2B5EF4-FFF2-40B4-BE49-F238E27FC236}">
                <a16:creationId xmlns:a16="http://schemas.microsoft.com/office/drawing/2014/main" id="{24EE6442-4454-7FE6-D421-F74E08609986}"/>
              </a:ext>
            </a:extLst>
          </p:cNvPr>
          <p:cNvCxnSpPr>
            <a:cxnSpLocks/>
            <a:stCxn id="20" idx="2"/>
            <a:endCxn id="56" idx="0"/>
          </p:cNvCxnSpPr>
          <p:nvPr/>
        </p:nvCxnSpPr>
        <p:spPr>
          <a:xfrm>
            <a:off x="2890272" y="2089746"/>
            <a:ext cx="4723" cy="1965056"/>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3" name="Connecteur droit avec flèche 112">
            <a:extLst>
              <a:ext uri="{FF2B5EF4-FFF2-40B4-BE49-F238E27FC236}">
                <a16:creationId xmlns:a16="http://schemas.microsoft.com/office/drawing/2014/main" id="{B7156D3E-7B7B-4631-A237-4110052A24EA}"/>
              </a:ext>
            </a:extLst>
          </p:cNvPr>
          <p:cNvCxnSpPr>
            <a:cxnSpLocks/>
          </p:cNvCxnSpPr>
          <p:nvPr/>
        </p:nvCxnSpPr>
        <p:spPr>
          <a:xfrm flipV="1">
            <a:off x="2890272" y="2769497"/>
            <a:ext cx="8548724" cy="19221"/>
          </a:xfrm>
          <a:prstGeom prst="straightConnector1">
            <a:avLst/>
          </a:prstGeom>
          <a:ln>
            <a:solidFill>
              <a:schemeClr val="tx2">
                <a:lumMod val="20000"/>
                <a:lumOff val="8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4" name="Connecteur droit avec flèche 113">
            <a:extLst>
              <a:ext uri="{FF2B5EF4-FFF2-40B4-BE49-F238E27FC236}">
                <a16:creationId xmlns:a16="http://schemas.microsoft.com/office/drawing/2014/main" id="{9E43E75B-2D62-0F3B-B720-CE48B1DB9597}"/>
              </a:ext>
            </a:extLst>
          </p:cNvPr>
          <p:cNvCxnSpPr>
            <a:cxnSpLocks/>
          </p:cNvCxnSpPr>
          <p:nvPr/>
        </p:nvCxnSpPr>
        <p:spPr>
          <a:xfrm>
            <a:off x="449978" y="3046951"/>
            <a:ext cx="2422188" cy="0"/>
          </a:xfrm>
          <a:prstGeom prst="straightConnector1">
            <a:avLst/>
          </a:prstGeom>
          <a:ln>
            <a:solidFill>
              <a:schemeClr val="tx2">
                <a:lumMod val="20000"/>
                <a:lumOff val="8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2" name="Connecteur droit 121">
            <a:extLst>
              <a:ext uri="{FF2B5EF4-FFF2-40B4-BE49-F238E27FC236}">
                <a16:creationId xmlns:a16="http://schemas.microsoft.com/office/drawing/2014/main" id="{210F51D6-A17E-1E49-37AA-9C49A5F65EA2}"/>
              </a:ext>
            </a:extLst>
          </p:cNvPr>
          <p:cNvCxnSpPr>
            <a:cxnSpLocks/>
          </p:cNvCxnSpPr>
          <p:nvPr/>
        </p:nvCxnSpPr>
        <p:spPr>
          <a:xfrm flipH="1">
            <a:off x="11438996" y="2583146"/>
            <a:ext cx="1" cy="1533715"/>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5" name="Connecteur droit 124">
            <a:extLst>
              <a:ext uri="{FF2B5EF4-FFF2-40B4-BE49-F238E27FC236}">
                <a16:creationId xmlns:a16="http://schemas.microsoft.com/office/drawing/2014/main" id="{C4BA41B2-2867-6269-6738-4F97784ECE04}"/>
              </a:ext>
            </a:extLst>
          </p:cNvPr>
          <p:cNvCxnSpPr>
            <a:cxnSpLocks/>
          </p:cNvCxnSpPr>
          <p:nvPr/>
        </p:nvCxnSpPr>
        <p:spPr>
          <a:xfrm>
            <a:off x="4161170" y="2780036"/>
            <a:ext cx="13261" cy="2025536"/>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8" name="Connecteur droit 127">
            <a:extLst>
              <a:ext uri="{FF2B5EF4-FFF2-40B4-BE49-F238E27FC236}">
                <a16:creationId xmlns:a16="http://schemas.microsoft.com/office/drawing/2014/main" id="{38B5C074-F693-9295-38CD-6A5054DAF492}"/>
              </a:ext>
            </a:extLst>
          </p:cNvPr>
          <p:cNvCxnSpPr>
            <a:cxnSpLocks/>
          </p:cNvCxnSpPr>
          <p:nvPr/>
        </p:nvCxnSpPr>
        <p:spPr>
          <a:xfrm>
            <a:off x="5182054" y="2788718"/>
            <a:ext cx="13314" cy="1324793"/>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31" name="Connecteur droit 130">
            <a:extLst>
              <a:ext uri="{FF2B5EF4-FFF2-40B4-BE49-F238E27FC236}">
                <a16:creationId xmlns:a16="http://schemas.microsoft.com/office/drawing/2014/main" id="{59B05901-55B1-0C72-BA79-B6D567D18CC0}"/>
              </a:ext>
            </a:extLst>
          </p:cNvPr>
          <p:cNvCxnSpPr>
            <a:cxnSpLocks/>
          </p:cNvCxnSpPr>
          <p:nvPr/>
        </p:nvCxnSpPr>
        <p:spPr>
          <a:xfrm>
            <a:off x="6141573" y="2785602"/>
            <a:ext cx="9454" cy="2050169"/>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34" name="Connecteur droit 133">
            <a:extLst>
              <a:ext uri="{FF2B5EF4-FFF2-40B4-BE49-F238E27FC236}">
                <a16:creationId xmlns:a16="http://schemas.microsoft.com/office/drawing/2014/main" id="{A32F62F7-A2D3-D025-2DE2-5942D2EBC2E8}"/>
              </a:ext>
            </a:extLst>
          </p:cNvPr>
          <p:cNvCxnSpPr>
            <a:cxnSpLocks/>
          </p:cNvCxnSpPr>
          <p:nvPr/>
        </p:nvCxnSpPr>
        <p:spPr>
          <a:xfrm>
            <a:off x="7421326" y="2788718"/>
            <a:ext cx="20208" cy="1301254"/>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72" name="Ellipse 171">
            <a:extLst>
              <a:ext uri="{FF2B5EF4-FFF2-40B4-BE49-F238E27FC236}">
                <a16:creationId xmlns:a16="http://schemas.microsoft.com/office/drawing/2014/main" id="{E936535C-83E9-A2CF-5F02-9B63ED42C813}"/>
              </a:ext>
            </a:extLst>
          </p:cNvPr>
          <p:cNvSpPr/>
          <p:nvPr/>
        </p:nvSpPr>
        <p:spPr>
          <a:xfrm>
            <a:off x="1937813" y="3903864"/>
            <a:ext cx="139362" cy="131494"/>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4" name="Ellipse 173">
            <a:extLst>
              <a:ext uri="{FF2B5EF4-FFF2-40B4-BE49-F238E27FC236}">
                <a16:creationId xmlns:a16="http://schemas.microsoft.com/office/drawing/2014/main" id="{0EE2872A-920D-0A5E-96AA-19BC27EDA506}"/>
              </a:ext>
            </a:extLst>
          </p:cNvPr>
          <p:cNvSpPr/>
          <p:nvPr/>
        </p:nvSpPr>
        <p:spPr>
          <a:xfrm>
            <a:off x="4243337" y="3903864"/>
            <a:ext cx="139362" cy="131494"/>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6" name="Ellipse 175">
            <a:extLst>
              <a:ext uri="{FF2B5EF4-FFF2-40B4-BE49-F238E27FC236}">
                <a16:creationId xmlns:a16="http://schemas.microsoft.com/office/drawing/2014/main" id="{7753EE92-3436-9967-634D-B60FF7AC3F3E}"/>
              </a:ext>
            </a:extLst>
          </p:cNvPr>
          <p:cNvSpPr/>
          <p:nvPr/>
        </p:nvSpPr>
        <p:spPr>
          <a:xfrm>
            <a:off x="5392688" y="3903864"/>
            <a:ext cx="139362" cy="131494"/>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80" name="Picture 2">
            <a:extLst>
              <a:ext uri="{FF2B5EF4-FFF2-40B4-BE49-F238E27FC236}">
                <a16:creationId xmlns:a16="http://schemas.microsoft.com/office/drawing/2014/main" id="{D271F402-2429-9C78-F09E-3067256BB6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63998" y="163747"/>
            <a:ext cx="2046257" cy="1347876"/>
          </a:xfrm>
          <a:prstGeom prst="rect">
            <a:avLst/>
          </a:prstGeom>
          <a:noFill/>
          <a:extLst>
            <a:ext uri="{909E8E84-426E-40DD-AFC4-6F175D3DCCD1}">
              <a14:hiddenFill xmlns:a14="http://schemas.microsoft.com/office/drawing/2010/main">
                <a:solidFill>
                  <a:srgbClr val="FFFFFF"/>
                </a:solidFill>
              </a14:hiddenFill>
            </a:ext>
          </a:extLst>
        </p:spPr>
      </p:pic>
      <p:pic>
        <p:nvPicPr>
          <p:cNvPr id="182" name="Image 181" descr="Une image contenant clipart, dessin, Graphique, croquis&#10;&#10;Le contenu généré par l’IA peut être incorrect.">
            <a:extLst>
              <a:ext uri="{FF2B5EF4-FFF2-40B4-BE49-F238E27FC236}">
                <a16:creationId xmlns:a16="http://schemas.microsoft.com/office/drawing/2014/main" id="{F2577D3C-C022-3837-6331-7D4887FEEA0C}"/>
              </a:ext>
            </a:extLst>
          </p:cNvPr>
          <p:cNvPicPr>
            <a:picLocks noChangeAspect="1"/>
          </p:cNvPicPr>
          <p:nvPr/>
        </p:nvPicPr>
        <p:blipFill>
          <a:blip r:embed="rId6"/>
          <a:stretch>
            <a:fillRect/>
          </a:stretch>
        </p:blipFill>
        <p:spPr>
          <a:xfrm>
            <a:off x="8845704" y="625593"/>
            <a:ext cx="425045" cy="390583"/>
          </a:xfrm>
          <a:prstGeom prst="rect">
            <a:avLst/>
          </a:prstGeom>
        </p:spPr>
      </p:pic>
      <p:sp>
        <p:nvSpPr>
          <p:cNvPr id="196" name="Ellipse 195">
            <a:extLst>
              <a:ext uri="{FF2B5EF4-FFF2-40B4-BE49-F238E27FC236}">
                <a16:creationId xmlns:a16="http://schemas.microsoft.com/office/drawing/2014/main" id="{F5851BB2-8548-A510-80DA-F6812AAAB6D1}"/>
              </a:ext>
            </a:extLst>
          </p:cNvPr>
          <p:cNvSpPr/>
          <p:nvPr/>
        </p:nvSpPr>
        <p:spPr>
          <a:xfrm>
            <a:off x="8045151" y="3903864"/>
            <a:ext cx="139362" cy="131494"/>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8" name="Ellipse 197">
            <a:extLst>
              <a:ext uri="{FF2B5EF4-FFF2-40B4-BE49-F238E27FC236}">
                <a16:creationId xmlns:a16="http://schemas.microsoft.com/office/drawing/2014/main" id="{56E5D863-9FD6-032D-A3C2-13EA75FDE2F4}"/>
              </a:ext>
            </a:extLst>
          </p:cNvPr>
          <p:cNvSpPr/>
          <p:nvPr/>
        </p:nvSpPr>
        <p:spPr>
          <a:xfrm>
            <a:off x="11844429" y="3911246"/>
            <a:ext cx="139362" cy="131494"/>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1" name="ZoneTexte 210">
            <a:extLst>
              <a:ext uri="{FF2B5EF4-FFF2-40B4-BE49-F238E27FC236}">
                <a16:creationId xmlns:a16="http://schemas.microsoft.com/office/drawing/2014/main" id="{0D77C414-28E7-C353-8F01-9806A21A22BA}"/>
              </a:ext>
            </a:extLst>
          </p:cNvPr>
          <p:cNvSpPr txBox="1"/>
          <p:nvPr/>
        </p:nvSpPr>
        <p:spPr>
          <a:xfrm>
            <a:off x="3797429" y="5920506"/>
            <a:ext cx="1047082" cy="400110"/>
          </a:xfrm>
          <a:prstGeom prst="rect">
            <a:avLst/>
          </a:prstGeom>
          <a:noFill/>
        </p:spPr>
        <p:txBody>
          <a:bodyPr wrap="none" rtlCol="0">
            <a:spAutoFit/>
          </a:bodyPr>
          <a:lstStyle/>
          <a:p>
            <a:pPr algn="ctr"/>
            <a:r>
              <a:rPr lang="fr-FR" sz="1000" dirty="0">
                <a:solidFill>
                  <a:schemeClr val="tx2"/>
                </a:solidFill>
              </a:rPr>
              <a:t>Commission </a:t>
            </a:r>
          </a:p>
          <a:p>
            <a:pPr algn="ctr"/>
            <a:r>
              <a:rPr lang="fr-FR" sz="1000" dirty="0">
                <a:solidFill>
                  <a:schemeClr val="tx2"/>
                </a:solidFill>
              </a:rPr>
              <a:t>des standards</a:t>
            </a:r>
          </a:p>
        </p:txBody>
      </p:sp>
      <p:sp>
        <p:nvSpPr>
          <p:cNvPr id="214" name="ZoneTexte 213">
            <a:extLst>
              <a:ext uri="{FF2B5EF4-FFF2-40B4-BE49-F238E27FC236}">
                <a16:creationId xmlns:a16="http://schemas.microsoft.com/office/drawing/2014/main" id="{4234ACF9-4D06-932E-9844-C155E66B03ED}"/>
              </a:ext>
            </a:extLst>
          </p:cNvPr>
          <p:cNvSpPr txBox="1"/>
          <p:nvPr/>
        </p:nvSpPr>
        <p:spPr>
          <a:xfrm>
            <a:off x="4928445" y="5920506"/>
            <a:ext cx="1047082" cy="400110"/>
          </a:xfrm>
          <a:prstGeom prst="rect">
            <a:avLst/>
          </a:prstGeom>
          <a:noFill/>
        </p:spPr>
        <p:txBody>
          <a:bodyPr wrap="none" rtlCol="0">
            <a:spAutoFit/>
          </a:bodyPr>
          <a:lstStyle/>
          <a:p>
            <a:pPr algn="ctr"/>
            <a:r>
              <a:rPr lang="fr-FR" sz="1000" dirty="0">
                <a:solidFill>
                  <a:schemeClr val="tx2"/>
                </a:solidFill>
              </a:rPr>
              <a:t>Commission </a:t>
            </a:r>
          </a:p>
          <a:p>
            <a:pPr algn="ctr"/>
            <a:r>
              <a:rPr lang="fr-FR" sz="1000" dirty="0">
                <a:solidFill>
                  <a:schemeClr val="tx2"/>
                </a:solidFill>
              </a:rPr>
              <a:t>des standards</a:t>
            </a:r>
          </a:p>
        </p:txBody>
      </p:sp>
      <p:sp>
        <p:nvSpPr>
          <p:cNvPr id="221" name="ZoneTexte 220">
            <a:extLst>
              <a:ext uri="{FF2B5EF4-FFF2-40B4-BE49-F238E27FC236}">
                <a16:creationId xmlns:a16="http://schemas.microsoft.com/office/drawing/2014/main" id="{929F9086-08C9-0ED1-FA5F-C3E816587C6E}"/>
              </a:ext>
            </a:extLst>
          </p:cNvPr>
          <p:cNvSpPr txBox="1"/>
          <p:nvPr/>
        </p:nvSpPr>
        <p:spPr>
          <a:xfrm>
            <a:off x="7599568" y="5920506"/>
            <a:ext cx="1047082" cy="400110"/>
          </a:xfrm>
          <a:prstGeom prst="rect">
            <a:avLst/>
          </a:prstGeom>
          <a:noFill/>
        </p:spPr>
        <p:txBody>
          <a:bodyPr wrap="none" rtlCol="0">
            <a:spAutoFit/>
          </a:bodyPr>
          <a:lstStyle/>
          <a:p>
            <a:pPr algn="ctr"/>
            <a:r>
              <a:rPr lang="fr-FR" sz="1000" dirty="0">
                <a:solidFill>
                  <a:schemeClr val="tx2"/>
                </a:solidFill>
              </a:rPr>
              <a:t>Commission </a:t>
            </a:r>
          </a:p>
          <a:p>
            <a:pPr algn="ctr"/>
            <a:r>
              <a:rPr lang="fr-FR" sz="1000" dirty="0">
                <a:solidFill>
                  <a:schemeClr val="tx2"/>
                </a:solidFill>
              </a:rPr>
              <a:t>des standards</a:t>
            </a:r>
          </a:p>
        </p:txBody>
      </p:sp>
      <p:cxnSp>
        <p:nvCxnSpPr>
          <p:cNvPr id="222" name="Connecteur droit 221">
            <a:extLst>
              <a:ext uri="{FF2B5EF4-FFF2-40B4-BE49-F238E27FC236}">
                <a16:creationId xmlns:a16="http://schemas.microsoft.com/office/drawing/2014/main" id="{3BA00EA5-F383-7227-8493-AFE364362504}"/>
              </a:ext>
            </a:extLst>
          </p:cNvPr>
          <p:cNvCxnSpPr>
            <a:cxnSpLocks/>
            <a:stCxn id="198" idx="4"/>
          </p:cNvCxnSpPr>
          <p:nvPr/>
        </p:nvCxnSpPr>
        <p:spPr>
          <a:xfrm>
            <a:off x="11914110" y="4042740"/>
            <a:ext cx="26960" cy="1808694"/>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23" name="ZoneTexte 222">
            <a:extLst>
              <a:ext uri="{FF2B5EF4-FFF2-40B4-BE49-F238E27FC236}">
                <a16:creationId xmlns:a16="http://schemas.microsoft.com/office/drawing/2014/main" id="{3CCFA02E-D43C-A2A5-71A8-6396717882D5}"/>
              </a:ext>
            </a:extLst>
          </p:cNvPr>
          <p:cNvSpPr txBox="1"/>
          <p:nvPr/>
        </p:nvSpPr>
        <p:spPr>
          <a:xfrm>
            <a:off x="11228521" y="5920506"/>
            <a:ext cx="1047082" cy="400110"/>
          </a:xfrm>
          <a:prstGeom prst="rect">
            <a:avLst/>
          </a:prstGeom>
          <a:noFill/>
        </p:spPr>
        <p:txBody>
          <a:bodyPr wrap="none" rtlCol="0">
            <a:spAutoFit/>
          </a:bodyPr>
          <a:lstStyle/>
          <a:p>
            <a:pPr algn="ctr"/>
            <a:r>
              <a:rPr lang="fr-FR" sz="1000" dirty="0">
                <a:solidFill>
                  <a:schemeClr val="tx2"/>
                </a:solidFill>
              </a:rPr>
              <a:t>Commission </a:t>
            </a:r>
          </a:p>
          <a:p>
            <a:pPr algn="ctr"/>
            <a:r>
              <a:rPr lang="fr-FR" sz="1000" dirty="0">
                <a:solidFill>
                  <a:schemeClr val="tx2"/>
                </a:solidFill>
              </a:rPr>
              <a:t>des standards</a:t>
            </a:r>
          </a:p>
        </p:txBody>
      </p:sp>
      <p:sp>
        <p:nvSpPr>
          <p:cNvPr id="236" name="Ellipse 235">
            <a:extLst>
              <a:ext uri="{FF2B5EF4-FFF2-40B4-BE49-F238E27FC236}">
                <a16:creationId xmlns:a16="http://schemas.microsoft.com/office/drawing/2014/main" id="{B7DE7010-229A-107F-140B-8507E24FAD6B}"/>
              </a:ext>
            </a:extLst>
          </p:cNvPr>
          <p:cNvSpPr/>
          <p:nvPr/>
        </p:nvSpPr>
        <p:spPr>
          <a:xfrm>
            <a:off x="3964761" y="3891845"/>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8" name="Ellipse 237">
            <a:extLst>
              <a:ext uri="{FF2B5EF4-FFF2-40B4-BE49-F238E27FC236}">
                <a16:creationId xmlns:a16="http://schemas.microsoft.com/office/drawing/2014/main" id="{F2EF73BB-E29B-9652-4C12-8443BBA23C2A}"/>
              </a:ext>
            </a:extLst>
          </p:cNvPr>
          <p:cNvSpPr/>
          <p:nvPr/>
        </p:nvSpPr>
        <p:spPr>
          <a:xfrm>
            <a:off x="7141437" y="3898740"/>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0" name="Ellipse 239">
            <a:extLst>
              <a:ext uri="{FF2B5EF4-FFF2-40B4-BE49-F238E27FC236}">
                <a16:creationId xmlns:a16="http://schemas.microsoft.com/office/drawing/2014/main" id="{16F114CE-1AF1-59D7-C914-D774710B0022}"/>
              </a:ext>
            </a:extLst>
          </p:cNvPr>
          <p:cNvSpPr/>
          <p:nvPr/>
        </p:nvSpPr>
        <p:spPr>
          <a:xfrm>
            <a:off x="5653884" y="3896713"/>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2" name="Ellipse 241">
            <a:extLst>
              <a:ext uri="{FF2B5EF4-FFF2-40B4-BE49-F238E27FC236}">
                <a16:creationId xmlns:a16="http://schemas.microsoft.com/office/drawing/2014/main" id="{DCE498EF-CFF7-0DD8-BFCB-F909D43E2ED9}"/>
              </a:ext>
            </a:extLst>
          </p:cNvPr>
          <p:cNvSpPr/>
          <p:nvPr/>
        </p:nvSpPr>
        <p:spPr>
          <a:xfrm>
            <a:off x="3814161" y="3895778"/>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4" name="Ellipse 243">
            <a:extLst>
              <a:ext uri="{FF2B5EF4-FFF2-40B4-BE49-F238E27FC236}">
                <a16:creationId xmlns:a16="http://schemas.microsoft.com/office/drawing/2014/main" id="{B4C484F9-6754-1E1D-DB65-CB7936009E82}"/>
              </a:ext>
            </a:extLst>
          </p:cNvPr>
          <p:cNvSpPr/>
          <p:nvPr/>
        </p:nvSpPr>
        <p:spPr>
          <a:xfrm>
            <a:off x="6276232" y="3895294"/>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6" name="Ellipse 245">
            <a:extLst>
              <a:ext uri="{FF2B5EF4-FFF2-40B4-BE49-F238E27FC236}">
                <a16:creationId xmlns:a16="http://schemas.microsoft.com/office/drawing/2014/main" id="{83D54232-87D2-E13F-0102-673B642AC3F2}"/>
              </a:ext>
            </a:extLst>
          </p:cNvPr>
          <p:cNvSpPr/>
          <p:nvPr/>
        </p:nvSpPr>
        <p:spPr>
          <a:xfrm>
            <a:off x="3397384" y="3885836"/>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8" name="Ellipse 247">
            <a:extLst>
              <a:ext uri="{FF2B5EF4-FFF2-40B4-BE49-F238E27FC236}">
                <a16:creationId xmlns:a16="http://schemas.microsoft.com/office/drawing/2014/main" id="{E0CF3488-AA00-0671-2DFE-3B782A42CABB}"/>
              </a:ext>
            </a:extLst>
          </p:cNvPr>
          <p:cNvSpPr/>
          <p:nvPr/>
        </p:nvSpPr>
        <p:spPr>
          <a:xfrm>
            <a:off x="3677034" y="3891845"/>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0" name="Ellipse 249">
            <a:extLst>
              <a:ext uri="{FF2B5EF4-FFF2-40B4-BE49-F238E27FC236}">
                <a16:creationId xmlns:a16="http://schemas.microsoft.com/office/drawing/2014/main" id="{BB355941-941F-E360-96D0-A2BA22FB5E23}"/>
              </a:ext>
            </a:extLst>
          </p:cNvPr>
          <p:cNvSpPr/>
          <p:nvPr/>
        </p:nvSpPr>
        <p:spPr>
          <a:xfrm>
            <a:off x="2399957" y="3881393"/>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2" name="Ellipse 251">
            <a:extLst>
              <a:ext uri="{FF2B5EF4-FFF2-40B4-BE49-F238E27FC236}">
                <a16:creationId xmlns:a16="http://schemas.microsoft.com/office/drawing/2014/main" id="{4CE95F8C-8D14-CD21-E7F1-BA469FB44380}"/>
              </a:ext>
            </a:extLst>
          </p:cNvPr>
          <p:cNvSpPr/>
          <p:nvPr/>
        </p:nvSpPr>
        <p:spPr>
          <a:xfrm>
            <a:off x="5235114" y="3911735"/>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4" name="Ellipse 253">
            <a:extLst>
              <a:ext uri="{FF2B5EF4-FFF2-40B4-BE49-F238E27FC236}">
                <a16:creationId xmlns:a16="http://schemas.microsoft.com/office/drawing/2014/main" id="{CE2F7DC4-2779-E162-C8C9-764667107446}"/>
              </a:ext>
            </a:extLst>
          </p:cNvPr>
          <p:cNvSpPr/>
          <p:nvPr/>
        </p:nvSpPr>
        <p:spPr>
          <a:xfrm>
            <a:off x="9326175" y="3885394"/>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6" name="Ellipse 255">
            <a:extLst>
              <a:ext uri="{FF2B5EF4-FFF2-40B4-BE49-F238E27FC236}">
                <a16:creationId xmlns:a16="http://schemas.microsoft.com/office/drawing/2014/main" id="{5C0DAFDB-59D8-5100-1B57-273C92B1316A}"/>
              </a:ext>
            </a:extLst>
          </p:cNvPr>
          <p:cNvSpPr/>
          <p:nvPr/>
        </p:nvSpPr>
        <p:spPr>
          <a:xfrm>
            <a:off x="9134650" y="3904867"/>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8" name="Ellipse 257">
            <a:extLst>
              <a:ext uri="{FF2B5EF4-FFF2-40B4-BE49-F238E27FC236}">
                <a16:creationId xmlns:a16="http://schemas.microsoft.com/office/drawing/2014/main" id="{F6EDE018-98C6-AADD-73CE-0703B0BAF9DC}"/>
              </a:ext>
            </a:extLst>
          </p:cNvPr>
          <p:cNvSpPr/>
          <p:nvPr/>
        </p:nvSpPr>
        <p:spPr>
          <a:xfrm>
            <a:off x="7783644" y="3892866"/>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0" name="ZoneTexte 259">
            <a:extLst>
              <a:ext uri="{FF2B5EF4-FFF2-40B4-BE49-F238E27FC236}">
                <a16:creationId xmlns:a16="http://schemas.microsoft.com/office/drawing/2014/main" id="{8EB81805-722A-2CF2-C112-8D19BFC20B8B}"/>
              </a:ext>
            </a:extLst>
          </p:cNvPr>
          <p:cNvSpPr txBox="1"/>
          <p:nvPr/>
        </p:nvSpPr>
        <p:spPr>
          <a:xfrm>
            <a:off x="837850" y="899161"/>
            <a:ext cx="10805957" cy="954300"/>
          </a:xfrm>
          <a:prstGeom prst="rect">
            <a:avLst/>
          </a:prstGeom>
          <a:noFill/>
        </p:spPr>
        <p:txBody>
          <a:bodyPr wrap="square">
            <a:spAutoFit/>
          </a:bodyPr>
          <a:lstStyle/>
          <a:p>
            <a:pPr marL="609585" lvl="1" indent="0" fontAlgn="base">
              <a:buNone/>
            </a:pPr>
            <a:r>
              <a:rPr lang="fr-FR" sz="1867" dirty="0">
                <a:solidFill>
                  <a:srgbClr val="000000"/>
                </a:solidFill>
                <a:latin typeface="+mn-lt"/>
              </a:rPr>
              <a:t>→ GT très actif et animé, en phase avec la concertation</a:t>
            </a:r>
          </a:p>
          <a:p>
            <a:pPr marL="609585" lvl="1" fontAlgn="base"/>
            <a:r>
              <a:rPr lang="fr-FR" sz="1867" dirty="0">
                <a:solidFill>
                  <a:srgbClr val="000000"/>
                </a:solidFill>
              </a:rPr>
              <a:t>→ Beaucoup d’échanges par mail</a:t>
            </a:r>
          </a:p>
          <a:p>
            <a:pPr marL="609585" lvl="1" fontAlgn="base"/>
            <a:endParaRPr lang="fr-FR" sz="1867" dirty="0">
              <a:solidFill>
                <a:srgbClr val="000000"/>
              </a:solidFill>
            </a:endParaRPr>
          </a:p>
        </p:txBody>
      </p:sp>
      <p:sp>
        <p:nvSpPr>
          <p:cNvPr id="4" name="Espace réservé du pied de page 3">
            <a:extLst>
              <a:ext uri="{FF2B5EF4-FFF2-40B4-BE49-F238E27FC236}">
                <a16:creationId xmlns:a16="http://schemas.microsoft.com/office/drawing/2014/main" id="{3E50713C-B371-79B1-04E7-53CDD99918F2}"/>
              </a:ext>
            </a:extLst>
          </p:cNvPr>
          <p:cNvSpPr>
            <a:spLocks noGrp="1"/>
          </p:cNvSpPr>
          <p:nvPr>
            <p:ph type="ftr" sz="quarter" idx="3"/>
          </p:nvPr>
        </p:nvSpPr>
        <p:spPr/>
        <p:txBody>
          <a:bodyPr/>
          <a:lstStyle/>
          <a:p>
            <a:endParaRPr lang="fr-FR"/>
          </a:p>
        </p:txBody>
      </p:sp>
      <p:sp>
        <p:nvSpPr>
          <p:cNvPr id="15" name="Espace réservé du pied de page 10">
            <a:extLst>
              <a:ext uri="{FF2B5EF4-FFF2-40B4-BE49-F238E27FC236}">
                <a16:creationId xmlns:a16="http://schemas.microsoft.com/office/drawing/2014/main" id="{12229B0F-BBE8-E425-8502-A0086A648641}"/>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Tree>
    <p:extLst>
      <p:ext uri="{BB962C8B-B14F-4D97-AF65-F5344CB8AC3E}">
        <p14:creationId xmlns:p14="http://schemas.microsoft.com/office/powerpoint/2010/main" val="2377079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2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2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3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0"/>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3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7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74"/>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20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1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14"/>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20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7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96"/>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220"/>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221"/>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250"/>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246"/>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248"/>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236"/>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258"/>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242"/>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240"/>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252"/>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244"/>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238"/>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256"/>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254"/>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234"/>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84"/>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82"/>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24"/>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122"/>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76"/>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80"/>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198"/>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222"/>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223"/>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2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 grpId="0" animBg="1"/>
      <p:bldP spid="13" grpId="0"/>
      <p:bldP spid="18" grpId="0"/>
      <p:bldP spid="20" grpId="0"/>
      <p:bldP spid="22" grpId="0"/>
      <p:bldP spid="24" grpId="0"/>
      <p:bldP spid="34" grpId="0"/>
      <p:bldP spid="38" grpId="0"/>
      <p:bldP spid="48" grpId="0"/>
      <p:bldP spid="49" grpId="0"/>
      <p:bldP spid="50" grpId="0"/>
      <p:bldP spid="54" grpId="0"/>
      <p:bldP spid="56" grpId="0"/>
      <p:bldP spid="58" grpId="0"/>
      <p:bldP spid="60" grpId="0"/>
      <p:bldP spid="62" grpId="0"/>
      <p:bldP spid="64" grpId="0"/>
      <p:bldP spid="66" grpId="0"/>
      <p:bldP spid="68" grpId="0"/>
      <p:bldP spid="70" grpId="0"/>
      <p:bldP spid="72" grpId="0"/>
      <p:bldP spid="76" grpId="0"/>
      <p:bldP spid="80" grpId="0"/>
      <p:bldP spid="82" grpId="0"/>
      <p:bldP spid="84" grpId="0"/>
      <p:bldP spid="172" grpId="0" animBg="1"/>
      <p:bldP spid="174" grpId="0" animBg="1"/>
      <p:bldP spid="176" grpId="0" animBg="1"/>
      <p:bldP spid="196" grpId="0" animBg="1"/>
      <p:bldP spid="198" grpId="0" animBg="1"/>
      <p:bldP spid="211" grpId="0"/>
      <p:bldP spid="214" grpId="0"/>
      <p:bldP spid="221" grpId="0"/>
      <p:bldP spid="223" grpId="0"/>
      <p:bldP spid="236" grpId="0" animBg="1"/>
      <p:bldP spid="238" grpId="0" animBg="1"/>
      <p:bldP spid="240" grpId="0" animBg="1"/>
      <p:bldP spid="242" grpId="0" animBg="1"/>
      <p:bldP spid="244" grpId="0" animBg="1"/>
      <p:bldP spid="246" grpId="0" animBg="1"/>
      <p:bldP spid="248" grpId="0" animBg="1"/>
      <p:bldP spid="250" grpId="0" animBg="1"/>
      <p:bldP spid="252" grpId="0" animBg="1"/>
      <p:bldP spid="254" grpId="0" animBg="1"/>
      <p:bldP spid="256" grpId="0" animBg="1"/>
      <p:bldP spid="258" grpId="0" animBg="1"/>
      <p:bldP spid="26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D602D-FC77-D996-9B53-4C06FD67009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61699CE-24B4-C15C-4ECA-AA72DD206F7B}"/>
              </a:ext>
            </a:extLst>
          </p:cNvPr>
          <p:cNvSpPr/>
          <p:nvPr/>
        </p:nvSpPr>
        <p:spPr>
          <a:xfrm>
            <a:off x="2268415" y="764931"/>
            <a:ext cx="9231923" cy="63568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Titre 5">
            <a:extLst>
              <a:ext uri="{FF2B5EF4-FFF2-40B4-BE49-F238E27FC236}">
                <a16:creationId xmlns:a16="http://schemas.microsoft.com/office/drawing/2014/main" id="{D6FE931C-FB1A-7FA7-8FC6-B16A8595BC28}"/>
              </a:ext>
            </a:extLst>
          </p:cNvPr>
          <p:cNvSpPr>
            <a:spLocks noGrp="1"/>
          </p:cNvSpPr>
          <p:nvPr>
            <p:ph type="title"/>
          </p:nvPr>
        </p:nvSpPr>
        <p:spPr>
          <a:xfrm>
            <a:off x="792335" y="2769990"/>
            <a:ext cx="11232000" cy="1318019"/>
          </a:xfrm>
        </p:spPr>
        <p:txBody>
          <a:bodyPr/>
          <a:lstStyle/>
          <a:p>
            <a:pPr marL="0" indent="0">
              <a:buNone/>
            </a:pPr>
            <a:r>
              <a:rPr lang="fr-FR" sz="4400" dirty="0">
                <a:solidFill>
                  <a:srgbClr val="000000"/>
                </a:solidFill>
              </a:rPr>
              <a:t>Standard et son </a:t>
            </a:r>
            <a:r>
              <a:rPr lang="fr-FR" sz="4400" dirty="0" err="1">
                <a:solidFill>
                  <a:srgbClr val="000000"/>
                </a:solidFill>
              </a:rPr>
              <a:t>écosytème</a:t>
            </a:r>
            <a:r>
              <a:rPr lang="fr-FR" sz="4400" dirty="0">
                <a:solidFill>
                  <a:srgbClr val="000000"/>
                </a:solidFill>
              </a:rPr>
              <a:t> </a:t>
            </a:r>
            <a:endParaRPr lang="fr-FR" dirty="0"/>
          </a:p>
        </p:txBody>
      </p:sp>
      <p:sp>
        <p:nvSpPr>
          <p:cNvPr id="4" name="Espace réservé du numéro de diapositive 3">
            <a:extLst>
              <a:ext uri="{FF2B5EF4-FFF2-40B4-BE49-F238E27FC236}">
                <a16:creationId xmlns:a16="http://schemas.microsoft.com/office/drawing/2014/main" id="{EDA3CE93-3721-F160-55B3-2AA10E7CBD89}"/>
              </a:ext>
            </a:extLst>
          </p:cNvPr>
          <p:cNvSpPr>
            <a:spLocks noGrp="1"/>
          </p:cNvSpPr>
          <p:nvPr>
            <p:ph type="sldNum" sz="quarter" idx="12"/>
          </p:nvPr>
        </p:nvSpPr>
        <p:spPr/>
        <p:txBody>
          <a:bodyPr/>
          <a:lstStyle/>
          <a:p>
            <a:fld id="{733122C9-A0B9-462F-8757-0847AD287B63}" type="slidenum">
              <a:rPr lang="fr-FR" smtClean="0"/>
              <a:pPr/>
              <a:t>14</a:t>
            </a:fld>
            <a:endParaRPr lang="fr-FR" dirty="0"/>
          </a:p>
        </p:txBody>
      </p:sp>
      <p:sp>
        <p:nvSpPr>
          <p:cNvPr id="11" name="Espace réservé du pied de page 10">
            <a:extLst>
              <a:ext uri="{FF2B5EF4-FFF2-40B4-BE49-F238E27FC236}">
                <a16:creationId xmlns:a16="http://schemas.microsoft.com/office/drawing/2014/main" id="{3F7B9BBF-D2AF-58B9-1DC8-356AC265AB71}"/>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pic>
        <p:nvPicPr>
          <p:cNvPr id="7" name="Image 6">
            <a:extLst>
              <a:ext uri="{FF2B5EF4-FFF2-40B4-BE49-F238E27FC236}">
                <a16:creationId xmlns:a16="http://schemas.microsoft.com/office/drawing/2014/main" id="{F774F784-0E99-AC5D-9DC9-61C8DDFEDD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68080" y="2085975"/>
            <a:ext cx="1685620" cy="1685620"/>
          </a:xfrm>
          <a:prstGeom prst="rect">
            <a:avLst/>
          </a:prstGeom>
        </p:spPr>
      </p:pic>
    </p:spTree>
    <p:extLst>
      <p:ext uri="{BB962C8B-B14F-4D97-AF65-F5344CB8AC3E}">
        <p14:creationId xmlns:p14="http://schemas.microsoft.com/office/powerpoint/2010/main" val="101419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A42E6-0215-13F9-9AF3-41B426EDA85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51F7F96-B855-9493-2D2C-EA27FB180EC0}"/>
              </a:ext>
            </a:extLst>
          </p:cNvPr>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t>Cas d’usages</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A0E61640-AB93-B433-7043-BC179130E666}"/>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55B831C0-0C8F-D1A8-B839-21E9808F840C}"/>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6" name="Espace réservé du numéro de diapositive 16">
            <a:extLst>
              <a:ext uri="{FF2B5EF4-FFF2-40B4-BE49-F238E27FC236}">
                <a16:creationId xmlns:a16="http://schemas.microsoft.com/office/drawing/2014/main" id="{2A00276B-E3D6-D3DE-A029-27FFC9C68922}"/>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15</a:t>
            </a:fld>
            <a:endParaRPr lang="fr-FR" sz="1000" b="1" dirty="0"/>
          </a:p>
        </p:txBody>
      </p:sp>
      <p:pic>
        <p:nvPicPr>
          <p:cNvPr id="9" name="Image 8">
            <a:extLst>
              <a:ext uri="{FF2B5EF4-FFF2-40B4-BE49-F238E27FC236}">
                <a16:creationId xmlns:a16="http://schemas.microsoft.com/office/drawing/2014/main" id="{1ACDB0A7-4677-2818-BFC5-877FB39E71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000" y="1404564"/>
            <a:ext cx="5211209" cy="4191102"/>
          </a:xfrm>
          <a:prstGeom prst="rect">
            <a:avLst/>
          </a:prstGeom>
        </p:spPr>
      </p:pic>
      <p:graphicFrame>
        <p:nvGraphicFramePr>
          <p:cNvPr id="10" name="Tableau 9">
            <a:extLst>
              <a:ext uri="{FF2B5EF4-FFF2-40B4-BE49-F238E27FC236}">
                <a16:creationId xmlns:a16="http://schemas.microsoft.com/office/drawing/2014/main" id="{E7B71E73-5897-B5A6-3CEC-402F224BD5F7}"/>
              </a:ext>
            </a:extLst>
          </p:cNvPr>
          <p:cNvGraphicFramePr>
            <a:graphicFrameLocks noGrp="1"/>
          </p:cNvGraphicFramePr>
          <p:nvPr>
            <p:extLst>
              <p:ext uri="{D42A27DB-BD31-4B8C-83A1-F6EECF244321}">
                <p14:modId xmlns:p14="http://schemas.microsoft.com/office/powerpoint/2010/main" val="702489786"/>
              </p:ext>
            </p:extLst>
          </p:nvPr>
        </p:nvGraphicFramePr>
        <p:xfrm>
          <a:off x="420209" y="1141565"/>
          <a:ext cx="4812694" cy="2827212"/>
        </p:xfrm>
        <a:graphic>
          <a:graphicData uri="http://schemas.openxmlformats.org/drawingml/2006/table">
            <a:tbl>
              <a:tblPr>
                <a:tableStyleId>{5C22544A-7EE6-4342-B048-85BDC9FD1C3A}</a:tableStyleId>
              </a:tblPr>
              <a:tblGrid>
                <a:gridCol w="1140476">
                  <a:extLst>
                    <a:ext uri="{9D8B030D-6E8A-4147-A177-3AD203B41FA5}">
                      <a16:colId xmlns:a16="http://schemas.microsoft.com/office/drawing/2014/main" val="316471222"/>
                    </a:ext>
                  </a:extLst>
                </a:gridCol>
                <a:gridCol w="3672218">
                  <a:extLst>
                    <a:ext uri="{9D8B030D-6E8A-4147-A177-3AD203B41FA5}">
                      <a16:colId xmlns:a16="http://schemas.microsoft.com/office/drawing/2014/main" val="3850514459"/>
                    </a:ext>
                  </a:extLst>
                </a:gridCol>
              </a:tblGrid>
              <a:tr h="596099">
                <a:tc>
                  <a:txBody>
                    <a:bodyPr/>
                    <a:lstStyle/>
                    <a:p>
                      <a:pPr algn="ctr">
                        <a:spcAft>
                          <a:spcPts val="1000"/>
                        </a:spcAft>
                        <a:buNone/>
                      </a:pPr>
                      <a:r>
                        <a:rPr lang="fr-FR" sz="1000">
                          <a:effectLst/>
                        </a:rPr>
                        <a:t>Rôles</a:t>
                      </a:r>
                      <a:endParaRPr lang="fr-FR" sz="1100">
                        <a:effectLst/>
                        <a:latin typeface="Marianne" panose="02000000000000000000" pitchFamily="50" charset="0"/>
                        <a:ea typeface="Marianne" panose="02000000000000000000" pitchFamily="50" charset="0"/>
                        <a:cs typeface="Marianne" panose="02000000000000000000" pitchFamily="50" charset="0"/>
                      </a:endParaRPr>
                    </a:p>
                  </a:txBody>
                  <a:tcPr marL="34925" marR="34925" marT="34925" marB="34925" anchor="ctr"/>
                </a:tc>
                <a:tc>
                  <a:txBody>
                    <a:bodyPr/>
                    <a:lstStyle/>
                    <a:p>
                      <a:pPr marL="93345" marR="88900" algn="ctr">
                        <a:spcAft>
                          <a:spcPts val="1000"/>
                        </a:spcAft>
                        <a:buNone/>
                      </a:pPr>
                      <a:r>
                        <a:rPr lang="fr-FR" sz="1000" dirty="0">
                          <a:effectLst/>
                        </a:rPr>
                        <a:t>Caractéristiques</a:t>
                      </a:r>
                      <a:endParaRPr lang="fr-FR" sz="1100" dirty="0">
                        <a:effectLst/>
                        <a:latin typeface="Marianne" panose="02000000000000000000" pitchFamily="50" charset="0"/>
                        <a:ea typeface="Marianne" panose="02000000000000000000" pitchFamily="50" charset="0"/>
                        <a:cs typeface="Marianne" panose="02000000000000000000" pitchFamily="50" charset="0"/>
                      </a:endParaRPr>
                    </a:p>
                  </a:txBody>
                  <a:tcPr marL="0" marR="0" marT="0" marB="0" anchor="ctr"/>
                </a:tc>
                <a:extLst>
                  <a:ext uri="{0D108BD9-81ED-4DB2-BD59-A6C34878D82A}">
                    <a16:rowId xmlns:a16="http://schemas.microsoft.com/office/drawing/2014/main" val="1983807993"/>
                  </a:ext>
                </a:extLst>
              </a:tr>
              <a:tr h="817507">
                <a:tc>
                  <a:txBody>
                    <a:bodyPr/>
                    <a:lstStyle/>
                    <a:p>
                      <a:pPr marL="55245" marR="51435" algn="r">
                        <a:spcAft>
                          <a:spcPts val="1000"/>
                        </a:spcAft>
                        <a:buNone/>
                      </a:pPr>
                      <a:r>
                        <a:rPr lang="fr-FR" sz="1000">
                          <a:effectLst/>
                        </a:rPr>
                        <a:t>Producteur </a:t>
                      </a:r>
                      <a:endParaRPr lang="fr-FR" sz="1100">
                        <a:effectLst/>
                        <a:latin typeface="Marianne" panose="02000000000000000000" pitchFamily="50" charset="0"/>
                        <a:ea typeface="Marianne" panose="02000000000000000000" pitchFamily="50" charset="0"/>
                        <a:cs typeface="Marianne" panose="02000000000000000000" pitchFamily="50" charset="0"/>
                      </a:endParaRPr>
                    </a:p>
                  </a:txBody>
                  <a:tcPr marL="34925" marR="34925" marT="34925" marB="34925"/>
                </a:tc>
                <a:tc>
                  <a:txBody>
                    <a:bodyPr/>
                    <a:lstStyle/>
                    <a:p>
                      <a:pPr marL="93345" marR="88900" algn="just">
                        <a:spcAft>
                          <a:spcPts val="1000"/>
                        </a:spcAft>
                        <a:buNone/>
                      </a:pPr>
                      <a:r>
                        <a:rPr lang="fr-FR" sz="1000" dirty="0">
                          <a:effectLst/>
                        </a:rPr>
                        <a:t>Crée les données de dessertes et d’infrastructure et/ou qualifie le réseau de dessertes existant.</a:t>
                      </a:r>
                      <a:endParaRPr lang="fr-FR" sz="1100" dirty="0">
                        <a:effectLst/>
                        <a:latin typeface="Marianne" panose="02000000000000000000" pitchFamily="50" charset="0"/>
                        <a:ea typeface="Marianne" panose="02000000000000000000" pitchFamily="50" charset="0"/>
                        <a:cs typeface="Marianne" panose="02000000000000000000" pitchFamily="50" charset="0"/>
                      </a:endParaRPr>
                    </a:p>
                  </a:txBody>
                  <a:tcPr marL="0" marR="0" marT="0" marB="0"/>
                </a:tc>
                <a:extLst>
                  <a:ext uri="{0D108BD9-81ED-4DB2-BD59-A6C34878D82A}">
                    <a16:rowId xmlns:a16="http://schemas.microsoft.com/office/drawing/2014/main" val="427843941"/>
                  </a:ext>
                </a:extLst>
              </a:tr>
              <a:tr h="817507">
                <a:tc>
                  <a:txBody>
                    <a:bodyPr/>
                    <a:lstStyle/>
                    <a:p>
                      <a:pPr marL="55245" marR="51435" algn="r">
                        <a:spcAft>
                          <a:spcPts val="1000"/>
                        </a:spcAft>
                        <a:buNone/>
                      </a:pPr>
                      <a:r>
                        <a:rPr lang="fr-FR" sz="1000">
                          <a:effectLst/>
                        </a:rPr>
                        <a:t>Diffuseur</a:t>
                      </a:r>
                      <a:endParaRPr lang="fr-FR" sz="1100">
                        <a:effectLst/>
                        <a:latin typeface="Marianne" panose="02000000000000000000" pitchFamily="50" charset="0"/>
                        <a:ea typeface="Marianne" panose="02000000000000000000" pitchFamily="50" charset="0"/>
                        <a:cs typeface="Marianne" panose="02000000000000000000" pitchFamily="50" charset="0"/>
                      </a:endParaRPr>
                    </a:p>
                  </a:txBody>
                  <a:tcPr marL="34925" marR="34925" marT="34925" marB="34925"/>
                </a:tc>
                <a:tc>
                  <a:txBody>
                    <a:bodyPr/>
                    <a:lstStyle/>
                    <a:p>
                      <a:pPr marL="93345" marR="88900" algn="just">
                        <a:spcAft>
                          <a:spcPts val="1000"/>
                        </a:spcAft>
                        <a:buNone/>
                      </a:pPr>
                      <a:r>
                        <a:rPr lang="fr-FR" sz="1000">
                          <a:effectLst/>
                        </a:rPr>
                        <a:t>Reçoit, vérifie la conformité et met à disposition les données de réseau de dessertes conformes</a:t>
                      </a:r>
                      <a:endParaRPr lang="fr-FR" sz="1100">
                        <a:effectLst/>
                        <a:latin typeface="Marianne" panose="02000000000000000000" pitchFamily="50" charset="0"/>
                        <a:ea typeface="Marianne" panose="02000000000000000000" pitchFamily="50" charset="0"/>
                        <a:cs typeface="Marianne" panose="02000000000000000000" pitchFamily="50" charset="0"/>
                      </a:endParaRPr>
                    </a:p>
                  </a:txBody>
                  <a:tcPr marL="0" marR="0" marT="0" marB="0"/>
                </a:tc>
                <a:extLst>
                  <a:ext uri="{0D108BD9-81ED-4DB2-BD59-A6C34878D82A}">
                    <a16:rowId xmlns:a16="http://schemas.microsoft.com/office/drawing/2014/main" val="2815464377"/>
                  </a:ext>
                </a:extLst>
              </a:tr>
              <a:tr h="596099">
                <a:tc>
                  <a:txBody>
                    <a:bodyPr/>
                    <a:lstStyle/>
                    <a:p>
                      <a:pPr marL="55245" marR="51435" algn="r">
                        <a:spcAft>
                          <a:spcPts val="1000"/>
                        </a:spcAft>
                        <a:buNone/>
                      </a:pPr>
                      <a:r>
                        <a:rPr lang="fr-FR" sz="1000">
                          <a:effectLst/>
                        </a:rPr>
                        <a:t>Utilisateur</a:t>
                      </a:r>
                      <a:endParaRPr lang="fr-FR" sz="1100">
                        <a:effectLst/>
                        <a:latin typeface="Marianne" panose="02000000000000000000" pitchFamily="50" charset="0"/>
                        <a:ea typeface="Marianne" panose="02000000000000000000" pitchFamily="50" charset="0"/>
                        <a:cs typeface="Marianne" panose="02000000000000000000" pitchFamily="50" charset="0"/>
                      </a:endParaRPr>
                    </a:p>
                  </a:txBody>
                  <a:tcPr marL="34925" marR="34925" marT="34925" marB="34925"/>
                </a:tc>
                <a:tc>
                  <a:txBody>
                    <a:bodyPr/>
                    <a:lstStyle/>
                    <a:p>
                      <a:pPr marL="93345" marR="88900" algn="just">
                        <a:spcAft>
                          <a:spcPts val="1000"/>
                        </a:spcAft>
                        <a:buNone/>
                      </a:pPr>
                      <a:r>
                        <a:rPr lang="fr-FR" sz="1000" dirty="0">
                          <a:effectLst/>
                        </a:rPr>
                        <a:t>Appelle et consomme les données de réseau de dessertes</a:t>
                      </a:r>
                      <a:endParaRPr lang="fr-FR" sz="1100" dirty="0">
                        <a:effectLst/>
                        <a:latin typeface="Marianne" panose="02000000000000000000" pitchFamily="50" charset="0"/>
                        <a:ea typeface="Marianne" panose="02000000000000000000" pitchFamily="50" charset="0"/>
                        <a:cs typeface="Marianne" panose="02000000000000000000" pitchFamily="50" charset="0"/>
                      </a:endParaRPr>
                    </a:p>
                  </a:txBody>
                  <a:tcPr marL="0" marR="0" marT="0" marB="0"/>
                </a:tc>
                <a:extLst>
                  <a:ext uri="{0D108BD9-81ED-4DB2-BD59-A6C34878D82A}">
                    <a16:rowId xmlns:a16="http://schemas.microsoft.com/office/drawing/2014/main" val="1074420213"/>
                  </a:ext>
                </a:extLst>
              </a:tr>
            </a:tbl>
          </a:graphicData>
        </a:graphic>
      </p:graphicFrame>
      <p:sp>
        <p:nvSpPr>
          <p:cNvPr id="11" name="Espace réservé du pied de page 10">
            <a:extLst>
              <a:ext uri="{FF2B5EF4-FFF2-40B4-BE49-F238E27FC236}">
                <a16:creationId xmlns:a16="http://schemas.microsoft.com/office/drawing/2014/main" id="{0A33D540-3C23-86A5-EAB2-04F369EF8CC6}"/>
              </a:ext>
            </a:extLst>
          </p:cNvPr>
          <p:cNvSpPr>
            <a:spLocks noGrp="1"/>
          </p:cNvSpPr>
          <p:nvPr>
            <p:ph type="ftr" sz="quarter" idx="3"/>
          </p:nvPr>
        </p:nvSpPr>
        <p:spPr/>
        <p:txBody>
          <a:bodyPr/>
          <a:lstStyle/>
          <a:p>
            <a:endParaRPr lang="fr-FR"/>
          </a:p>
        </p:txBody>
      </p:sp>
      <p:sp>
        <p:nvSpPr>
          <p:cNvPr id="17" name="Espace réservé du pied de page 10">
            <a:extLst>
              <a:ext uri="{FF2B5EF4-FFF2-40B4-BE49-F238E27FC236}">
                <a16:creationId xmlns:a16="http://schemas.microsoft.com/office/drawing/2014/main" id="{9EBBA6CF-1382-2073-D663-997C1879B50A}"/>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
        <p:nvSpPr>
          <p:cNvPr id="7" name="ZoneTexte 6">
            <a:extLst>
              <a:ext uri="{FF2B5EF4-FFF2-40B4-BE49-F238E27FC236}">
                <a16:creationId xmlns:a16="http://schemas.microsoft.com/office/drawing/2014/main" id="{4E0C73C5-B51C-484B-69C8-8773664085E0}"/>
              </a:ext>
            </a:extLst>
          </p:cNvPr>
          <p:cNvSpPr txBox="1"/>
          <p:nvPr/>
        </p:nvSpPr>
        <p:spPr>
          <a:xfrm>
            <a:off x="384850" y="4280596"/>
            <a:ext cx="5451805" cy="1695849"/>
          </a:xfrm>
          <a:prstGeom prst="rect">
            <a:avLst/>
          </a:prstGeom>
          <a:noFill/>
        </p:spPr>
        <p:txBody>
          <a:bodyPr wrap="square">
            <a:spAutoFit/>
          </a:bodyPr>
          <a:lstStyle/>
          <a:p>
            <a:pPr indent="-217599"/>
            <a:r>
              <a:rPr lang="fr-FR" sz="1870" b="1" dirty="0">
                <a:solidFill>
                  <a:schemeClr val="tx1"/>
                </a:solidFill>
                <a:latin typeface="+mn-lt"/>
              </a:rPr>
              <a:t>Ce que le standard ne contient pas :</a:t>
            </a:r>
          </a:p>
          <a:p>
            <a:pPr marL="717973" lvl="1" indent="-285750">
              <a:buFont typeface="Arial" panose="020B0604020202020204" pitchFamily="34" charset="0"/>
              <a:buChar char="•"/>
            </a:pPr>
            <a:r>
              <a:rPr lang="fr-FR" sz="1670" dirty="0">
                <a:latin typeface="+mn-lt"/>
              </a:rPr>
              <a:t>refonte des systèmes métiers</a:t>
            </a:r>
          </a:p>
          <a:p>
            <a:pPr marL="717973" lvl="1" indent="-285750">
              <a:buFont typeface="Arial" panose="020B0604020202020204" pitchFamily="34" charset="0"/>
              <a:buChar char="•"/>
            </a:pPr>
            <a:r>
              <a:rPr lang="fr-FR" sz="1670" dirty="0">
                <a:latin typeface="+mn-lt"/>
              </a:rPr>
              <a:t> refonte BD NexSIS</a:t>
            </a:r>
          </a:p>
          <a:p>
            <a:pPr marL="717973" lvl="1" indent="-285750">
              <a:buFont typeface="Arial" panose="020B0604020202020204" pitchFamily="34" charset="0"/>
              <a:buChar char="•"/>
            </a:pPr>
            <a:r>
              <a:rPr lang="fr-FR" sz="1670" dirty="0"/>
              <a:t>o</a:t>
            </a:r>
            <a:r>
              <a:rPr lang="fr-FR" sz="1670" dirty="0">
                <a:latin typeface="+mn-lt"/>
              </a:rPr>
              <a:t>bligations concernant les outils et technos</a:t>
            </a:r>
          </a:p>
          <a:p>
            <a:pPr marL="527894" lvl="1" indent="-95671"/>
            <a:endParaRPr lang="fr-FR" sz="1670" dirty="0">
              <a:latin typeface="+mn-lt"/>
            </a:endParaRPr>
          </a:p>
          <a:p>
            <a:pPr indent="-217599"/>
            <a:r>
              <a:rPr lang="fr-FR" sz="1870" b="1" dirty="0">
                <a:solidFill>
                  <a:schemeClr val="tx1"/>
                </a:solidFill>
              </a:rPr>
              <a:t>Objectif → </a:t>
            </a:r>
            <a:r>
              <a:rPr lang="fr-FR" sz="1870" b="1" dirty="0">
                <a:solidFill>
                  <a:srgbClr val="C00000"/>
                </a:solidFill>
              </a:rPr>
              <a:t>Conformité dans l’échange</a:t>
            </a:r>
          </a:p>
        </p:txBody>
      </p:sp>
      <p:sp>
        <p:nvSpPr>
          <p:cNvPr id="8" name="Ellipse 7">
            <a:extLst>
              <a:ext uri="{FF2B5EF4-FFF2-40B4-BE49-F238E27FC236}">
                <a16:creationId xmlns:a16="http://schemas.microsoft.com/office/drawing/2014/main" id="{0A81DF99-4733-05E9-1EE5-37852395F492}"/>
              </a:ext>
            </a:extLst>
          </p:cNvPr>
          <p:cNvSpPr/>
          <p:nvPr/>
        </p:nvSpPr>
        <p:spPr>
          <a:xfrm>
            <a:off x="5821378" y="3864306"/>
            <a:ext cx="2281473" cy="461555"/>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6" name="Connecteur droit avec flèche 15">
            <a:extLst>
              <a:ext uri="{FF2B5EF4-FFF2-40B4-BE49-F238E27FC236}">
                <a16:creationId xmlns:a16="http://schemas.microsoft.com/office/drawing/2014/main" id="{53B80406-1CA8-A380-1CD1-B358B7B8A2CA}"/>
              </a:ext>
            </a:extLst>
          </p:cNvPr>
          <p:cNvCxnSpPr/>
          <p:nvPr/>
        </p:nvCxnSpPr>
        <p:spPr>
          <a:xfrm flipV="1">
            <a:off x="4879818" y="4325861"/>
            <a:ext cx="1439501" cy="143214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necteur droit avec flèche 17">
            <a:extLst>
              <a:ext uri="{FF2B5EF4-FFF2-40B4-BE49-F238E27FC236}">
                <a16:creationId xmlns:a16="http://schemas.microsoft.com/office/drawing/2014/main" id="{6E1B1782-12F4-0F94-69B4-064CE9FC6B2D}"/>
              </a:ext>
            </a:extLst>
          </p:cNvPr>
          <p:cNvCxnSpPr>
            <a:cxnSpLocks/>
          </p:cNvCxnSpPr>
          <p:nvPr/>
        </p:nvCxnSpPr>
        <p:spPr>
          <a:xfrm>
            <a:off x="7550590" y="1674891"/>
            <a:ext cx="2471596" cy="1407081"/>
          </a:xfrm>
          <a:prstGeom prst="straightConnector1">
            <a:avLst/>
          </a:prstGeom>
          <a:ln w="63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2" name="ZoneTexte 21">
            <a:extLst>
              <a:ext uri="{FF2B5EF4-FFF2-40B4-BE49-F238E27FC236}">
                <a16:creationId xmlns:a16="http://schemas.microsoft.com/office/drawing/2014/main" id="{DD1347D3-ACB3-0ADC-ADBD-C6646C3D8CDA}"/>
              </a:ext>
            </a:extLst>
          </p:cNvPr>
          <p:cNvSpPr txBox="1"/>
          <p:nvPr/>
        </p:nvSpPr>
        <p:spPr>
          <a:xfrm rot="1784393">
            <a:off x="7704499" y="2126886"/>
            <a:ext cx="2326150" cy="276999"/>
          </a:xfrm>
          <a:prstGeom prst="rect">
            <a:avLst/>
          </a:prstGeom>
          <a:noFill/>
        </p:spPr>
        <p:txBody>
          <a:bodyPr wrap="none" rtlCol="0">
            <a:spAutoFit/>
          </a:bodyPr>
          <a:lstStyle/>
          <a:p>
            <a:r>
              <a:rPr lang="fr-FR" sz="1200" dirty="0"/>
              <a:t>Peuvent être le même acteur</a:t>
            </a:r>
          </a:p>
        </p:txBody>
      </p:sp>
      <p:sp>
        <p:nvSpPr>
          <p:cNvPr id="24" name="ZoneTexte 23">
            <a:extLst>
              <a:ext uri="{FF2B5EF4-FFF2-40B4-BE49-F238E27FC236}">
                <a16:creationId xmlns:a16="http://schemas.microsoft.com/office/drawing/2014/main" id="{1E43A182-16A7-4948-2641-BAB747FB34A5}"/>
              </a:ext>
            </a:extLst>
          </p:cNvPr>
          <p:cNvSpPr txBox="1"/>
          <p:nvPr/>
        </p:nvSpPr>
        <p:spPr>
          <a:xfrm>
            <a:off x="10056824" y="5268770"/>
            <a:ext cx="1229760" cy="369332"/>
          </a:xfrm>
          <a:prstGeom prst="rect">
            <a:avLst/>
          </a:prstGeom>
          <a:solidFill>
            <a:schemeClr val="bg1"/>
          </a:solidFill>
        </p:spPr>
        <p:txBody>
          <a:bodyPr wrap="none" rtlCol="0">
            <a:spAutoFit/>
          </a:bodyPr>
          <a:lstStyle/>
          <a:p>
            <a:r>
              <a:rPr lang="fr-FR" dirty="0"/>
              <a:t>BD TOPO</a:t>
            </a:r>
          </a:p>
        </p:txBody>
      </p:sp>
      <p:pic>
        <p:nvPicPr>
          <p:cNvPr id="29" name="Image 28">
            <a:extLst>
              <a:ext uri="{FF2B5EF4-FFF2-40B4-BE49-F238E27FC236}">
                <a16:creationId xmlns:a16="http://schemas.microsoft.com/office/drawing/2014/main" id="{C9B0248D-6822-911C-3AF5-FA7675FCA43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890979" y="178351"/>
            <a:ext cx="963214" cy="963214"/>
          </a:xfrm>
          <a:prstGeom prst="rect">
            <a:avLst/>
          </a:prstGeom>
        </p:spPr>
      </p:pic>
    </p:spTree>
    <p:extLst>
      <p:ext uri="{BB962C8B-B14F-4D97-AF65-F5344CB8AC3E}">
        <p14:creationId xmlns:p14="http://schemas.microsoft.com/office/powerpoint/2010/main" val="3784574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22" grpId="0"/>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9F07E17-3819-8637-B30D-3C181510CF0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58B2EAE-F3E6-9158-CFA1-FB18F0148815}"/>
              </a:ext>
            </a:extLst>
          </p:cNvPr>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latin typeface="+mn-lt"/>
                <a:cs typeface="Arial"/>
              </a:rPr>
              <a:t>Références</a:t>
            </a: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E73B9256-22B2-C49D-3F1A-36BC4CAE11E9}"/>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C1EEE8D6-68A7-00D0-C48D-D6637533192E}"/>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6" name="Espace réservé du numéro de diapositive 16">
            <a:extLst>
              <a:ext uri="{FF2B5EF4-FFF2-40B4-BE49-F238E27FC236}">
                <a16:creationId xmlns:a16="http://schemas.microsoft.com/office/drawing/2014/main" id="{9987B438-520C-B056-546A-2D574C4C65F3}"/>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16</a:t>
            </a:fld>
            <a:endParaRPr lang="fr-FR" sz="1000" b="1" dirty="0"/>
          </a:p>
        </p:txBody>
      </p:sp>
      <p:sp>
        <p:nvSpPr>
          <p:cNvPr id="10" name="ZoneTexte 9">
            <a:extLst>
              <a:ext uri="{FF2B5EF4-FFF2-40B4-BE49-F238E27FC236}">
                <a16:creationId xmlns:a16="http://schemas.microsoft.com/office/drawing/2014/main" id="{BDDE66A0-9100-AAB5-81B3-57250D32DA8F}"/>
              </a:ext>
            </a:extLst>
          </p:cNvPr>
          <p:cNvSpPr txBox="1"/>
          <p:nvPr/>
        </p:nvSpPr>
        <p:spPr>
          <a:xfrm>
            <a:off x="242920" y="835890"/>
            <a:ext cx="11124445" cy="5940088"/>
          </a:xfrm>
          <a:prstGeom prst="rect">
            <a:avLst/>
          </a:prstGeom>
          <a:noFill/>
        </p:spPr>
        <p:txBody>
          <a:bodyPr wrap="square">
            <a:spAutoFit/>
          </a:bodyPr>
          <a:lstStyle/>
          <a:p>
            <a:pPr marL="285750" indent="-285750" algn="just">
              <a:spcAft>
                <a:spcPts val="1000"/>
              </a:spcAft>
              <a:buFont typeface="Arial" panose="020B0604020202020204" pitchFamily="34" charset="0"/>
              <a:buChar char="•"/>
            </a:pPr>
            <a:r>
              <a:rPr lang="fr-FR" sz="1800" dirty="0">
                <a:effectLst/>
                <a:latin typeface="+mn-lt"/>
                <a:ea typeface="Marianne" panose="02000000000000000000" pitchFamily="50" charset="0"/>
                <a:cs typeface="Marianne" panose="02000000000000000000" pitchFamily="50" charset="0"/>
              </a:rPr>
              <a:t>Cadre réglementaire</a:t>
            </a:r>
          </a:p>
          <a:p>
            <a:pPr marL="742950" lvl="1" indent="-285750">
              <a:buFont typeface="Arial" panose="020B0604020202020204" pitchFamily="34" charset="0"/>
              <a:buChar char="•"/>
            </a:pPr>
            <a:r>
              <a:rPr lang="fr-FR" dirty="0"/>
              <a:t>code de la route (</a:t>
            </a:r>
            <a:r>
              <a:rPr lang="fr-FR" u="sng" dirty="0">
                <a:hlinkClick r:id="rId5"/>
              </a:rPr>
              <a:t>Livre IV, Titre III, Chapitre III, Section 4</a:t>
            </a:r>
            <a:r>
              <a:rPr lang="fr-FR" dirty="0"/>
              <a:t> : Transports de bois ronds - Articles R433-9 à R433-16) ;</a:t>
            </a:r>
            <a:endParaRPr lang="fr-FR" sz="2400" dirty="0"/>
          </a:p>
          <a:p>
            <a:pPr marL="742950" lvl="1" indent="-285750">
              <a:buFont typeface="Arial" panose="020B0604020202020204" pitchFamily="34" charset="0"/>
              <a:buChar char="•"/>
            </a:pPr>
            <a:r>
              <a:rPr lang="fr-FR" dirty="0"/>
              <a:t>schéma départemental d’accès à la ressource forestière (</a:t>
            </a:r>
            <a:r>
              <a:rPr lang="fr-FR" u="sng" dirty="0">
                <a:hlinkClick r:id="rId6"/>
              </a:rPr>
              <a:t>article L153-8 du Code Forestier</a:t>
            </a:r>
            <a:r>
              <a:rPr lang="fr-FR" sz="2400" dirty="0"/>
              <a:t>)</a:t>
            </a:r>
            <a:r>
              <a:rPr lang="fr-FR" dirty="0"/>
              <a:t>, complété pour sa partie DFCI par la </a:t>
            </a:r>
            <a:r>
              <a:rPr lang="fr-FR" u="sng" dirty="0">
                <a:hlinkClick r:id="rId7"/>
              </a:rPr>
              <a:t>Loi n° 2023-580</a:t>
            </a:r>
            <a:r>
              <a:rPr lang="fr-FR" dirty="0"/>
              <a:t> visant à renforcer la prévention et la lutte contre l’intensification et l’extension du risque incendie ;</a:t>
            </a:r>
            <a:endParaRPr lang="fr-FR" sz="2400" dirty="0"/>
          </a:p>
          <a:p>
            <a:pPr marL="742950" lvl="1" indent="-285750">
              <a:buFont typeface="Arial" panose="020B0604020202020204" pitchFamily="34" charset="0"/>
              <a:buChar char="•"/>
            </a:pPr>
            <a:r>
              <a:rPr lang="fr-FR" u="sng" dirty="0">
                <a:hlinkClick r:id="rId8"/>
              </a:rPr>
              <a:t>article L153-9</a:t>
            </a:r>
            <a:r>
              <a:rPr lang="fr-FR" dirty="0"/>
              <a:t>, ajoutant au Schéma une cartographie des dessertes en forêt ;</a:t>
            </a:r>
            <a:endParaRPr lang="fr-FR" sz="2400" dirty="0"/>
          </a:p>
          <a:p>
            <a:pPr marL="742950" lvl="1" indent="-285750">
              <a:buFont typeface="Arial" panose="020B0604020202020204" pitchFamily="34" charset="0"/>
              <a:buChar char="•"/>
            </a:pPr>
            <a:r>
              <a:rPr lang="fr-FR" u="sng" dirty="0">
                <a:hlinkClick r:id="rId9"/>
              </a:rPr>
              <a:t>article L132-1 à L132-3</a:t>
            </a:r>
            <a:r>
              <a:rPr lang="fr-FR" dirty="0"/>
              <a:t> définissant les mesures applicables aux bois et forêts classées à « risque incendie » ;</a:t>
            </a:r>
            <a:endParaRPr lang="fr-FR" sz="2400" dirty="0"/>
          </a:p>
          <a:p>
            <a:pPr marL="742950" lvl="1" indent="-285750">
              <a:buFont typeface="Arial" panose="020B0604020202020204" pitchFamily="34" charset="0"/>
              <a:buChar char="•"/>
            </a:pPr>
            <a:r>
              <a:rPr lang="fr-FR" u="sng" dirty="0">
                <a:hlinkClick r:id="rId10"/>
              </a:rPr>
              <a:t>article L134-2</a:t>
            </a:r>
            <a:r>
              <a:rPr lang="fr-FR" dirty="0"/>
              <a:t> précisant les servitudes de voies DFCI.</a:t>
            </a:r>
            <a:endParaRPr lang="fr-FR" sz="2400" dirty="0"/>
          </a:p>
          <a:p>
            <a:pPr algn="just">
              <a:spcAft>
                <a:spcPts val="1000"/>
              </a:spcAft>
            </a:pPr>
            <a:endParaRPr lang="fr-FR" sz="1800" dirty="0">
              <a:effectLst/>
              <a:latin typeface="+mn-lt"/>
              <a:ea typeface="Marianne" panose="02000000000000000000" pitchFamily="50" charset="0"/>
              <a:cs typeface="Marianne" panose="02000000000000000000" pitchFamily="50" charset="0"/>
            </a:endParaRPr>
          </a:p>
          <a:p>
            <a:pPr marL="285750" indent="-285750" algn="just">
              <a:spcAft>
                <a:spcPts val="1000"/>
              </a:spcAft>
              <a:buFont typeface="Arial" panose="020B0604020202020204" pitchFamily="34" charset="0"/>
              <a:buChar char="•"/>
            </a:pPr>
            <a:r>
              <a:rPr lang="fr-FR" dirty="0">
                <a:ea typeface="Marianne" panose="02000000000000000000" pitchFamily="50" charset="0"/>
                <a:cs typeface="Marianne" panose="02000000000000000000" pitchFamily="50" charset="0"/>
              </a:rPr>
              <a:t>CNIG</a:t>
            </a:r>
            <a:endParaRPr lang="fr-FR" sz="1800" dirty="0">
              <a:effectLst/>
              <a:latin typeface="+mn-lt"/>
              <a:ea typeface="Marianne" panose="02000000000000000000" pitchFamily="50" charset="0"/>
              <a:cs typeface="Marianne" panose="02000000000000000000" pitchFamily="50" charset="0"/>
            </a:endParaRPr>
          </a:p>
          <a:p>
            <a:pPr marL="742950" lvl="1" indent="-285750" algn="just">
              <a:spcAft>
                <a:spcPts val="1000"/>
              </a:spcAft>
              <a:buFont typeface="Arial" panose="020B0604020202020204" pitchFamily="34" charset="0"/>
              <a:buChar char="•"/>
            </a:pPr>
            <a:r>
              <a:rPr lang="fr-FR" dirty="0">
                <a:effectLst/>
                <a:latin typeface="+mn-lt"/>
                <a:ea typeface="Marianne" panose="02000000000000000000" pitchFamily="50" charset="0"/>
                <a:cs typeface="Marianne" panose="02000000000000000000" pitchFamily="50" charset="0"/>
              </a:rPr>
              <a:t>conclusions du </a:t>
            </a:r>
            <a:r>
              <a:rPr lang="fr-FR" u="sng" dirty="0">
                <a:solidFill>
                  <a:schemeClr val="tx1"/>
                </a:solidFill>
                <a:effectLst/>
                <a:latin typeface="+mn-lt"/>
                <a:ea typeface="Marianne" panose="02000000000000000000" pitchFamily="50" charset="0"/>
                <a:cs typeface="Marianne" panose="02000000000000000000" pitchFamily="50" charset="0"/>
                <a:hlinkClick r:id="rId11"/>
              </a:rPr>
              <a:t>groupe de travail du CNIG sur les routes</a:t>
            </a:r>
            <a:r>
              <a:rPr lang="fr-FR" dirty="0">
                <a:effectLst/>
                <a:latin typeface="+mn-lt"/>
                <a:ea typeface="Marianne" panose="02000000000000000000" pitchFamily="50" charset="0"/>
                <a:cs typeface="Marianne" panose="02000000000000000000" pitchFamily="50" charset="0"/>
              </a:rPr>
              <a:t> (Rapport phase 1 version 2.0).</a:t>
            </a:r>
          </a:p>
          <a:p>
            <a:pPr marL="742950" lvl="1" indent="-285750" algn="just">
              <a:spcAft>
                <a:spcPts val="1000"/>
              </a:spcAft>
              <a:buFont typeface="Arial" panose="020B0604020202020204" pitchFamily="34" charset="0"/>
              <a:buChar char="•"/>
            </a:pPr>
            <a:r>
              <a:rPr lang="fr-FR" u="sng" dirty="0">
                <a:solidFill>
                  <a:schemeClr val="tx1"/>
                </a:solidFill>
                <a:effectLst/>
                <a:latin typeface="+mn-lt"/>
                <a:ea typeface="Marianne" panose="02000000000000000000" pitchFamily="50" charset="0"/>
                <a:cs typeface="Marianne" panose="02000000000000000000" pitchFamily="50" charset="0"/>
                <a:hlinkClick r:id="rId12"/>
              </a:rPr>
              <a:t>Standard CNIG Transport Exceptionnel</a:t>
            </a:r>
            <a:r>
              <a:rPr lang="fr-FR" dirty="0">
                <a:effectLst/>
                <a:latin typeface="+mn-lt"/>
                <a:ea typeface="Marianne" panose="02000000000000000000" pitchFamily="50" charset="0"/>
                <a:cs typeface="Marianne" panose="02000000000000000000" pitchFamily="50" charset="0"/>
              </a:rPr>
              <a:t> → ne réintègre pas le périmètre des TE (renvoie au standard et BD TE de l’IGN) </a:t>
            </a:r>
          </a:p>
          <a:p>
            <a:pPr marL="742950" lvl="1" indent="-285750" algn="just">
              <a:spcAft>
                <a:spcPts val="1000"/>
              </a:spcAft>
              <a:buFont typeface="Arial" panose="020B0604020202020204" pitchFamily="34" charset="0"/>
              <a:buChar char="•"/>
            </a:pPr>
            <a:r>
              <a:rPr lang="fr-FR" sz="1800" dirty="0">
                <a:effectLst/>
                <a:latin typeface="+mn-lt"/>
                <a:ea typeface="Marianne" panose="02000000000000000000" pitchFamily="50" charset="0"/>
                <a:cs typeface="Marianne" panose="02000000000000000000" pitchFamily="50" charset="0"/>
              </a:rPr>
              <a:t>Processus </a:t>
            </a:r>
            <a:r>
              <a:rPr lang="fr-FR" dirty="0">
                <a:ea typeface="Marianne" panose="02000000000000000000" pitchFamily="50" charset="0"/>
                <a:cs typeface="Marianne" panose="02000000000000000000" pitchFamily="50" charset="0"/>
              </a:rPr>
              <a:t>→</a:t>
            </a:r>
            <a:r>
              <a:rPr lang="fr-FR" sz="1800" dirty="0">
                <a:effectLst/>
                <a:latin typeface="+mn-lt"/>
                <a:ea typeface="Marianne" panose="02000000000000000000" pitchFamily="50" charset="0"/>
                <a:cs typeface="Marianne" panose="02000000000000000000" pitchFamily="50" charset="0"/>
              </a:rPr>
              <a:t> </a:t>
            </a:r>
            <a:r>
              <a:rPr lang="fr-FR" sz="1800" u="sng" dirty="0">
                <a:solidFill>
                  <a:schemeClr val="tx1"/>
                </a:solidFill>
                <a:effectLst/>
                <a:latin typeface="+mn-lt"/>
                <a:ea typeface="Marianne" panose="02000000000000000000" pitchFamily="50" charset="0"/>
                <a:cs typeface="Marianne" panose="02000000000000000000" pitchFamily="50" charset="0"/>
                <a:hlinkClick r:id="rId13"/>
              </a:rPr>
              <a:t>Fabrique des standards du CNIG</a:t>
            </a:r>
            <a:r>
              <a:rPr lang="fr-FR" sz="1800" u="sng" dirty="0">
                <a:solidFill>
                  <a:schemeClr val="tx1"/>
                </a:solidFill>
                <a:effectLst/>
                <a:latin typeface="+mn-lt"/>
                <a:ea typeface="Marianne" panose="02000000000000000000" pitchFamily="50" charset="0"/>
                <a:cs typeface="Marianne" panose="02000000000000000000" pitchFamily="50" charset="0"/>
              </a:rPr>
              <a:t> </a:t>
            </a:r>
            <a:r>
              <a:rPr lang="fr-FR" sz="1800" dirty="0">
                <a:effectLst/>
                <a:latin typeface="+mn-lt"/>
                <a:ea typeface="Marianne" panose="02000000000000000000" pitchFamily="50" charset="0"/>
                <a:cs typeface="Marianne" panose="02000000000000000000" pitchFamily="50" charset="0"/>
              </a:rPr>
              <a:t>+ recommandations </a:t>
            </a:r>
            <a:r>
              <a:rPr lang="fr-FR" sz="1800" u="sng" dirty="0">
                <a:solidFill>
                  <a:schemeClr val="tx1"/>
                </a:solidFill>
                <a:effectLst/>
                <a:latin typeface="+mn-lt"/>
                <a:ea typeface="Marianne" panose="02000000000000000000" pitchFamily="50" charset="0"/>
                <a:cs typeface="Marianne" panose="02000000000000000000" pitchFamily="50" charset="0"/>
                <a:hlinkClick r:id="rId14"/>
              </a:rPr>
              <a:t>GT </a:t>
            </a:r>
            <a:r>
              <a:rPr lang="fr-FR" sz="1800" u="sng" dirty="0" err="1">
                <a:solidFill>
                  <a:schemeClr val="tx1"/>
                </a:solidFill>
                <a:effectLst/>
                <a:latin typeface="+mn-lt"/>
                <a:ea typeface="Marianne" panose="02000000000000000000" pitchFamily="50" charset="0"/>
                <a:cs typeface="Marianne" panose="02000000000000000000" pitchFamily="50" charset="0"/>
                <a:hlinkClick r:id="rId14"/>
              </a:rPr>
              <a:t>QuaDoGéo</a:t>
            </a:r>
            <a:r>
              <a:rPr lang="fr-FR" sz="1800" dirty="0">
                <a:effectLst/>
                <a:latin typeface="+mn-lt"/>
                <a:ea typeface="Marianne" panose="02000000000000000000" pitchFamily="50" charset="0"/>
                <a:cs typeface="Marianne" panose="02000000000000000000" pitchFamily="50" charset="0"/>
              </a:rPr>
              <a:t> et </a:t>
            </a:r>
            <a:r>
              <a:rPr lang="fr-FR" sz="1800" u="sng" dirty="0">
                <a:solidFill>
                  <a:schemeClr val="tx1"/>
                </a:solidFill>
                <a:effectLst/>
                <a:latin typeface="+mn-lt"/>
                <a:ea typeface="Marianne" panose="02000000000000000000" pitchFamily="50" charset="0"/>
                <a:cs typeface="Marianne" panose="02000000000000000000" pitchFamily="50" charset="0"/>
                <a:hlinkClick r:id="rId15"/>
              </a:rPr>
              <a:t>GT Métadonnées</a:t>
            </a:r>
            <a:r>
              <a:rPr lang="fr-FR" sz="1800" dirty="0">
                <a:effectLst/>
                <a:latin typeface="+mn-lt"/>
                <a:ea typeface="Marianne" panose="02000000000000000000" pitchFamily="50" charset="0"/>
                <a:cs typeface="Marianne" panose="02000000000000000000" pitchFamily="50" charset="0"/>
              </a:rPr>
              <a:t>.</a:t>
            </a:r>
          </a:p>
          <a:p>
            <a:pPr lvl="1" algn="just">
              <a:spcAft>
                <a:spcPts val="1000"/>
              </a:spcAft>
            </a:pPr>
            <a:endParaRPr lang="fr-FR" sz="1100" dirty="0">
              <a:effectLst/>
              <a:latin typeface="Marianne" panose="02000000000000000000" pitchFamily="50" charset="0"/>
              <a:ea typeface="Marianne" panose="02000000000000000000" pitchFamily="50" charset="0"/>
              <a:cs typeface="Marianne" panose="02000000000000000000" pitchFamily="50" charset="0"/>
            </a:endParaRPr>
          </a:p>
        </p:txBody>
      </p:sp>
      <p:sp>
        <p:nvSpPr>
          <p:cNvPr id="11" name="Espace réservé du pied de page 10">
            <a:extLst>
              <a:ext uri="{FF2B5EF4-FFF2-40B4-BE49-F238E27FC236}">
                <a16:creationId xmlns:a16="http://schemas.microsoft.com/office/drawing/2014/main" id="{C722802A-5B6F-02C5-42A6-B68AF184DE56}"/>
              </a:ext>
            </a:extLst>
          </p:cNvPr>
          <p:cNvSpPr>
            <a:spLocks noGrp="1"/>
          </p:cNvSpPr>
          <p:nvPr>
            <p:ph type="ftr" sz="quarter" idx="3"/>
          </p:nvPr>
        </p:nvSpPr>
        <p:spPr/>
        <p:txBody>
          <a:bodyPr/>
          <a:lstStyle/>
          <a:p>
            <a:endParaRPr lang="fr-FR"/>
          </a:p>
        </p:txBody>
      </p:sp>
      <p:sp>
        <p:nvSpPr>
          <p:cNvPr id="17" name="Espace réservé du pied de page 10">
            <a:extLst>
              <a:ext uri="{FF2B5EF4-FFF2-40B4-BE49-F238E27FC236}">
                <a16:creationId xmlns:a16="http://schemas.microsoft.com/office/drawing/2014/main" id="{0D4EDB0E-D114-EF2B-CA2E-F6F76DB49130}"/>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pic>
        <p:nvPicPr>
          <p:cNvPr id="19" name="Image 18">
            <a:extLst>
              <a:ext uri="{FF2B5EF4-FFF2-40B4-BE49-F238E27FC236}">
                <a16:creationId xmlns:a16="http://schemas.microsoft.com/office/drawing/2014/main" id="{E47CFCB7-7551-66D8-13F7-6C4C5C7898E2}"/>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8736899" y="95122"/>
            <a:ext cx="886935" cy="886935"/>
          </a:xfrm>
          <a:prstGeom prst="rect">
            <a:avLst/>
          </a:prstGeom>
        </p:spPr>
      </p:pic>
    </p:spTree>
    <p:extLst>
      <p:ext uri="{BB962C8B-B14F-4D97-AF65-F5344CB8AC3E}">
        <p14:creationId xmlns:p14="http://schemas.microsoft.com/office/powerpoint/2010/main" val="21566156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E8311E9-7272-EBED-927A-AC3371F822D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DB90A9B-33E2-C649-F59A-DF444B7572CE}"/>
              </a:ext>
            </a:extLst>
          </p:cNvPr>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latin typeface="+mn-lt"/>
                <a:cs typeface="Arial"/>
              </a:rPr>
              <a:t>Références</a:t>
            </a: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A73D2F80-A664-6A11-AD45-4EBF89F1E1ED}"/>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81AFD0BB-C263-7A91-796C-48BC90D44DDC}"/>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6" name="Espace réservé du numéro de diapositive 16">
            <a:extLst>
              <a:ext uri="{FF2B5EF4-FFF2-40B4-BE49-F238E27FC236}">
                <a16:creationId xmlns:a16="http://schemas.microsoft.com/office/drawing/2014/main" id="{3D883863-CFC2-1AC7-B7AB-AADB301F30BD}"/>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17</a:t>
            </a:fld>
            <a:endParaRPr lang="fr-FR" sz="1000" b="1" dirty="0"/>
          </a:p>
        </p:txBody>
      </p:sp>
      <p:sp>
        <p:nvSpPr>
          <p:cNvPr id="10" name="ZoneTexte 9">
            <a:extLst>
              <a:ext uri="{FF2B5EF4-FFF2-40B4-BE49-F238E27FC236}">
                <a16:creationId xmlns:a16="http://schemas.microsoft.com/office/drawing/2014/main" id="{D9C073C8-D857-C785-76CE-3EDCC9AB6DC2}"/>
              </a:ext>
            </a:extLst>
          </p:cNvPr>
          <p:cNvSpPr txBox="1"/>
          <p:nvPr/>
        </p:nvSpPr>
        <p:spPr>
          <a:xfrm>
            <a:off x="301027" y="1113867"/>
            <a:ext cx="11124445" cy="4611519"/>
          </a:xfrm>
          <a:prstGeom prst="rect">
            <a:avLst/>
          </a:prstGeom>
          <a:noFill/>
        </p:spPr>
        <p:txBody>
          <a:bodyPr wrap="square">
            <a:spAutoFit/>
          </a:bodyPr>
          <a:lstStyle/>
          <a:p>
            <a:pPr marL="285750" indent="-285750" algn="just">
              <a:spcAft>
                <a:spcPts val="1000"/>
              </a:spcAft>
              <a:buFont typeface="Arial" panose="020B0604020202020204" pitchFamily="34" charset="0"/>
              <a:buChar char="•"/>
            </a:pPr>
            <a:r>
              <a:rPr lang="fr-FR" sz="1800" dirty="0">
                <a:effectLst/>
                <a:latin typeface="+mn-lt"/>
                <a:ea typeface="Marianne" panose="02000000000000000000" pitchFamily="50" charset="0"/>
                <a:cs typeface="Marianne" panose="02000000000000000000" pitchFamily="50" charset="0"/>
              </a:rPr>
              <a:t> </a:t>
            </a:r>
            <a:r>
              <a:rPr lang="fr-FR" sz="1800" dirty="0">
                <a:solidFill>
                  <a:schemeClr val="tx1"/>
                </a:solidFill>
                <a:effectLst/>
                <a:latin typeface="+mn-lt"/>
                <a:ea typeface="Marianne" panose="02000000000000000000" pitchFamily="50" charset="0"/>
                <a:cs typeface="Times New Roman" panose="02020603050405020304" pitchFamily="18" charset="0"/>
              </a:rPr>
              <a:t>Autres référentiels</a:t>
            </a:r>
            <a:r>
              <a:rPr lang="fr-FR" sz="1800" dirty="0">
                <a:effectLst/>
                <a:latin typeface="+mn-lt"/>
                <a:ea typeface="Marianne" panose="02000000000000000000" pitchFamily="50" charset="0"/>
                <a:cs typeface="Times New Roman" panose="02020603050405020304" pitchFamily="18" charset="0"/>
              </a:rPr>
              <a:t> </a:t>
            </a:r>
          </a:p>
          <a:p>
            <a:pPr marL="742950" lvl="1" indent="-285750" algn="just">
              <a:spcAft>
                <a:spcPts val="1000"/>
              </a:spcAft>
              <a:buFont typeface="Arial" panose="020B0604020202020204" pitchFamily="34" charset="0"/>
              <a:buChar char="•"/>
            </a:pPr>
            <a:r>
              <a:rPr lang="fr-FR" dirty="0">
                <a:effectLst/>
                <a:latin typeface="+mn-lt"/>
                <a:ea typeface="Marianne" panose="02000000000000000000" pitchFamily="50" charset="0"/>
                <a:cs typeface="Marianne" panose="02000000000000000000" pitchFamily="50" charset="0"/>
              </a:rPr>
              <a:t>Étudié les rapprochements possibles avec le </a:t>
            </a:r>
            <a:r>
              <a:rPr lang="fr-FR" u="sng" dirty="0">
                <a:solidFill>
                  <a:schemeClr val="tx1"/>
                </a:solidFill>
                <a:effectLst/>
                <a:latin typeface="+mn-lt"/>
                <a:ea typeface="Marianne" panose="02000000000000000000" pitchFamily="50" charset="0"/>
                <a:cs typeface="Cambria Math" panose="02040503050406030204" pitchFamily="18" charset="0"/>
                <a:hlinkClick r:id="rId5"/>
              </a:rPr>
              <a:t>modèle</a:t>
            </a:r>
            <a:r>
              <a:rPr lang="fr-FR" u="sng" dirty="0">
                <a:solidFill>
                  <a:schemeClr val="tx1"/>
                </a:solidFill>
                <a:effectLst/>
                <a:latin typeface="+mn-lt"/>
                <a:ea typeface="Marianne" panose="02000000000000000000" pitchFamily="50" charset="0"/>
                <a:cs typeface="Marianne" panose="02000000000000000000" pitchFamily="50" charset="0"/>
                <a:hlinkClick r:id="rId5"/>
              </a:rPr>
              <a:t> de données AFIGEO pour les points d'eau incendie (PEI</a:t>
            </a:r>
            <a:r>
              <a:rPr lang="fr-FR" u="sng" dirty="0">
                <a:solidFill>
                  <a:schemeClr val="tx1"/>
                </a:solidFill>
                <a:effectLst/>
                <a:latin typeface="+mn-lt"/>
                <a:ea typeface="Marianne" panose="02000000000000000000" pitchFamily="50" charset="0"/>
                <a:cs typeface="Cambria Math" panose="02040503050406030204" pitchFamily="18" charset="0"/>
                <a:hlinkClick r:id="rId5"/>
              </a:rPr>
              <a:t>)</a:t>
            </a:r>
            <a:r>
              <a:rPr lang="fr-FR" dirty="0">
                <a:effectLst/>
                <a:latin typeface="+mn-lt"/>
                <a:ea typeface="Marianne" panose="02000000000000000000" pitchFamily="50" charset="0"/>
                <a:cs typeface="Marianne" panose="02000000000000000000" pitchFamily="50" charset="0"/>
              </a:rPr>
              <a:t>, publié en 2015 par AFIGEO </a:t>
            </a:r>
          </a:p>
          <a:p>
            <a:pPr marL="742950" lvl="1" indent="-285750" algn="just">
              <a:spcAft>
                <a:spcPts val="1000"/>
              </a:spcAft>
              <a:buFont typeface="Arial" panose="020B0604020202020204" pitchFamily="34" charset="0"/>
              <a:buChar char="•"/>
            </a:pPr>
            <a:r>
              <a:rPr lang="fr-FR" dirty="0">
                <a:effectLst/>
                <a:latin typeface="+mn-lt"/>
                <a:ea typeface="Arial" panose="020B0604020202020204" pitchFamily="34" charset="0"/>
                <a:cs typeface="Arial" panose="020B0604020202020204" pitchFamily="34" charset="0"/>
              </a:rPr>
              <a:t>modèle AFIGEO pointe vers le </a:t>
            </a:r>
            <a:r>
              <a:rPr lang="fr-FR" u="sng" dirty="0">
                <a:solidFill>
                  <a:schemeClr val="tx1"/>
                </a:solidFill>
                <a:effectLst/>
                <a:latin typeface="+mn-lt"/>
                <a:ea typeface="Arial" panose="020B0604020202020204" pitchFamily="34" charset="0"/>
                <a:cs typeface="Arial" panose="020B0604020202020204" pitchFamily="34" charset="0"/>
                <a:hlinkClick r:id="rId6"/>
              </a:rPr>
              <a:t>Référentiel national pour la DECI du 15/12/2015</a:t>
            </a:r>
            <a:r>
              <a:rPr lang="fr-FR" dirty="0">
                <a:effectLst/>
                <a:latin typeface="+mn-lt"/>
                <a:ea typeface="Marianne" panose="02000000000000000000" pitchFamily="50" charset="0"/>
                <a:cs typeface="Marianne" panose="02000000000000000000" pitchFamily="50" charset="0"/>
              </a:rPr>
              <a:t> pour la définition de PEI</a:t>
            </a:r>
          </a:p>
          <a:p>
            <a:pPr marL="742950" lvl="1" indent="-285750" algn="just">
              <a:spcAft>
                <a:spcPts val="1000"/>
              </a:spcAft>
              <a:buFont typeface="Arial" panose="020B0604020202020204" pitchFamily="34" charset="0"/>
              <a:buChar char="•"/>
            </a:pPr>
            <a:r>
              <a:rPr lang="fr-FR" dirty="0">
                <a:effectLst/>
                <a:latin typeface="+mn-lt"/>
                <a:ea typeface="Marianne" panose="02000000000000000000" pitchFamily="50" charset="0"/>
                <a:cs typeface="Marianne" panose="02000000000000000000" pitchFamily="50" charset="0"/>
              </a:rPr>
              <a:t>servitudes liées à la DFCI élaborées en concertation et conformité avec le </a:t>
            </a:r>
            <a:r>
              <a:rPr lang="fr-FR" u="sng" dirty="0">
                <a:solidFill>
                  <a:schemeClr val="tx1"/>
                </a:solidFill>
                <a:effectLst/>
                <a:latin typeface="+mn-lt"/>
                <a:ea typeface="Marianne" panose="02000000000000000000" pitchFamily="50" charset="0"/>
                <a:cs typeface="Marianne" panose="02000000000000000000" pitchFamily="50" charset="0"/>
                <a:hlinkClick r:id="rId7"/>
              </a:rPr>
              <a:t>groupe de travail de la DGPE travaillant sur les servitudes</a:t>
            </a:r>
            <a:r>
              <a:rPr lang="fr-FR" dirty="0">
                <a:effectLst/>
                <a:latin typeface="+mn-lt"/>
                <a:ea typeface="Marianne" panose="02000000000000000000" pitchFamily="50" charset="0"/>
                <a:cs typeface="Marianne" panose="02000000000000000000" pitchFamily="50" charset="0"/>
              </a:rPr>
              <a:t> (indépendant du GT CNIG sur les servitudes).</a:t>
            </a:r>
          </a:p>
          <a:p>
            <a:pPr marL="742950" lvl="1" indent="-285750" algn="just">
              <a:spcAft>
                <a:spcPts val="1000"/>
              </a:spcAft>
              <a:buFont typeface="Arial" panose="020B0604020202020204" pitchFamily="34" charset="0"/>
              <a:buChar char="•"/>
            </a:pPr>
            <a:r>
              <a:rPr lang="fr-FR" dirty="0">
                <a:effectLst/>
                <a:latin typeface="+mn-lt"/>
                <a:ea typeface="Marianne" panose="02000000000000000000" pitchFamily="50" charset="0"/>
                <a:cs typeface="Marianne" panose="02000000000000000000" pitchFamily="50" charset="0"/>
              </a:rPr>
              <a:t>Certaines définitions DFCI s’inspirent du </a:t>
            </a:r>
            <a:r>
              <a:rPr lang="fr-FR" u="sng" dirty="0">
                <a:solidFill>
                  <a:schemeClr val="tx1"/>
                </a:solidFill>
                <a:effectLst/>
                <a:latin typeface="+mn-lt"/>
                <a:ea typeface="Marianne" panose="02000000000000000000" pitchFamily="50" charset="0"/>
                <a:cs typeface="Marianne" panose="02000000000000000000" pitchFamily="50" charset="0"/>
                <a:hlinkClick r:id="rId8"/>
              </a:rPr>
              <a:t>Guide des équipements de DFCI de l’aire méditerranéenne (Version du 10 avril 2018)</a:t>
            </a:r>
            <a:r>
              <a:rPr lang="fr-FR" dirty="0">
                <a:effectLst/>
                <a:latin typeface="+mn-lt"/>
                <a:ea typeface="Marianne" panose="02000000000000000000" pitchFamily="50" charset="0"/>
                <a:cs typeface="Marianne" panose="02000000000000000000" pitchFamily="50" charset="0"/>
              </a:rPr>
              <a:t>. </a:t>
            </a:r>
          </a:p>
          <a:p>
            <a:pPr marL="742950" lvl="1" indent="-285750" algn="just">
              <a:spcAft>
                <a:spcPts val="1000"/>
              </a:spcAft>
              <a:buFont typeface="Arial" panose="020B0604020202020204" pitchFamily="34" charset="0"/>
              <a:buChar char="•"/>
            </a:pPr>
            <a:r>
              <a:rPr lang="fr-FR" sz="1800" dirty="0">
                <a:effectLst/>
                <a:latin typeface="+mn-lt"/>
                <a:ea typeface="Marianne" panose="02000000000000000000" pitchFamily="50" charset="0"/>
                <a:cs typeface="Marianne" panose="02000000000000000000" pitchFamily="50" charset="0"/>
              </a:rPr>
              <a:t>Un modèle de données, validé par l’ANSC, pour les pistes DFCI associées à des tronçons de route existait déjà au sein de la BD TOPO (IGN). Nos travaux se sont basés sur les spécifications de l’édition de la BD TOPO de décembre 2025. Nous avons cherché à établir un retour d’expériences sur ces attributs et à les étendre.  Les spécifications de la BD TOPO sont disponibles </a:t>
            </a:r>
            <a:r>
              <a:rPr lang="fr-FR" sz="1800" u="sng" dirty="0">
                <a:solidFill>
                  <a:schemeClr val="tx1"/>
                </a:solidFill>
                <a:effectLst/>
                <a:latin typeface="+mn-lt"/>
                <a:ea typeface="Marianne" panose="02000000000000000000" pitchFamily="50" charset="0"/>
                <a:cs typeface="Marianne" panose="02000000000000000000" pitchFamily="50" charset="0"/>
                <a:hlinkClick r:id="rId9"/>
              </a:rPr>
              <a:t>en ligne</a:t>
            </a:r>
            <a:r>
              <a:rPr lang="fr-FR" sz="1800" dirty="0">
                <a:effectLst/>
                <a:latin typeface="+mn-lt"/>
                <a:ea typeface="Marianne" panose="02000000000000000000" pitchFamily="50" charset="0"/>
                <a:cs typeface="Marianne" panose="02000000000000000000" pitchFamily="50" charset="0"/>
              </a:rPr>
              <a:t>.</a:t>
            </a:r>
            <a:endParaRPr lang="fr-FR" sz="1100" dirty="0">
              <a:effectLst/>
              <a:latin typeface="Marianne" panose="02000000000000000000" pitchFamily="50" charset="0"/>
              <a:ea typeface="Marianne" panose="02000000000000000000" pitchFamily="50" charset="0"/>
              <a:cs typeface="Marianne" panose="02000000000000000000" pitchFamily="50" charset="0"/>
            </a:endParaRPr>
          </a:p>
        </p:txBody>
      </p:sp>
      <p:sp>
        <p:nvSpPr>
          <p:cNvPr id="4" name="Espace réservé du pied de page 3">
            <a:extLst>
              <a:ext uri="{FF2B5EF4-FFF2-40B4-BE49-F238E27FC236}">
                <a16:creationId xmlns:a16="http://schemas.microsoft.com/office/drawing/2014/main" id="{2D75A191-BC76-796E-1924-0C563FF498A4}"/>
              </a:ext>
            </a:extLst>
          </p:cNvPr>
          <p:cNvSpPr>
            <a:spLocks noGrp="1"/>
          </p:cNvSpPr>
          <p:nvPr>
            <p:ph type="ftr" sz="quarter" idx="3"/>
          </p:nvPr>
        </p:nvSpPr>
        <p:spPr/>
        <p:txBody>
          <a:bodyPr/>
          <a:lstStyle/>
          <a:p>
            <a:endParaRPr lang="fr-FR"/>
          </a:p>
        </p:txBody>
      </p:sp>
      <p:sp>
        <p:nvSpPr>
          <p:cNvPr id="11" name="Espace réservé du pied de page 10">
            <a:extLst>
              <a:ext uri="{FF2B5EF4-FFF2-40B4-BE49-F238E27FC236}">
                <a16:creationId xmlns:a16="http://schemas.microsoft.com/office/drawing/2014/main" id="{76F43A60-C952-1A14-2302-C20A538BD58B}"/>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pic>
        <p:nvPicPr>
          <p:cNvPr id="15" name="Image 14">
            <a:extLst>
              <a:ext uri="{FF2B5EF4-FFF2-40B4-BE49-F238E27FC236}">
                <a16:creationId xmlns:a16="http://schemas.microsoft.com/office/drawing/2014/main" id="{DCAC01F7-BD5F-681A-9436-9195F3D392B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736899" y="95122"/>
            <a:ext cx="886935" cy="886935"/>
          </a:xfrm>
          <a:prstGeom prst="rect">
            <a:avLst/>
          </a:prstGeom>
        </p:spPr>
      </p:pic>
    </p:spTree>
    <p:extLst>
      <p:ext uri="{BB962C8B-B14F-4D97-AF65-F5344CB8AC3E}">
        <p14:creationId xmlns:p14="http://schemas.microsoft.com/office/powerpoint/2010/main" val="42869059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DD124-BC3C-F0F4-CFC7-DC274FC3E70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342F225-0499-4D9A-E19E-20E7CD41CDD8}"/>
              </a:ext>
            </a:extLst>
          </p:cNvPr>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t>Catalogue d’objets</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B03DA980-1E40-480C-D27F-47898E5A1CD6}"/>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D4E6B543-4479-805D-11AD-4CFE1DC6C38E}"/>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41538A3B-A0C5-84DD-9152-AAFD608DE217}"/>
              </a:ext>
            </a:extLst>
          </p:cNvPr>
          <p:cNvSpPr>
            <a:spLocks noGrp="1"/>
          </p:cNvSpPr>
          <p:nvPr/>
        </p:nvSpPr>
        <p:spPr>
          <a:xfrm>
            <a:off x="220093" y="1073978"/>
            <a:ext cx="4514870"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base">
              <a:buNone/>
            </a:pPr>
            <a:r>
              <a:rPr lang="fr-FR" sz="1867" b="0" dirty="0">
                <a:solidFill>
                  <a:srgbClr val="000000"/>
                </a:solidFill>
                <a:latin typeface="+mn-lt"/>
              </a:rPr>
              <a:t>Ce standard permet de décrire :</a:t>
            </a:r>
          </a:p>
          <a:p>
            <a:pPr algn="just" fontAlgn="base">
              <a:buFont typeface="Arial" panose="020B0604020202020204" pitchFamily="34" charset="0"/>
              <a:buChar char="•"/>
            </a:pPr>
            <a:r>
              <a:rPr lang="fr-FR" sz="1867" b="0" dirty="0">
                <a:solidFill>
                  <a:srgbClr val="000000"/>
                </a:solidFill>
                <a:latin typeface="+mn-lt"/>
              </a:rPr>
              <a:t>Les </a:t>
            </a:r>
            <a:r>
              <a:rPr lang="fr-FR" sz="1867" dirty="0">
                <a:solidFill>
                  <a:srgbClr val="000000"/>
                </a:solidFill>
                <a:latin typeface="+mn-lt"/>
              </a:rPr>
              <a:t>tronçons de route </a:t>
            </a:r>
            <a:r>
              <a:rPr lang="fr-FR" sz="1867" b="0" dirty="0">
                <a:solidFill>
                  <a:srgbClr val="000000"/>
                </a:solidFill>
                <a:latin typeface="+mn-lt"/>
              </a:rPr>
              <a:t>en forêt utilisables pour le transport de bois et/ou la DFCI</a:t>
            </a:r>
          </a:p>
          <a:p>
            <a:pPr algn="just" fontAlgn="base">
              <a:buFont typeface="Arial" panose="020B0604020202020204" pitchFamily="34" charset="0"/>
              <a:buChar char="•"/>
            </a:pPr>
            <a:r>
              <a:rPr lang="fr-FR" sz="1867" b="0" dirty="0">
                <a:solidFill>
                  <a:srgbClr val="000000"/>
                </a:solidFill>
                <a:latin typeface="+mn-lt"/>
              </a:rPr>
              <a:t>Les </a:t>
            </a:r>
            <a:r>
              <a:rPr lang="fr-FR" sz="1867" dirty="0">
                <a:solidFill>
                  <a:srgbClr val="000000"/>
                </a:solidFill>
                <a:latin typeface="+mn-lt"/>
              </a:rPr>
              <a:t>itinéraires bois ronds </a:t>
            </a:r>
            <a:r>
              <a:rPr lang="fr-FR" sz="1867" b="0" dirty="0">
                <a:solidFill>
                  <a:srgbClr val="000000"/>
                </a:solidFill>
                <a:latin typeface="+mn-lt"/>
              </a:rPr>
              <a:t>(ITBR) autorisés par arrêté préfectoral</a:t>
            </a:r>
          </a:p>
          <a:p>
            <a:pPr algn="just" fontAlgn="base">
              <a:buFont typeface="Arial" panose="020B0604020202020204" pitchFamily="34" charset="0"/>
              <a:buChar char="•"/>
            </a:pPr>
            <a:r>
              <a:rPr lang="fr-FR" sz="1867" b="0" dirty="0">
                <a:solidFill>
                  <a:srgbClr val="000000"/>
                </a:solidFill>
                <a:latin typeface="+mn-lt"/>
              </a:rPr>
              <a:t>Les </a:t>
            </a:r>
            <a:r>
              <a:rPr lang="fr-FR" sz="1867" dirty="0">
                <a:solidFill>
                  <a:srgbClr val="000000"/>
                </a:solidFill>
                <a:latin typeface="+mn-lt"/>
              </a:rPr>
              <a:t>équipements</a:t>
            </a:r>
            <a:r>
              <a:rPr lang="fr-FR" sz="1867" b="0" dirty="0">
                <a:solidFill>
                  <a:srgbClr val="000000"/>
                </a:solidFill>
                <a:latin typeface="+mn-lt"/>
              </a:rPr>
              <a:t> (aires de retournement, places de dépôt, etc.)</a:t>
            </a:r>
          </a:p>
          <a:p>
            <a:pPr algn="just" fontAlgn="base">
              <a:buFont typeface="Arial" panose="020B0604020202020204" pitchFamily="34" charset="0"/>
              <a:buChar char="•"/>
            </a:pPr>
            <a:r>
              <a:rPr lang="fr-FR" sz="1867" b="0" dirty="0">
                <a:solidFill>
                  <a:srgbClr val="000000"/>
                </a:solidFill>
                <a:latin typeface="+mn-lt"/>
              </a:rPr>
              <a:t>Les </a:t>
            </a:r>
            <a:r>
              <a:rPr lang="fr-FR" sz="1867" dirty="0">
                <a:solidFill>
                  <a:srgbClr val="000000"/>
                </a:solidFill>
                <a:latin typeface="+mn-lt"/>
              </a:rPr>
              <a:t>points de contrainte </a:t>
            </a:r>
            <a:r>
              <a:rPr lang="fr-FR" sz="1867" b="0" dirty="0">
                <a:solidFill>
                  <a:srgbClr val="000000"/>
                </a:solidFill>
                <a:latin typeface="+mn-lt"/>
              </a:rPr>
              <a:t>(ponts, pentes fortes, obstacles, etc.)</a:t>
            </a:r>
          </a:p>
          <a:p>
            <a:pPr algn="just" fontAlgn="base">
              <a:buFont typeface="Arial" panose="020B0604020202020204" pitchFamily="34" charset="0"/>
              <a:buChar char="•"/>
            </a:pPr>
            <a:r>
              <a:rPr lang="fr-FR" sz="1867" b="0" dirty="0">
                <a:solidFill>
                  <a:srgbClr val="000000"/>
                </a:solidFill>
                <a:latin typeface="+mn-lt"/>
              </a:rPr>
              <a:t>Les </a:t>
            </a:r>
            <a:r>
              <a:rPr lang="fr-FR" sz="1867" dirty="0">
                <a:solidFill>
                  <a:srgbClr val="000000"/>
                </a:solidFill>
                <a:latin typeface="+mn-lt"/>
              </a:rPr>
              <a:t>ressources en eau </a:t>
            </a:r>
            <a:r>
              <a:rPr lang="fr-FR" sz="1867" b="0" dirty="0">
                <a:solidFill>
                  <a:srgbClr val="000000"/>
                </a:solidFill>
                <a:latin typeface="+mn-lt"/>
              </a:rPr>
              <a:t>mobilisables pour la lutte contre l'incendie</a:t>
            </a:r>
          </a:p>
        </p:txBody>
      </p:sp>
      <p:sp>
        <p:nvSpPr>
          <p:cNvPr id="6" name="Espace réservé du numéro de diapositive 16">
            <a:extLst>
              <a:ext uri="{FF2B5EF4-FFF2-40B4-BE49-F238E27FC236}">
                <a16:creationId xmlns:a16="http://schemas.microsoft.com/office/drawing/2014/main" id="{A4356FFA-15B2-E98D-BA5E-15CBBB39D893}"/>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18</a:t>
            </a:fld>
            <a:endParaRPr lang="fr-FR" sz="1000" b="1" dirty="0"/>
          </a:p>
        </p:txBody>
      </p:sp>
      <p:sp>
        <p:nvSpPr>
          <p:cNvPr id="11" name="Espace réservé du pied de page 10">
            <a:extLst>
              <a:ext uri="{FF2B5EF4-FFF2-40B4-BE49-F238E27FC236}">
                <a16:creationId xmlns:a16="http://schemas.microsoft.com/office/drawing/2014/main" id="{BBBCCDB1-16A2-7E2D-AA90-E4495113AB08}"/>
              </a:ext>
            </a:extLst>
          </p:cNvPr>
          <p:cNvSpPr>
            <a:spLocks noGrp="1"/>
          </p:cNvSpPr>
          <p:nvPr>
            <p:ph type="ftr" sz="quarter" idx="3"/>
          </p:nvPr>
        </p:nvSpPr>
        <p:spPr/>
        <p:txBody>
          <a:bodyPr/>
          <a:lstStyle/>
          <a:p>
            <a:endParaRPr lang="fr-FR"/>
          </a:p>
        </p:txBody>
      </p:sp>
      <p:pic>
        <p:nvPicPr>
          <p:cNvPr id="17" name="Image 16">
            <a:extLst>
              <a:ext uri="{FF2B5EF4-FFF2-40B4-BE49-F238E27FC236}">
                <a16:creationId xmlns:a16="http://schemas.microsoft.com/office/drawing/2014/main" id="{679EEFD8-E767-6913-D198-A7E9BE9EAD49}"/>
              </a:ext>
            </a:extLst>
          </p:cNvPr>
          <p:cNvPicPr>
            <a:picLocks noChangeAspect="1"/>
          </p:cNvPicPr>
          <p:nvPr/>
        </p:nvPicPr>
        <p:blipFill>
          <a:blip r:embed="rId5">
            <a:extLst>
              <a:ext uri="{28A0092B-C50C-407E-A947-70E740481C1C}">
                <a14:useLocalDpi xmlns:a14="http://schemas.microsoft.com/office/drawing/2010/main" val="0"/>
              </a:ext>
            </a:extLst>
          </a:blip>
          <a:srcRect l="2663" t="2636" r="2092" b="2397"/>
          <a:stretch>
            <a:fillRect/>
          </a:stretch>
        </p:blipFill>
        <p:spPr>
          <a:xfrm>
            <a:off x="6201885" y="852939"/>
            <a:ext cx="4300230" cy="5280635"/>
          </a:xfrm>
          <a:prstGeom prst="rect">
            <a:avLst/>
          </a:prstGeom>
        </p:spPr>
      </p:pic>
      <p:sp>
        <p:nvSpPr>
          <p:cNvPr id="19" name="Espace réservé du pied de page 10">
            <a:extLst>
              <a:ext uri="{FF2B5EF4-FFF2-40B4-BE49-F238E27FC236}">
                <a16:creationId xmlns:a16="http://schemas.microsoft.com/office/drawing/2014/main" id="{0852A00C-3DC7-A680-F283-99FEE6932099}"/>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pic>
        <p:nvPicPr>
          <p:cNvPr id="10" name="Image 9">
            <a:extLst>
              <a:ext uri="{FF2B5EF4-FFF2-40B4-BE49-F238E27FC236}">
                <a16:creationId xmlns:a16="http://schemas.microsoft.com/office/drawing/2014/main" id="{09BC45FE-255B-9124-93A6-05B8A857B43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812430" y="218038"/>
            <a:ext cx="959362" cy="959362"/>
          </a:xfrm>
          <a:prstGeom prst="rect">
            <a:avLst/>
          </a:prstGeom>
        </p:spPr>
      </p:pic>
    </p:spTree>
    <p:extLst>
      <p:ext uri="{BB962C8B-B14F-4D97-AF65-F5344CB8AC3E}">
        <p14:creationId xmlns:p14="http://schemas.microsoft.com/office/powerpoint/2010/main" val="19097659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D2719-1445-DCDF-7111-B5A9A704FD6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A5DF049-5C54-9A8C-5B9B-6F3C2635C8C5}"/>
              </a:ext>
            </a:extLst>
          </p:cNvPr>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t>Catalogue d’objets - Linéaire</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D2D0491A-4693-6326-EE81-A3F1B44F8FB2}"/>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D2AC10F8-2F9E-B562-1A2E-E26A9BE638D6}"/>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6" name="Espace réservé du numéro de diapositive 16">
            <a:extLst>
              <a:ext uri="{FF2B5EF4-FFF2-40B4-BE49-F238E27FC236}">
                <a16:creationId xmlns:a16="http://schemas.microsoft.com/office/drawing/2014/main" id="{D54247D4-B221-7CA7-7EA5-D24FA5716023}"/>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19</a:t>
            </a:fld>
            <a:endParaRPr lang="fr-FR" sz="1000" b="1" dirty="0"/>
          </a:p>
        </p:txBody>
      </p:sp>
      <p:sp>
        <p:nvSpPr>
          <p:cNvPr id="8" name="Espace réservé du pied de page 7">
            <a:extLst>
              <a:ext uri="{FF2B5EF4-FFF2-40B4-BE49-F238E27FC236}">
                <a16:creationId xmlns:a16="http://schemas.microsoft.com/office/drawing/2014/main" id="{55FBAB41-B7C4-AE2D-8999-8737AA898A57}"/>
              </a:ext>
            </a:extLst>
          </p:cNvPr>
          <p:cNvSpPr>
            <a:spLocks noGrp="1"/>
          </p:cNvSpPr>
          <p:nvPr>
            <p:ph type="ftr" sz="quarter" idx="3"/>
          </p:nvPr>
        </p:nvSpPr>
        <p:spPr/>
        <p:txBody>
          <a:bodyPr/>
          <a:lstStyle/>
          <a:p>
            <a:endParaRPr lang="fr-FR"/>
          </a:p>
        </p:txBody>
      </p:sp>
      <p:pic>
        <p:nvPicPr>
          <p:cNvPr id="13" name="Image 12">
            <a:extLst>
              <a:ext uri="{FF2B5EF4-FFF2-40B4-BE49-F238E27FC236}">
                <a16:creationId xmlns:a16="http://schemas.microsoft.com/office/drawing/2014/main" id="{08C49CEB-A09C-9049-666B-E03B47E8171B}"/>
              </a:ext>
            </a:extLst>
          </p:cNvPr>
          <p:cNvPicPr>
            <a:picLocks noChangeAspect="1"/>
          </p:cNvPicPr>
          <p:nvPr/>
        </p:nvPicPr>
        <p:blipFill>
          <a:blip r:embed="rId5">
            <a:extLst>
              <a:ext uri="{28A0092B-C50C-407E-A947-70E740481C1C}">
                <a14:useLocalDpi xmlns:a14="http://schemas.microsoft.com/office/drawing/2010/main" val="0"/>
              </a:ext>
            </a:extLst>
          </a:blip>
          <a:srcRect l="2663" t="29338" r="46407" b="25073"/>
          <a:stretch>
            <a:fillRect/>
          </a:stretch>
        </p:blipFill>
        <p:spPr>
          <a:xfrm>
            <a:off x="359778" y="1064081"/>
            <a:ext cx="4977975" cy="5487930"/>
          </a:xfrm>
          <a:prstGeom prst="rect">
            <a:avLst/>
          </a:prstGeom>
        </p:spPr>
      </p:pic>
      <p:pic>
        <p:nvPicPr>
          <p:cNvPr id="16" name="Image 15">
            <a:extLst>
              <a:ext uri="{FF2B5EF4-FFF2-40B4-BE49-F238E27FC236}">
                <a16:creationId xmlns:a16="http://schemas.microsoft.com/office/drawing/2014/main" id="{411EEBF5-E1F1-83DD-E382-90C10DC161AA}"/>
              </a:ext>
            </a:extLst>
          </p:cNvPr>
          <p:cNvPicPr>
            <a:picLocks noChangeAspect="1"/>
          </p:cNvPicPr>
          <p:nvPr/>
        </p:nvPicPr>
        <p:blipFill>
          <a:blip r:embed="rId5">
            <a:extLst>
              <a:ext uri="{28A0092B-C50C-407E-A947-70E740481C1C}">
                <a14:useLocalDpi xmlns:a14="http://schemas.microsoft.com/office/drawing/2010/main" val="0"/>
              </a:ext>
            </a:extLst>
          </a:blip>
          <a:srcRect l="2663" t="76856" r="2092" b="2397"/>
          <a:stretch>
            <a:fillRect/>
          </a:stretch>
        </p:blipFill>
        <p:spPr>
          <a:xfrm>
            <a:off x="5337753" y="1250814"/>
            <a:ext cx="8017486" cy="2199992"/>
          </a:xfrm>
          <a:prstGeom prst="rect">
            <a:avLst/>
          </a:prstGeom>
        </p:spPr>
      </p:pic>
      <p:sp>
        <p:nvSpPr>
          <p:cNvPr id="22" name="Espace réservé du pied de page 10">
            <a:extLst>
              <a:ext uri="{FF2B5EF4-FFF2-40B4-BE49-F238E27FC236}">
                <a16:creationId xmlns:a16="http://schemas.microsoft.com/office/drawing/2014/main" id="{80A0DCD8-95D3-945A-E732-30220F6C99B4}"/>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
        <p:nvSpPr>
          <p:cNvPr id="5" name="ZoneTexte 4">
            <a:extLst>
              <a:ext uri="{FF2B5EF4-FFF2-40B4-BE49-F238E27FC236}">
                <a16:creationId xmlns:a16="http://schemas.microsoft.com/office/drawing/2014/main" id="{4185FDE6-BDA5-80B1-8FE3-3B440ADA335A}"/>
              </a:ext>
            </a:extLst>
          </p:cNvPr>
          <p:cNvSpPr txBox="1"/>
          <p:nvPr/>
        </p:nvSpPr>
        <p:spPr>
          <a:xfrm>
            <a:off x="5816401" y="4555577"/>
            <a:ext cx="6214735" cy="1815882"/>
          </a:xfrm>
          <a:prstGeom prst="rect">
            <a:avLst/>
          </a:prstGeom>
          <a:noFill/>
        </p:spPr>
        <p:txBody>
          <a:bodyPr wrap="square" rtlCol="0">
            <a:spAutoFit/>
          </a:bodyPr>
          <a:lstStyle/>
          <a:p>
            <a:r>
              <a:rPr lang="fr-FR" sz="1600" b="1" dirty="0"/>
              <a:t>Nombreux attributs optionnels :</a:t>
            </a:r>
          </a:p>
          <a:p>
            <a:pPr marL="285750" indent="-285750">
              <a:buFont typeface="Arial" panose="020B0604020202020204" pitchFamily="34" charset="0"/>
              <a:buChar char="•"/>
            </a:pPr>
            <a:r>
              <a:rPr lang="fr-FR" sz="1600" dirty="0"/>
              <a:t>Objectif n’est pas d’être bloquants dans la création d’objets</a:t>
            </a:r>
          </a:p>
          <a:p>
            <a:pPr marL="285750" indent="-285750">
              <a:buFont typeface="Arial" panose="020B0604020202020204" pitchFamily="34" charset="0"/>
              <a:buChar char="•"/>
            </a:pPr>
            <a:r>
              <a:rPr lang="fr-FR" sz="1600" dirty="0"/>
              <a:t>Permet une montée en qualité qui pourra venir dans un 2</a:t>
            </a:r>
            <a:r>
              <a:rPr lang="fr-FR" sz="1600" baseline="30000" dirty="0"/>
              <a:t>ème</a:t>
            </a:r>
            <a:r>
              <a:rPr lang="fr-FR" sz="1600" dirty="0"/>
              <a:t> temps</a:t>
            </a:r>
          </a:p>
          <a:p>
            <a:pPr marL="285750" indent="-285750">
              <a:buFont typeface="Arial" panose="020B0604020202020204" pitchFamily="34" charset="0"/>
              <a:buChar char="•"/>
            </a:pPr>
            <a:r>
              <a:rPr lang="fr-FR" sz="1600" dirty="0"/>
              <a:t>D’autres standards peuvent imposer de rendre certains attributs obligatoires (ex NexSIS, Département, etc.)</a:t>
            </a:r>
          </a:p>
        </p:txBody>
      </p:sp>
      <p:sp>
        <p:nvSpPr>
          <p:cNvPr id="7" name="Accolade fermante 6">
            <a:extLst>
              <a:ext uri="{FF2B5EF4-FFF2-40B4-BE49-F238E27FC236}">
                <a16:creationId xmlns:a16="http://schemas.microsoft.com/office/drawing/2014/main" id="{6DCE2EFB-BA8B-E991-0E30-2A46BBEFCA77}"/>
              </a:ext>
            </a:extLst>
          </p:cNvPr>
          <p:cNvSpPr/>
          <p:nvPr/>
        </p:nvSpPr>
        <p:spPr>
          <a:xfrm>
            <a:off x="4363771" y="4164594"/>
            <a:ext cx="1321806" cy="2315406"/>
          </a:xfrm>
          <a:prstGeom prst="rightBrace">
            <a:avLst>
              <a:gd name="adj1" fmla="val 8333"/>
              <a:gd name="adj2" fmla="val 38335"/>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fr-FR"/>
          </a:p>
        </p:txBody>
      </p:sp>
      <p:sp>
        <p:nvSpPr>
          <p:cNvPr id="9" name="ZoneTexte 8">
            <a:extLst>
              <a:ext uri="{FF2B5EF4-FFF2-40B4-BE49-F238E27FC236}">
                <a16:creationId xmlns:a16="http://schemas.microsoft.com/office/drawing/2014/main" id="{21AFF086-EF70-8DD9-3C0C-B41E6120B6E7}"/>
              </a:ext>
            </a:extLst>
          </p:cNvPr>
          <p:cNvSpPr txBox="1"/>
          <p:nvPr/>
        </p:nvSpPr>
        <p:spPr>
          <a:xfrm>
            <a:off x="8790653" y="2552310"/>
            <a:ext cx="3240483" cy="646331"/>
          </a:xfrm>
          <a:prstGeom prst="rect">
            <a:avLst/>
          </a:prstGeom>
          <a:noFill/>
        </p:spPr>
        <p:txBody>
          <a:bodyPr wrap="square" rtlCol="0">
            <a:spAutoFit/>
          </a:bodyPr>
          <a:lstStyle/>
          <a:p>
            <a:pPr algn="ctr"/>
            <a:r>
              <a:rPr lang="fr-FR" dirty="0"/>
              <a:t>Concernent transporteurs </a:t>
            </a:r>
          </a:p>
          <a:p>
            <a:pPr algn="ctr"/>
            <a:r>
              <a:rPr lang="fr-FR" dirty="0"/>
              <a:t>de bois uniquement</a:t>
            </a:r>
          </a:p>
        </p:txBody>
      </p:sp>
      <p:pic>
        <p:nvPicPr>
          <p:cNvPr id="18" name="Image 17">
            <a:extLst>
              <a:ext uri="{FF2B5EF4-FFF2-40B4-BE49-F238E27FC236}">
                <a16:creationId xmlns:a16="http://schemas.microsoft.com/office/drawing/2014/main" id="{068692F7-6E58-2814-1528-447CD9C548D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812430" y="218038"/>
            <a:ext cx="959362" cy="959362"/>
          </a:xfrm>
          <a:prstGeom prst="rect">
            <a:avLst/>
          </a:prstGeom>
        </p:spPr>
      </p:pic>
    </p:spTree>
    <p:extLst>
      <p:ext uri="{BB962C8B-B14F-4D97-AF65-F5344CB8AC3E}">
        <p14:creationId xmlns:p14="http://schemas.microsoft.com/office/powerpoint/2010/main" val="2528657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AB5BF-A35B-60BC-04FC-3B01EBF6F1F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AB5A802-E941-5434-362F-C29377B154FD}"/>
              </a:ext>
            </a:extLst>
          </p:cNvPr>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t>Catalogue d’objets - Ponctuels</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AD650D6E-3C92-F784-DF52-2C5D0448F6E7}"/>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D8D709A7-71D2-AB51-0E38-A1F18A717C3A}"/>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6" name="Espace réservé du numéro de diapositive 16">
            <a:extLst>
              <a:ext uri="{FF2B5EF4-FFF2-40B4-BE49-F238E27FC236}">
                <a16:creationId xmlns:a16="http://schemas.microsoft.com/office/drawing/2014/main" id="{43A021A3-9450-5EC2-DB35-DD8AF45A60E2}"/>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20</a:t>
            </a:fld>
            <a:endParaRPr lang="fr-FR" sz="1000" b="1" dirty="0"/>
          </a:p>
        </p:txBody>
      </p:sp>
      <p:sp>
        <p:nvSpPr>
          <p:cNvPr id="8" name="Espace réservé du pied de page 7">
            <a:extLst>
              <a:ext uri="{FF2B5EF4-FFF2-40B4-BE49-F238E27FC236}">
                <a16:creationId xmlns:a16="http://schemas.microsoft.com/office/drawing/2014/main" id="{1144AE2B-F476-E4A3-D0F1-C98D8DC67C80}"/>
              </a:ext>
            </a:extLst>
          </p:cNvPr>
          <p:cNvSpPr>
            <a:spLocks noGrp="1"/>
          </p:cNvSpPr>
          <p:nvPr>
            <p:ph type="ftr" sz="quarter" idx="3"/>
          </p:nvPr>
        </p:nvSpPr>
        <p:spPr/>
        <p:txBody>
          <a:bodyPr/>
          <a:lstStyle/>
          <a:p>
            <a:endParaRPr lang="fr-FR"/>
          </a:p>
        </p:txBody>
      </p:sp>
      <p:pic>
        <p:nvPicPr>
          <p:cNvPr id="5" name="Image 4">
            <a:extLst>
              <a:ext uri="{FF2B5EF4-FFF2-40B4-BE49-F238E27FC236}">
                <a16:creationId xmlns:a16="http://schemas.microsoft.com/office/drawing/2014/main" id="{94D2E06E-5438-7789-78B0-E7E2688C2B98}"/>
              </a:ext>
            </a:extLst>
          </p:cNvPr>
          <p:cNvPicPr>
            <a:picLocks noChangeAspect="1"/>
          </p:cNvPicPr>
          <p:nvPr/>
        </p:nvPicPr>
        <p:blipFill>
          <a:blip r:embed="rId5">
            <a:extLst>
              <a:ext uri="{28A0092B-C50C-407E-A947-70E740481C1C}">
                <a14:useLocalDpi xmlns:a14="http://schemas.microsoft.com/office/drawing/2010/main" val="0"/>
              </a:ext>
            </a:extLst>
          </a:blip>
          <a:srcRect l="2663" t="2636" r="38789" b="73790"/>
          <a:stretch>
            <a:fillRect/>
          </a:stretch>
        </p:blipFill>
        <p:spPr>
          <a:xfrm>
            <a:off x="57482" y="707653"/>
            <a:ext cx="5831774" cy="2891979"/>
          </a:xfrm>
          <a:prstGeom prst="rect">
            <a:avLst/>
          </a:prstGeom>
        </p:spPr>
      </p:pic>
      <p:pic>
        <p:nvPicPr>
          <p:cNvPr id="9" name="Image 8">
            <a:extLst>
              <a:ext uri="{FF2B5EF4-FFF2-40B4-BE49-F238E27FC236}">
                <a16:creationId xmlns:a16="http://schemas.microsoft.com/office/drawing/2014/main" id="{1C7C488C-5B31-AC69-92C3-609C0078A6D6}"/>
              </a:ext>
            </a:extLst>
          </p:cNvPr>
          <p:cNvPicPr>
            <a:picLocks noChangeAspect="1"/>
          </p:cNvPicPr>
          <p:nvPr/>
        </p:nvPicPr>
        <p:blipFill>
          <a:blip r:embed="rId5">
            <a:extLst>
              <a:ext uri="{28A0092B-C50C-407E-A947-70E740481C1C}">
                <a14:useLocalDpi xmlns:a14="http://schemas.microsoft.com/office/drawing/2010/main" val="0"/>
              </a:ext>
            </a:extLst>
          </a:blip>
          <a:srcRect l="60809" t="21652" r="4638" b="51036"/>
          <a:stretch>
            <a:fillRect/>
          </a:stretch>
        </p:blipFill>
        <p:spPr>
          <a:xfrm>
            <a:off x="7235133" y="1539462"/>
            <a:ext cx="3524531" cy="3431264"/>
          </a:xfrm>
          <a:prstGeom prst="rect">
            <a:avLst/>
          </a:prstGeom>
        </p:spPr>
      </p:pic>
      <p:pic>
        <p:nvPicPr>
          <p:cNvPr id="15" name="Image 14">
            <a:extLst>
              <a:ext uri="{FF2B5EF4-FFF2-40B4-BE49-F238E27FC236}">
                <a16:creationId xmlns:a16="http://schemas.microsoft.com/office/drawing/2014/main" id="{048CE15A-55C0-AD64-8578-967E3A1FE5A2}"/>
              </a:ext>
            </a:extLst>
          </p:cNvPr>
          <p:cNvPicPr>
            <a:picLocks noChangeAspect="1"/>
          </p:cNvPicPr>
          <p:nvPr/>
        </p:nvPicPr>
        <p:blipFill>
          <a:blip r:embed="rId5">
            <a:extLst>
              <a:ext uri="{28A0092B-C50C-407E-A947-70E740481C1C}">
                <a14:useLocalDpi xmlns:a14="http://schemas.microsoft.com/office/drawing/2010/main" val="0"/>
              </a:ext>
            </a:extLst>
          </a:blip>
          <a:srcRect l="60809" t="51284" r="2092" b="29992"/>
          <a:stretch>
            <a:fillRect/>
          </a:stretch>
        </p:blipFill>
        <p:spPr>
          <a:xfrm>
            <a:off x="227050" y="3646143"/>
            <a:ext cx="4729818" cy="2939989"/>
          </a:xfrm>
          <a:prstGeom prst="rect">
            <a:avLst/>
          </a:prstGeom>
        </p:spPr>
      </p:pic>
      <p:sp>
        <p:nvSpPr>
          <p:cNvPr id="19" name="Espace réservé du pied de page 10">
            <a:extLst>
              <a:ext uri="{FF2B5EF4-FFF2-40B4-BE49-F238E27FC236}">
                <a16:creationId xmlns:a16="http://schemas.microsoft.com/office/drawing/2014/main" id="{4489A668-8892-ACA0-4037-6A614B36B733}"/>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pic>
        <p:nvPicPr>
          <p:cNvPr id="11" name="Image 10">
            <a:extLst>
              <a:ext uri="{FF2B5EF4-FFF2-40B4-BE49-F238E27FC236}">
                <a16:creationId xmlns:a16="http://schemas.microsoft.com/office/drawing/2014/main" id="{DB581450-B311-4C07-8946-F15624293C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812430" y="218038"/>
            <a:ext cx="959362" cy="959362"/>
          </a:xfrm>
          <a:prstGeom prst="rect">
            <a:avLst/>
          </a:prstGeom>
        </p:spPr>
      </p:pic>
    </p:spTree>
    <p:extLst>
      <p:ext uri="{BB962C8B-B14F-4D97-AF65-F5344CB8AC3E}">
        <p14:creationId xmlns:p14="http://schemas.microsoft.com/office/powerpoint/2010/main" val="26897859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0A519-1E45-2AF7-3A49-9D9DBB35ED1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9CE3E0D-4AE5-CB78-AC04-DCAA35CAE231}"/>
              </a:ext>
            </a:extLst>
          </p:cNvPr>
          <p:cNvSpPr>
            <a:spLocks noGrp="1"/>
          </p:cNvSpPr>
          <p:nvPr>
            <p:ph type="title"/>
          </p:nvPr>
        </p:nvSpPr>
        <p:spPr>
          <a:xfrm>
            <a:off x="2272343" y="119048"/>
            <a:ext cx="9479065" cy="812501"/>
          </a:xfrm>
        </p:spPr>
        <p:txBody>
          <a:bodyPr/>
          <a:lstStyle/>
          <a:p>
            <a:pPr algn="ctr"/>
            <a:r>
              <a:rPr lang="fr-FR" dirty="0"/>
              <a:t>Précision sur la diffusion nationale</a:t>
            </a:r>
          </a:p>
        </p:txBody>
      </p:sp>
      <p:sp>
        <p:nvSpPr>
          <p:cNvPr id="4" name="Espace réservé du pied de page 3">
            <a:extLst>
              <a:ext uri="{FF2B5EF4-FFF2-40B4-BE49-F238E27FC236}">
                <a16:creationId xmlns:a16="http://schemas.microsoft.com/office/drawing/2014/main" id="{16B47F11-C986-455E-C9C1-C4DA8B1FBAA2}"/>
              </a:ext>
            </a:extLst>
          </p:cNvPr>
          <p:cNvSpPr>
            <a:spLocks noGrp="1"/>
          </p:cNvSpPr>
          <p:nvPr>
            <p:ph type="ftr" sz="quarter" idx="3"/>
          </p:nvPr>
        </p:nvSpPr>
        <p:spPr/>
        <p:txBody>
          <a:bodyPr/>
          <a:lstStyle/>
          <a:p>
            <a:endParaRPr lang="fr-FR"/>
          </a:p>
        </p:txBody>
      </p:sp>
      <p:sp>
        <p:nvSpPr>
          <p:cNvPr id="8" name="Cylindre 7">
            <a:extLst>
              <a:ext uri="{FF2B5EF4-FFF2-40B4-BE49-F238E27FC236}">
                <a16:creationId xmlns:a16="http://schemas.microsoft.com/office/drawing/2014/main" id="{CFBEB17D-AF3B-6D34-CF71-575A3DC99859}"/>
              </a:ext>
            </a:extLst>
          </p:cNvPr>
          <p:cNvSpPr/>
          <p:nvPr/>
        </p:nvSpPr>
        <p:spPr>
          <a:xfrm>
            <a:off x="1850831" y="2265225"/>
            <a:ext cx="841973" cy="1004935"/>
          </a:xfrm>
          <a:prstGeom prst="can">
            <a:avLst/>
          </a:prstGeom>
          <a:solidFill>
            <a:schemeClr val="bg1">
              <a:lumMod val="6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ITBR</a:t>
            </a:r>
          </a:p>
        </p:txBody>
      </p:sp>
      <p:sp>
        <p:nvSpPr>
          <p:cNvPr id="14" name="Cylindre 13">
            <a:extLst>
              <a:ext uri="{FF2B5EF4-FFF2-40B4-BE49-F238E27FC236}">
                <a16:creationId xmlns:a16="http://schemas.microsoft.com/office/drawing/2014/main" id="{B30608C4-B2FC-42FB-AE35-F4F8576B66F1}"/>
              </a:ext>
            </a:extLst>
          </p:cNvPr>
          <p:cNvSpPr/>
          <p:nvPr/>
        </p:nvSpPr>
        <p:spPr>
          <a:xfrm>
            <a:off x="2128718" y="4308601"/>
            <a:ext cx="1067104" cy="1004935"/>
          </a:xfrm>
          <a:prstGeom prst="can">
            <a:avLst/>
          </a:prstGeom>
          <a:solidFill>
            <a:schemeClr val="bg1">
              <a:lumMod val="6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Contrainte</a:t>
            </a:r>
          </a:p>
        </p:txBody>
      </p:sp>
      <p:sp>
        <p:nvSpPr>
          <p:cNvPr id="16" name="Cylindre 15">
            <a:extLst>
              <a:ext uri="{FF2B5EF4-FFF2-40B4-BE49-F238E27FC236}">
                <a16:creationId xmlns:a16="http://schemas.microsoft.com/office/drawing/2014/main" id="{3BDED0EE-EA35-70A2-A7D4-338549F3C489}"/>
              </a:ext>
            </a:extLst>
          </p:cNvPr>
          <p:cNvSpPr/>
          <p:nvPr/>
        </p:nvSpPr>
        <p:spPr>
          <a:xfrm>
            <a:off x="1153715" y="2652501"/>
            <a:ext cx="950518" cy="1004935"/>
          </a:xfrm>
          <a:prstGeom prst="can">
            <a:avLst/>
          </a:prstGeom>
          <a:solidFill>
            <a:schemeClr val="bg1">
              <a:lumMod val="6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Tronçon</a:t>
            </a:r>
          </a:p>
        </p:txBody>
      </p:sp>
      <p:sp>
        <p:nvSpPr>
          <p:cNvPr id="19" name="Cylindre 18">
            <a:extLst>
              <a:ext uri="{FF2B5EF4-FFF2-40B4-BE49-F238E27FC236}">
                <a16:creationId xmlns:a16="http://schemas.microsoft.com/office/drawing/2014/main" id="{6AE0A4CC-3AA0-C5FF-A567-48C66493BC49}"/>
              </a:ext>
            </a:extLst>
          </p:cNvPr>
          <p:cNvSpPr/>
          <p:nvPr/>
        </p:nvSpPr>
        <p:spPr>
          <a:xfrm>
            <a:off x="1199079" y="4647163"/>
            <a:ext cx="1067104" cy="1004935"/>
          </a:xfrm>
          <a:prstGeom prst="can">
            <a:avLst/>
          </a:prstGeom>
          <a:solidFill>
            <a:schemeClr val="bg1">
              <a:lumMod val="6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Ressource eau</a:t>
            </a:r>
          </a:p>
        </p:txBody>
      </p:sp>
      <p:sp>
        <p:nvSpPr>
          <p:cNvPr id="21" name="Cylindre 20">
            <a:extLst>
              <a:ext uri="{FF2B5EF4-FFF2-40B4-BE49-F238E27FC236}">
                <a16:creationId xmlns:a16="http://schemas.microsoft.com/office/drawing/2014/main" id="{13FEA3D1-322A-E52D-7C51-04E2B0621AEE}"/>
              </a:ext>
            </a:extLst>
          </p:cNvPr>
          <p:cNvSpPr/>
          <p:nvPr/>
        </p:nvSpPr>
        <p:spPr>
          <a:xfrm>
            <a:off x="359779" y="5256725"/>
            <a:ext cx="1195154" cy="1004935"/>
          </a:xfrm>
          <a:prstGeom prst="can">
            <a:avLst/>
          </a:prstGeom>
          <a:solidFill>
            <a:schemeClr val="bg1">
              <a:lumMod val="6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Equipement</a:t>
            </a:r>
          </a:p>
        </p:txBody>
      </p:sp>
      <p:sp>
        <p:nvSpPr>
          <p:cNvPr id="23" name="Cylindre 22">
            <a:extLst>
              <a:ext uri="{FF2B5EF4-FFF2-40B4-BE49-F238E27FC236}">
                <a16:creationId xmlns:a16="http://schemas.microsoft.com/office/drawing/2014/main" id="{ECC06666-6DB9-557A-A1EC-DCD6569BC6E0}"/>
              </a:ext>
            </a:extLst>
          </p:cNvPr>
          <p:cNvSpPr/>
          <p:nvPr/>
        </p:nvSpPr>
        <p:spPr>
          <a:xfrm>
            <a:off x="6607959" y="3220130"/>
            <a:ext cx="1278048" cy="1353880"/>
          </a:xfrm>
          <a:prstGeom prst="can">
            <a:avLst>
              <a:gd name="adj" fmla="val 17208"/>
            </a:avLst>
          </a:prstGeom>
          <a:solidFill>
            <a:srgbClr val="95C11F"/>
          </a:solidFill>
          <a:ln>
            <a:solidFill>
              <a:srgbClr val="7278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BD TOPO</a:t>
            </a:r>
          </a:p>
          <a:p>
            <a:pPr algn="ctr"/>
            <a:r>
              <a:rPr lang="fr-FR" sz="1200" dirty="0"/>
              <a:t>-</a:t>
            </a:r>
          </a:p>
          <a:p>
            <a:pPr algn="ctr"/>
            <a:r>
              <a:rPr lang="fr-FR" sz="1200" dirty="0"/>
              <a:t>Socle national des routes</a:t>
            </a:r>
          </a:p>
        </p:txBody>
      </p:sp>
      <p:sp>
        <p:nvSpPr>
          <p:cNvPr id="25" name="Cylindre 24">
            <a:extLst>
              <a:ext uri="{FF2B5EF4-FFF2-40B4-BE49-F238E27FC236}">
                <a16:creationId xmlns:a16="http://schemas.microsoft.com/office/drawing/2014/main" id="{7CFB5210-D489-2244-9E4B-0647CA673A58}"/>
              </a:ext>
            </a:extLst>
          </p:cNvPr>
          <p:cNvSpPr/>
          <p:nvPr/>
        </p:nvSpPr>
        <p:spPr>
          <a:xfrm>
            <a:off x="8357156" y="3220130"/>
            <a:ext cx="1278048" cy="1353880"/>
          </a:xfrm>
          <a:prstGeom prst="can">
            <a:avLst>
              <a:gd name="adj" fmla="val 14390"/>
            </a:avLst>
          </a:prstGeom>
          <a:solidFill>
            <a:srgbClr val="95C11F"/>
          </a:solidFill>
          <a:ln>
            <a:solidFill>
              <a:srgbClr val="7278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BD TOPO</a:t>
            </a:r>
          </a:p>
          <a:p>
            <a:pPr algn="ctr"/>
            <a:r>
              <a:rPr lang="fr-FR" sz="1200" dirty="0"/>
              <a:t>-</a:t>
            </a:r>
          </a:p>
          <a:p>
            <a:pPr algn="ctr"/>
            <a:r>
              <a:rPr lang="fr-FR" sz="1200" dirty="0"/>
              <a:t>BD métier à côté</a:t>
            </a:r>
          </a:p>
        </p:txBody>
      </p:sp>
      <p:cxnSp>
        <p:nvCxnSpPr>
          <p:cNvPr id="29" name="Connecteur : en angle 28">
            <a:extLst>
              <a:ext uri="{FF2B5EF4-FFF2-40B4-BE49-F238E27FC236}">
                <a16:creationId xmlns:a16="http://schemas.microsoft.com/office/drawing/2014/main" id="{9B1F1DA9-9375-AF71-EC78-5C6DBB3C16D9}"/>
              </a:ext>
            </a:extLst>
          </p:cNvPr>
          <p:cNvCxnSpPr>
            <a:stCxn id="8" idx="4"/>
            <a:endCxn id="23" idx="1"/>
          </p:cNvCxnSpPr>
          <p:nvPr/>
        </p:nvCxnSpPr>
        <p:spPr>
          <a:xfrm>
            <a:off x="2692804" y="2767693"/>
            <a:ext cx="4554179" cy="452437"/>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eur : en angle 29">
            <a:extLst>
              <a:ext uri="{FF2B5EF4-FFF2-40B4-BE49-F238E27FC236}">
                <a16:creationId xmlns:a16="http://schemas.microsoft.com/office/drawing/2014/main" id="{0F3FD6C8-58D6-4B75-F978-CE1832B82258}"/>
              </a:ext>
            </a:extLst>
          </p:cNvPr>
          <p:cNvCxnSpPr>
            <a:cxnSpLocks/>
            <a:stCxn id="16" idx="4"/>
          </p:cNvCxnSpPr>
          <p:nvPr/>
        </p:nvCxnSpPr>
        <p:spPr>
          <a:xfrm flipV="1">
            <a:off x="2104233" y="2767692"/>
            <a:ext cx="3712016" cy="387277"/>
          </a:xfrm>
          <a:prstGeom prst="bentConnector3">
            <a:avLst>
              <a:gd name="adj1" fmla="val 50000"/>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Connecteur : en angle 32">
            <a:extLst>
              <a:ext uri="{FF2B5EF4-FFF2-40B4-BE49-F238E27FC236}">
                <a16:creationId xmlns:a16="http://schemas.microsoft.com/office/drawing/2014/main" id="{C7F0823F-FC0A-32CE-CB4B-EB0F8F97EA4E}"/>
              </a:ext>
            </a:extLst>
          </p:cNvPr>
          <p:cNvCxnSpPr>
            <a:cxnSpLocks/>
            <a:stCxn id="21" idx="4"/>
            <a:endCxn id="25" idx="3"/>
          </p:cNvCxnSpPr>
          <p:nvPr/>
        </p:nvCxnSpPr>
        <p:spPr>
          <a:xfrm flipV="1">
            <a:off x="1554933" y="4574010"/>
            <a:ext cx="7441247" cy="1185183"/>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necteur : en angle 35">
            <a:extLst>
              <a:ext uri="{FF2B5EF4-FFF2-40B4-BE49-F238E27FC236}">
                <a16:creationId xmlns:a16="http://schemas.microsoft.com/office/drawing/2014/main" id="{A793DDEF-409A-2456-5E83-362CBFA9C552}"/>
              </a:ext>
            </a:extLst>
          </p:cNvPr>
          <p:cNvCxnSpPr>
            <a:cxnSpLocks/>
            <a:stCxn id="19" idx="4"/>
          </p:cNvCxnSpPr>
          <p:nvPr/>
        </p:nvCxnSpPr>
        <p:spPr>
          <a:xfrm>
            <a:off x="2266183" y="5149631"/>
            <a:ext cx="4037695" cy="609561"/>
          </a:xfrm>
          <a:prstGeom prst="bentConnector3">
            <a:avLst>
              <a:gd name="adj1" fmla="val 50000"/>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Connecteur : en angle 39">
            <a:extLst>
              <a:ext uri="{FF2B5EF4-FFF2-40B4-BE49-F238E27FC236}">
                <a16:creationId xmlns:a16="http://schemas.microsoft.com/office/drawing/2014/main" id="{555BDE81-F97C-1F8F-DE97-C645F113AFA0}"/>
              </a:ext>
            </a:extLst>
          </p:cNvPr>
          <p:cNvCxnSpPr>
            <a:cxnSpLocks/>
            <a:stCxn id="14" idx="4"/>
          </p:cNvCxnSpPr>
          <p:nvPr/>
        </p:nvCxnSpPr>
        <p:spPr>
          <a:xfrm>
            <a:off x="3195822" y="4811069"/>
            <a:ext cx="2189882" cy="957611"/>
          </a:xfrm>
          <a:prstGeom prst="bentConnector3">
            <a:avLst>
              <a:gd name="adj1" fmla="val 49587"/>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47" name="Image 46">
            <a:extLst>
              <a:ext uri="{FF2B5EF4-FFF2-40B4-BE49-F238E27FC236}">
                <a16:creationId xmlns:a16="http://schemas.microsoft.com/office/drawing/2014/main" id="{3738A76A-F5B1-7365-B6AD-F19A2024B140}"/>
              </a:ext>
            </a:extLst>
          </p:cNvPr>
          <p:cNvPicPr>
            <a:picLocks noChangeAspect="1"/>
          </p:cNvPicPr>
          <p:nvPr/>
        </p:nvPicPr>
        <p:blipFill>
          <a:blip r:embed="rId2"/>
          <a:stretch>
            <a:fillRect/>
          </a:stretch>
        </p:blipFill>
        <p:spPr>
          <a:xfrm>
            <a:off x="4219354" y="924192"/>
            <a:ext cx="7333307" cy="1161769"/>
          </a:xfrm>
          <a:prstGeom prst="rect">
            <a:avLst/>
          </a:prstGeom>
          <a:ln>
            <a:solidFill>
              <a:schemeClr val="tx1"/>
            </a:solidFill>
          </a:ln>
        </p:spPr>
      </p:pic>
      <p:sp>
        <p:nvSpPr>
          <p:cNvPr id="48" name="ZoneTexte 47">
            <a:extLst>
              <a:ext uri="{FF2B5EF4-FFF2-40B4-BE49-F238E27FC236}">
                <a16:creationId xmlns:a16="http://schemas.microsoft.com/office/drawing/2014/main" id="{F7937FAD-0130-499A-2DCB-5F4BDF9D705C}"/>
              </a:ext>
            </a:extLst>
          </p:cNvPr>
          <p:cNvSpPr txBox="1"/>
          <p:nvPr/>
        </p:nvSpPr>
        <p:spPr>
          <a:xfrm>
            <a:off x="3195822" y="2388873"/>
            <a:ext cx="8020465" cy="369332"/>
          </a:xfrm>
          <a:prstGeom prst="rect">
            <a:avLst/>
          </a:prstGeom>
          <a:noFill/>
        </p:spPr>
        <p:txBody>
          <a:bodyPr wrap="none" rtlCol="0">
            <a:spAutoFit/>
          </a:bodyPr>
          <a:lstStyle/>
          <a:p>
            <a:r>
              <a:rPr lang="fr-FR" b="1" dirty="0"/>
              <a:t>Impact BD nationale </a:t>
            </a:r>
            <a:r>
              <a:rPr lang="fr-FR" dirty="0"/>
              <a:t>: Besoin de converger avec socle tronçon de route</a:t>
            </a:r>
          </a:p>
        </p:txBody>
      </p:sp>
      <p:sp>
        <p:nvSpPr>
          <p:cNvPr id="50" name="ZoneTexte 49">
            <a:extLst>
              <a:ext uri="{FF2B5EF4-FFF2-40B4-BE49-F238E27FC236}">
                <a16:creationId xmlns:a16="http://schemas.microsoft.com/office/drawing/2014/main" id="{93E3B716-EB61-3315-1F70-879CDBE58DDA}"/>
              </a:ext>
            </a:extLst>
          </p:cNvPr>
          <p:cNvSpPr txBox="1"/>
          <p:nvPr/>
        </p:nvSpPr>
        <p:spPr>
          <a:xfrm>
            <a:off x="4041868" y="5728422"/>
            <a:ext cx="4640245" cy="369332"/>
          </a:xfrm>
          <a:prstGeom prst="rect">
            <a:avLst/>
          </a:prstGeom>
          <a:noFill/>
        </p:spPr>
        <p:txBody>
          <a:bodyPr wrap="none" rtlCol="0">
            <a:spAutoFit/>
          </a:bodyPr>
          <a:lstStyle/>
          <a:p>
            <a:r>
              <a:rPr lang="fr-FR" b="1" dirty="0"/>
              <a:t>Pas d’impact </a:t>
            </a:r>
            <a:r>
              <a:rPr lang="fr-FR" dirty="0"/>
              <a:t>sur les ponctuels BD TOPO</a:t>
            </a:r>
          </a:p>
        </p:txBody>
      </p:sp>
    </p:spTree>
    <p:extLst>
      <p:ext uri="{BB962C8B-B14F-4D97-AF65-F5344CB8AC3E}">
        <p14:creationId xmlns:p14="http://schemas.microsoft.com/office/powerpoint/2010/main" val="37382909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C61AB29-9919-6668-A8F1-592673B7354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074C76A-DFDC-6606-9E8F-1C123B656EC1}"/>
              </a:ext>
            </a:extLst>
          </p:cNvPr>
          <p:cNvSpPr>
            <a:spLocks noGrp="1"/>
          </p:cNvSpPr>
          <p:nvPr>
            <p:ph type="title"/>
          </p:nvPr>
        </p:nvSpPr>
        <p:spPr>
          <a:xfrm>
            <a:off x="2272343" y="119048"/>
            <a:ext cx="9479065" cy="812501"/>
          </a:xfrm>
        </p:spPr>
        <p:txBody>
          <a:bodyPr/>
          <a:lstStyle/>
          <a:p>
            <a:pPr algn="ctr"/>
            <a:r>
              <a:rPr lang="fr-FR" dirty="0"/>
              <a:t>Changements induits par l’appel à </a:t>
            </a:r>
            <a:r>
              <a:rPr lang="fr-FR" dirty="0" err="1"/>
              <a:t>comm</a:t>
            </a:r>
            <a:r>
              <a:rPr lang="fr-FR" dirty="0"/>
              <a:t>.</a:t>
            </a:r>
          </a:p>
        </p:txBody>
      </p:sp>
      <p:sp>
        <p:nvSpPr>
          <p:cNvPr id="3" name="Espace réservé du contenu 2">
            <a:extLst>
              <a:ext uri="{FF2B5EF4-FFF2-40B4-BE49-F238E27FC236}">
                <a16:creationId xmlns:a16="http://schemas.microsoft.com/office/drawing/2014/main" id="{22D4FBDA-9C53-A021-04AB-C2806B6BA8AB}"/>
              </a:ext>
            </a:extLst>
          </p:cNvPr>
          <p:cNvSpPr>
            <a:spLocks noGrp="1"/>
          </p:cNvSpPr>
          <p:nvPr>
            <p:ph idx="13"/>
          </p:nvPr>
        </p:nvSpPr>
        <p:spPr>
          <a:xfrm>
            <a:off x="368249" y="931549"/>
            <a:ext cx="11662887" cy="4740619"/>
          </a:xfrm>
        </p:spPr>
        <p:txBody>
          <a:bodyPr/>
          <a:lstStyle/>
          <a:p>
            <a:pPr marL="335272" lvl="1" indent="-95671"/>
            <a:r>
              <a:rPr lang="fr-FR" sz="1870" dirty="0">
                <a:solidFill>
                  <a:schemeClr val="tx1"/>
                </a:solidFill>
                <a:latin typeface="+mn-lt"/>
              </a:rPr>
              <a:t>Appel à commentaires de mi-juillet à mi-septembre 2026</a:t>
            </a:r>
          </a:p>
          <a:p>
            <a:pPr marL="985094" lvl="2" indent="-95671"/>
            <a:r>
              <a:rPr lang="fr-FR" sz="1600" dirty="0">
                <a:latin typeface="+mn-lt"/>
              </a:rPr>
              <a:t>63 commentaires</a:t>
            </a:r>
          </a:p>
          <a:p>
            <a:pPr marL="985094" lvl="2" indent="-95671"/>
            <a:r>
              <a:rPr lang="fr-FR" sz="1600" dirty="0">
                <a:solidFill>
                  <a:schemeClr val="tx1"/>
                </a:solidFill>
                <a:latin typeface="+mn-lt"/>
              </a:rPr>
              <a:t>17 personnes</a:t>
            </a:r>
          </a:p>
          <a:p>
            <a:pPr marL="985094" lvl="2" indent="-95671"/>
            <a:r>
              <a:rPr lang="fr-FR" sz="1600" dirty="0">
                <a:latin typeface="+mn-lt"/>
              </a:rPr>
              <a:t>Tableau de recueil des commentaires et Standard maj disponibles dans l’espace Fichiers ( </a:t>
            </a:r>
            <a:r>
              <a:rPr lang="fr-FR" sz="1600" dirty="0">
                <a:latin typeface="+mn-lt"/>
                <a:hlinkClick r:id="rId2"/>
              </a:rPr>
              <a:t>https://fichiers.numerique.gouv.fr/explorer/items/45165cb8-73e4-483b-8254-3a43eaf1456d</a:t>
            </a:r>
            <a:r>
              <a:rPr lang="fr-FR" sz="1600" dirty="0">
                <a:latin typeface="+mn-lt"/>
              </a:rPr>
              <a:t> )</a:t>
            </a:r>
          </a:p>
          <a:p>
            <a:pPr marL="985094" lvl="2" indent="-95671"/>
            <a:endParaRPr lang="fr-FR" sz="1600" dirty="0">
              <a:latin typeface="+mn-lt"/>
            </a:endParaRPr>
          </a:p>
          <a:p>
            <a:pPr marL="335272" lvl="1" indent="-95671"/>
            <a:r>
              <a:rPr lang="fr-FR" sz="1870" dirty="0">
                <a:solidFill>
                  <a:schemeClr val="tx1"/>
                </a:solidFill>
                <a:latin typeface="+mn-lt"/>
              </a:rPr>
              <a:t>Grandes thématiques qui se dégagent</a:t>
            </a:r>
          </a:p>
          <a:p>
            <a:pPr marL="985094" lvl="2" indent="-95671"/>
            <a:r>
              <a:rPr lang="fr-FR" sz="1600" b="1" dirty="0">
                <a:solidFill>
                  <a:schemeClr val="tx1"/>
                </a:solidFill>
                <a:latin typeface="+mn-lt"/>
              </a:rPr>
              <a:t>Pas de changements profond ou structurels </a:t>
            </a:r>
            <a:r>
              <a:rPr lang="fr-FR" sz="1600" b="0" dirty="0">
                <a:solidFill>
                  <a:schemeClr val="tx1"/>
                </a:solidFill>
                <a:latin typeface="+mn-lt"/>
              </a:rPr>
              <a:t>de la modélisation/vision du standard</a:t>
            </a:r>
          </a:p>
          <a:p>
            <a:pPr marL="985094" lvl="2" indent="-95671"/>
            <a:r>
              <a:rPr lang="fr-FR" sz="1600" b="1" dirty="0">
                <a:solidFill>
                  <a:schemeClr val="tx1"/>
                </a:solidFill>
                <a:latin typeface="+mn-lt"/>
              </a:rPr>
              <a:t>Enrichissement de la thématique Ressource en eau </a:t>
            </a:r>
            <a:r>
              <a:rPr lang="fr-FR" sz="1600" b="0" dirty="0">
                <a:solidFill>
                  <a:schemeClr val="tx1"/>
                </a:solidFill>
                <a:latin typeface="+mn-lt"/>
              </a:rPr>
              <a:t>: c'est la thématique la plus impactée — trois attributs optionnels et trois énumérations nouvelles, orientés vers l'exploitation opérationnelle des points d'eau par les moyens de secours </a:t>
            </a:r>
            <a:endParaRPr lang="fr-FR" sz="1600" dirty="0">
              <a:latin typeface="+mn-lt"/>
            </a:endParaRPr>
          </a:p>
          <a:p>
            <a:pPr marL="985094" lvl="2" indent="-95671"/>
            <a:r>
              <a:rPr lang="fr-FR" sz="1600" b="1" dirty="0">
                <a:solidFill>
                  <a:schemeClr val="tx1"/>
                </a:solidFill>
                <a:latin typeface="+mn-lt"/>
              </a:rPr>
              <a:t>Harmonisation des métadonnées de traçabilité </a:t>
            </a:r>
            <a:r>
              <a:rPr lang="fr-FR" sz="1600" b="0" dirty="0">
                <a:solidFill>
                  <a:schemeClr val="tx1"/>
                </a:solidFill>
                <a:latin typeface="+mn-lt"/>
              </a:rPr>
              <a:t>: les attributs Date de création / Date de modification sont redéfinis à l'identique sur plusieurs classes d'objets</a:t>
            </a:r>
          </a:p>
          <a:p>
            <a:pPr marL="985094" lvl="2" indent="-95671"/>
            <a:r>
              <a:rPr lang="fr-FR" sz="1600" dirty="0">
                <a:latin typeface="+mn-lt"/>
              </a:rPr>
              <a:t>L</a:t>
            </a:r>
            <a:r>
              <a:rPr lang="fr-FR" sz="1600" b="0" dirty="0">
                <a:solidFill>
                  <a:schemeClr val="tx1"/>
                </a:solidFill>
                <a:latin typeface="+mn-lt"/>
              </a:rPr>
              <a:t>a notion de "</a:t>
            </a:r>
            <a:r>
              <a:rPr lang="fr-FR" sz="1600" b="1" dirty="0">
                <a:solidFill>
                  <a:schemeClr val="tx1"/>
                </a:solidFill>
                <a:latin typeface="+mn-lt"/>
              </a:rPr>
              <a:t>source de vérité</a:t>
            </a:r>
            <a:r>
              <a:rPr lang="fr-FR" sz="1600" b="0" dirty="0">
                <a:solidFill>
                  <a:schemeClr val="tx1"/>
                </a:solidFill>
                <a:latin typeface="+mn-lt"/>
              </a:rPr>
              <a:t>" apparaît de façon répétée sur plusieurs thématiques (prévision d’évolution de la BD TOPO et de règlements DFCI)</a:t>
            </a:r>
          </a:p>
          <a:p>
            <a:pPr marL="985094" lvl="2" indent="-95671"/>
            <a:r>
              <a:rPr lang="fr-FR" sz="1600" b="0" dirty="0">
                <a:solidFill>
                  <a:schemeClr val="tx1"/>
                </a:solidFill>
                <a:latin typeface="+mn-lt"/>
              </a:rPr>
              <a:t>Ajustements de cardinalité, ajout de règles métier recommandées et </a:t>
            </a:r>
            <a:r>
              <a:rPr lang="fr-FR" sz="1600" b="1" dirty="0">
                <a:solidFill>
                  <a:schemeClr val="tx1"/>
                </a:solidFill>
                <a:latin typeface="+mn-lt"/>
              </a:rPr>
              <a:t>de recommandations/explications de saisie </a:t>
            </a:r>
          </a:p>
          <a:p>
            <a:pPr marL="985094" lvl="2" indent="-95671"/>
            <a:r>
              <a:rPr lang="fr-FR" sz="1600" b="1" dirty="0">
                <a:solidFill>
                  <a:schemeClr val="tx1"/>
                </a:solidFill>
                <a:latin typeface="+mn-lt"/>
              </a:rPr>
              <a:t>Extension du vocabulaire contrôlé </a:t>
            </a:r>
            <a:r>
              <a:rPr lang="fr-FR" sz="1600" b="0" dirty="0">
                <a:solidFill>
                  <a:schemeClr val="tx1"/>
                </a:solidFill>
                <a:latin typeface="+mn-lt"/>
              </a:rPr>
              <a:t>(nouvelles valeurs d'énumération sur catégories de route et types de points d'eau)</a:t>
            </a:r>
          </a:p>
          <a:p>
            <a:endParaRPr lang="fr-FR" sz="1870" dirty="0">
              <a:latin typeface="+mn-lt"/>
            </a:endParaRPr>
          </a:p>
        </p:txBody>
      </p:sp>
      <p:pic>
        <p:nvPicPr>
          <p:cNvPr id="18" name="Image 17">
            <a:extLst>
              <a:ext uri="{FF2B5EF4-FFF2-40B4-BE49-F238E27FC236}">
                <a16:creationId xmlns:a16="http://schemas.microsoft.com/office/drawing/2014/main" id="{4BEEE00F-3C8F-C3F3-377D-B89A4F9AF43F}"/>
              </a:ext>
            </a:extLst>
          </p:cNvPr>
          <p:cNvPicPr>
            <a:picLocks noChangeAspect="1"/>
          </p:cNvPicPr>
          <p:nvPr/>
        </p:nvPicPr>
        <p:blipFill>
          <a:blip r:embed="rId3"/>
          <a:stretch>
            <a:fillRect/>
          </a:stretch>
        </p:blipFill>
        <p:spPr>
          <a:xfrm>
            <a:off x="10783873" y="1642541"/>
            <a:ext cx="1166984" cy="1166984"/>
          </a:xfrm>
          <a:prstGeom prst="rect">
            <a:avLst/>
          </a:prstGeom>
        </p:spPr>
      </p:pic>
      <p:sp>
        <p:nvSpPr>
          <p:cNvPr id="4" name="Espace réservé du pied de page 3">
            <a:extLst>
              <a:ext uri="{FF2B5EF4-FFF2-40B4-BE49-F238E27FC236}">
                <a16:creationId xmlns:a16="http://schemas.microsoft.com/office/drawing/2014/main" id="{6A98CEFC-ED74-2429-154D-076FD641786D}"/>
              </a:ext>
            </a:extLst>
          </p:cNvPr>
          <p:cNvSpPr>
            <a:spLocks noGrp="1"/>
          </p:cNvSpPr>
          <p:nvPr>
            <p:ph type="ftr" sz="quarter" idx="3"/>
          </p:nvPr>
        </p:nvSpPr>
        <p:spPr/>
        <p:txBody>
          <a:bodyPr/>
          <a:lstStyle/>
          <a:p>
            <a:endParaRPr lang="fr-FR"/>
          </a:p>
        </p:txBody>
      </p:sp>
    </p:spTree>
    <p:extLst>
      <p:ext uri="{BB962C8B-B14F-4D97-AF65-F5344CB8AC3E}">
        <p14:creationId xmlns:p14="http://schemas.microsoft.com/office/powerpoint/2010/main" val="11769553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DD392-A1F8-36E9-9680-45B667BE347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8DB74D0-F28A-7142-F639-7F8A58462219}"/>
              </a:ext>
            </a:extLst>
          </p:cNvPr>
          <p:cNvSpPr>
            <a:spLocks noGrp="1"/>
          </p:cNvSpPr>
          <p:nvPr>
            <p:ph type="title"/>
          </p:nvPr>
        </p:nvSpPr>
        <p:spPr>
          <a:xfrm>
            <a:off x="2543606" y="228894"/>
            <a:ext cx="9479065" cy="812501"/>
          </a:xfrm>
        </p:spPr>
        <p:txBody>
          <a:bodyPr/>
          <a:lstStyle/>
          <a:p>
            <a:pPr algn="ctr"/>
            <a:r>
              <a:rPr lang="fr-FR" dirty="0"/>
              <a:t>Données Ressources en eau </a:t>
            </a:r>
          </a:p>
        </p:txBody>
      </p:sp>
      <p:sp>
        <p:nvSpPr>
          <p:cNvPr id="11" name="Espace réservé du pied de page 10">
            <a:extLst>
              <a:ext uri="{FF2B5EF4-FFF2-40B4-BE49-F238E27FC236}">
                <a16:creationId xmlns:a16="http://schemas.microsoft.com/office/drawing/2014/main" id="{27F63B11-C52A-645B-EF05-45438FBE379C}"/>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a:t>Institut national de l’information  géographique et forestière</a:t>
            </a:r>
            <a:endParaRPr lang="fr-FR" dirty="0"/>
          </a:p>
        </p:txBody>
      </p:sp>
      <p:sp>
        <p:nvSpPr>
          <p:cNvPr id="14" name="Espace réservé du numéro de diapositive 16">
            <a:extLst>
              <a:ext uri="{FF2B5EF4-FFF2-40B4-BE49-F238E27FC236}">
                <a16:creationId xmlns:a16="http://schemas.microsoft.com/office/drawing/2014/main" id="{FC454779-EC8E-4022-79EF-D39085F9AEEE}"/>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23</a:t>
            </a:fld>
            <a:endParaRPr lang="fr-FR" sz="1000" b="1" dirty="0"/>
          </a:p>
        </p:txBody>
      </p:sp>
      <p:sp>
        <p:nvSpPr>
          <p:cNvPr id="5" name="Espace réservé du pied de page 4">
            <a:extLst>
              <a:ext uri="{FF2B5EF4-FFF2-40B4-BE49-F238E27FC236}">
                <a16:creationId xmlns:a16="http://schemas.microsoft.com/office/drawing/2014/main" id="{00E1A04B-515E-800B-252D-B59E3C3D2B72}"/>
              </a:ext>
            </a:extLst>
          </p:cNvPr>
          <p:cNvSpPr>
            <a:spLocks noGrp="1"/>
          </p:cNvSpPr>
          <p:nvPr>
            <p:ph type="ftr" sz="quarter" idx="3"/>
          </p:nvPr>
        </p:nvSpPr>
        <p:spPr/>
        <p:txBody>
          <a:bodyPr/>
          <a:lstStyle/>
          <a:p>
            <a:endParaRPr lang="fr-FR"/>
          </a:p>
        </p:txBody>
      </p:sp>
      <p:sp>
        <p:nvSpPr>
          <p:cNvPr id="8" name="ZoneTexte 7">
            <a:extLst>
              <a:ext uri="{FF2B5EF4-FFF2-40B4-BE49-F238E27FC236}">
                <a16:creationId xmlns:a16="http://schemas.microsoft.com/office/drawing/2014/main" id="{C6747CBE-0BF9-ADD6-413D-B6CF26ECE86B}"/>
              </a:ext>
            </a:extLst>
          </p:cNvPr>
          <p:cNvSpPr txBox="1"/>
          <p:nvPr/>
        </p:nvSpPr>
        <p:spPr>
          <a:xfrm>
            <a:off x="206801" y="1510564"/>
            <a:ext cx="10830964" cy="4984441"/>
          </a:xfrm>
          <a:prstGeom prst="rect">
            <a:avLst/>
          </a:prstGeom>
          <a:noFill/>
        </p:spPr>
        <p:txBody>
          <a:bodyPr wrap="square">
            <a:spAutoFit/>
          </a:bodyPr>
          <a:lstStyle/>
          <a:p>
            <a:r>
              <a:rPr lang="fr-FR" sz="1870" u="sng" dirty="0"/>
              <a:t>Cadre réglementaire</a:t>
            </a:r>
          </a:p>
          <a:p>
            <a:pPr marL="342900" indent="-342900">
              <a:buFontTx/>
              <a:buChar char="-"/>
            </a:pPr>
            <a:r>
              <a:rPr lang="fr-FR" sz="1870" dirty="0"/>
              <a:t>La Loi Incendie stipule que les données PEI sont </a:t>
            </a:r>
            <a:r>
              <a:rPr lang="fr-FR" sz="1870" i="1" dirty="0"/>
              <a:t>« mise à disposition gratuitement et librement […] sur un portail national commun »</a:t>
            </a:r>
          </a:p>
          <a:p>
            <a:pPr marL="342900" indent="-342900">
              <a:buFontTx/>
              <a:buChar char="-"/>
            </a:pPr>
            <a:r>
              <a:rPr lang="fr-FR" sz="1870" dirty="0"/>
              <a:t>La politique d’Open Data nationale n’implique pas explicitement les points d’eau </a:t>
            </a:r>
          </a:p>
          <a:p>
            <a:r>
              <a:rPr lang="fr-FR" sz="1870" dirty="0"/>
              <a:t>→  Déduction de l’ouverture de la donnée géospatiale min (id, qualif. PEI et </a:t>
            </a:r>
            <a:r>
              <a:rPr lang="fr-FR" sz="1870" dirty="0" err="1"/>
              <a:t>x,y</a:t>
            </a:r>
            <a:r>
              <a:rPr lang="fr-FR" sz="1870" dirty="0"/>
              <a:t>)</a:t>
            </a:r>
          </a:p>
          <a:p>
            <a:r>
              <a:rPr lang="fr-FR" sz="1870" dirty="0"/>
              <a:t>→  Pas d’obligation explicite de diffuser plus d’informations</a:t>
            </a:r>
          </a:p>
          <a:p>
            <a:endParaRPr lang="fr-FR" sz="1870" dirty="0"/>
          </a:p>
          <a:p>
            <a:r>
              <a:rPr lang="fr-FR" sz="1870" u="sng" dirty="0"/>
              <a:t>Dans le standard</a:t>
            </a:r>
          </a:p>
          <a:p>
            <a:pPr marL="342900" indent="-342900">
              <a:buFontTx/>
              <a:buChar char="-"/>
            </a:pPr>
            <a:r>
              <a:rPr lang="fr-FR" sz="1870" dirty="0"/>
              <a:t>Remontée nationale et publique</a:t>
            </a:r>
          </a:p>
          <a:p>
            <a:r>
              <a:rPr lang="fr-FR" sz="1870" dirty="0"/>
              <a:t>→ Nos travaux portent sur la qualification de ce </a:t>
            </a:r>
            <a:r>
              <a:rPr lang="fr-FR" sz="1870" b="1" dirty="0"/>
              <a:t>socle minimal commun non sensible</a:t>
            </a:r>
          </a:p>
          <a:p>
            <a:pPr marL="342900" indent="-342900">
              <a:buFontTx/>
              <a:buChar char="-"/>
            </a:pPr>
            <a:endParaRPr lang="fr-FR" sz="1870" dirty="0"/>
          </a:p>
          <a:p>
            <a:r>
              <a:rPr lang="fr-FR" sz="1870" dirty="0"/>
              <a:t>- Rappelé dans le standard que les remontées par les acteurs se font sur des données </a:t>
            </a:r>
            <a:r>
              <a:rPr lang="fr-FR" sz="1870" b="1" dirty="0"/>
              <a:t>non sensibles ou stratégique uniquement</a:t>
            </a:r>
            <a:r>
              <a:rPr lang="fr-FR" sz="1870" dirty="0"/>
              <a:t> (les travaux d’identification des données sensibles sera fait en interne par chaque structure)</a:t>
            </a:r>
            <a:endParaRPr lang="fr-FR" sz="1870" b="1" dirty="0"/>
          </a:p>
          <a:p>
            <a:r>
              <a:rPr lang="fr-FR" sz="1870" dirty="0"/>
              <a:t>→  En dehors des attributs min. Open Data, </a:t>
            </a:r>
            <a:r>
              <a:rPr lang="fr-FR" sz="1870" b="1" dirty="0"/>
              <a:t>diffusion</a:t>
            </a:r>
            <a:r>
              <a:rPr lang="fr-FR" sz="1870" dirty="0"/>
              <a:t> </a:t>
            </a:r>
            <a:r>
              <a:rPr lang="fr-FR" sz="1870" b="1" dirty="0"/>
              <a:t>volontaire</a:t>
            </a:r>
            <a:r>
              <a:rPr lang="fr-FR" sz="1870" dirty="0"/>
              <a:t> des acteurs pour les données qu’ils estiment trop sensibles pour le grand public</a:t>
            </a:r>
          </a:p>
          <a:p>
            <a:endParaRPr lang="fr-FR" sz="1870" b="1" dirty="0"/>
          </a:p>
        </p:txBody>
      </p:sp>
      <p:pic>
        <p:nvPicPr>
          <p:cNvPr id="7" name="Image 6">
            <a:extLst>
              <a:ext uri="{FF2B5EF4-FFF2-40B4-BE49-F238E27FC236}">
                <a16:creationId xmlns:a16="http://schemas.microsoft.com/office/drawing/2014/main" id="{7084B568-0834-66C6-9F62-CABF0D88F0C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92104" y="720794"/>
            <a:ext cx="313997" cy="313997"/>
          </a:xfrm>
          <a:prstGeom prst="rect">
            <a:avLst/>
          </a:prstGeom>
          <a:ln>
            <a:noFill/>
          </a:ln>
        </p:spPr>
      </p:pic>
      <p:pic>
        <p:nvPicPr>
          <p:cNvPr id="13" name="Image 12">
            <a:extLst>
              <a:ext uri="{FF2B5EF4-FFF2-40B4-BE49-F238E27FC236}">
                <a16:creationId xmlns:a16="http://schemas.microsoft.com/office/drawing/2014/main" id="{E08DEAD0-1653-45D3-4B5E-5B8DCF94F02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48206" y="591074"/>
            <a:ext cx="780551" cy="780551"/>
          </a:xfrm>
          <a:prstGeom prst="rect">
            <a:avLst/>
          </a:prstGeom>
          <a:ln>
            <a:noFill/>
          </a:ln>
        </p:spPr>
      </p:pic>
      <p:pic>
        <p:nvPicPr>
          <p:cNvPr id="10" name="Image 9">
            <a:extLst>
              <a:ext uri="{FF2B5EF4-FFF2-40B4-BE49-F238E27FC236}">
                <a16:creationId xmlns:a16="http://schemas.microsoft.com/office/drawing/2014/main" id="{D6229285-6EE9-5C7C-6482-AF9E896574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2000" y="228894"/>
            <a:ext cx="1103391" cy="1103391"/>
          </a:xfrm>
          <a:prstGeom prst="rect">
            <a:avLst/>
          </a:prstGeom>
        </p:spPr>
      </p:pic>
    </p:spTree>
    <p:extLst>
      <p:ext uri="{BB962C8B-B14F-4D97-AF65-F5344CB8AC3E}">
        <p14:creationId xmlns:p14="http://schemas.microsoft.com/office/powerpoint/2010/main" val="33111668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t>Standard et outils</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3F273C30-FC1D-0545-2F1A-57468750148E}"/>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B0798B54-E5C6-4B77-A65C-B80D7302A6CA}"/>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41114B76-0EAD-492D-B12C-3059C9651E4E}"/>
              </a:ext>
            </a:extLst>
          </p:cNvPr>
          <p:cNvSpPr>
            <a:spLocks noGrp="1"/>
          </p:cNvSpPr>
          <p:nvPr/>
        </p:nvSpPr>
        <p:spPr>
          <a:xfrm>
            <a:off x="220092" y="869069"/>
            <a:ext cx="11916357"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57189" algn="just">
              <a:buClr>
                <a:srgbClr val="554538"/>
              </a:buClr>
              <a:defRPr/>
            </a:pPr>
            <a:r>
              <a:rPr lang="fr-FR" sz="1600" b="0" dirty="0">
                <a:solidFill>
                  <a:srgbClr val="000000"/>
                </a:solidFill>
                <a:latin typeface="+mn-lt"/>
                <a:ea typeface="Calibri"/>
                <a:cs typeface="Arial"/>
              </a:rPr>
              <a:t>Une </a:t>
            </a:r>
            <a:r>
              <a:rPr lang="fr-FR" sz="1600" dirty="0">
                <a:solidFill>
                  <a:srgbClr val="000000"/>
                </a:solidFill>
                <a:latin typeface="+mn-lt"/>
                <a:ea typeface="Calibri"/>
                <a:cs typeface="Arial"/>
              </a:rPr>
              <a:t>V2 du standard </a:t>
            </a:r>
            <a:r>
              <a:rPr lang="fr-FR" sz="1600" b="0" dirty="0">
                <a:solidFill>
                  <a:srgbClr val="000000"/>
                </a:solidFill>
                <a:latin typeface="+mn-lt"/>
                <a:ea typeface="Calibri"/>
                <a:cs typeface="Arial"/>
              </a:rPr>
              <a:t>« Dessertes pour le transport de bois » (</a:t>
            </a:r>
            <a:r>
              <a:rPr lang="fr-FR" sz="1600" b="0" dirty="0" err="1">
                <a:solidFill>
                  <a:srgbClr val="000000"/>
                </a:solidFill>
                <a:latin typeface="+mn-lt"/>
                <a:ea typeface="Calibri"/>
                <a:cs typeface="Arial"/>
              </a:rPr>
              <a:t>pdf</a:t>
            </a:r>
            <a:r>
              <a:rPr lang="fr-FR" sz="1600" b="0" dirty="0">
                <a:solidFill>
                  <a:srgbClr val="000000"/>
                </a:solidFill>
                <a:latin typeface="+mn-lt"/>
                <a:ea typeface="Calibri"/>
                <a:cs typeface="Arial"/>
              </a:rPr>
              <a:t>)</a:t>
            </a:r>
          </a:p>
          <a:p>
            <a:pPr lvl="2" indent="-457189" algn="just">
              <a:buClr>
                <a:srgbClr val="554538"/>
              </a:buClr>
              <a:defRPr/>
            </a:pPr>
            <a:r>
              <a:rPr lang="fr-FR" sz="1600" b="0" dirty="0">
                <a:solidFill>
                  <a:srgbClr val="000000"/>
                </a:solidFill>
                <a:latin typeface="+mn-lt"/>
                <a:ea typeface="Calibri"/>
                <a:cs typeface="Arial"/>
              </a:rPr>
              <a:t>Avec son </a:t>
            </a:r>
            <a:r>
              <a:rPr lang="fr-FR" sz="1600" b="1" dirty="0">
                <a:solidFill>
                  <a:srgbClr val="000000"/>
                </a:solidFill>
                <a:latin typeface="+mn-lt"/>
                <a:ea typeface="Calibri"/>
                <a:cs typeface="Arial"/>
              </a:rPr>
              <a:t>modèle conceptuel de données </a:t>
            </a:r>
            <a:endParaRPr lang="fr-FR" sz="1600" dirty="0">
              <a:solidFill>
                <a:srgbClr val="000000"/>
              </a:solidFill>
              <a:latin typeface="+mn-lt"/>
              <a:ea typeface="Calibri"/>
              <a:cs typeface="Arial"/>
            </a:endParaRPr>
          </a:p>
          <a:p>
            <a:pPr marL="528649" lvl="2" indent="0" algn="just">
              <a:buClr>
                <a:srgbClr val="554538"/>
              </a:buClr>
              <a:buNone/>
              <a:defRPr/>
            </a:pPr>
            <a:endParaRPr lang="fr-FR" sz="1600" b="0" dirty="0">
              <a:solidFill>
                <a:srgbClr val="000000"/>
              </a:solidFill>
              <a:latin typeface="+mn-lt"/>
              <a:ea typeface="Calibri"/>
              <a:cs typeface="Arial"/>
            </a:endParaRPr>
          </a:p>
          <a:p>
            <a:pPr lvl="1" indent="-457189" algn="just">
              <a:buClr>
                <a:srgbClr val="554538"/>
              </a:buClr>
              <a:defRPr/>
            </a:pPr>
            <a:r>
              <a:rPr lang="fr-FR" sz="1600" b="0" dirty="0">
                <a:solidFill>
                  <a:srgbClr val="000000"/>
                </a:solidFill>
                <a:latin typeface="+mn-lt"/>
                <a:ea typeface="Calibri"/>
                <a:cs typeface="Arial"/>
              </a:rPr>
              <a:t>Un </a:t>
            </a:r>
            <a:r>
              <a:rPr lang="fr-FR" sz="1600" dirty="0">
                <a:solidFill>
                  <a:srgbClr val="000000"/>
                </a:solidFill>
                <a:latin typeface="+mn-lt"/>
                <a:ea typeface="Calibri"/>
                <a:cs typeface="Arial"/>
              </a:rPr>
              <a:t>schéma</a:t>
            </a:r>
            <a:r>
              <a:rPr lang="fr-FR" sz="1600" b="0" dirty="0">
                <a:solidFill>
                  <a:srgbClr val="000000"/>
                </a:solidFill>
                <a:latin typeface="+mn-lt"/>
                <a:ea typeface="Calibri"/>
                <a:cs typeface="Arial"/>
              </a:rPr>
              <a:t> pour les validateurs open data (compatible </a:t>
            </a:r>
            <a:r>
              <a:rPr lang="fr-FR" sz="1600" b="0" dirty="0" err="1">
                <a:solidFill>
                  <a:srgbClr val="000000"/>
                </a:solidFill>
                <a:latin typeface="+mn-lt"/>
                <a:ea typeface="Calibri"/>
                <a:cs typeface="Arial"/>
              </a:rPr>
              <a:t>schema.data.gouv</a:t>
            </a:r>
            <a:r>
              <a:rPr lang="fr-FR" sz="1600" b="0" dirty="0">
                <a:solidFill>
                  <a:srgbClr val="000000"/>
                </a:solidFill>
                <a:latin typeface="+mn-lt"/>
                <a:ea typeface="Calibri"/>
                <a:cs typeface="Arial"/>
              </a:rPr>
              <a:t>/</a:t>
            </a:r>
            <a:r>
              <a:rPr lang="fr-FR" sz="1600" b="0" dirty="0" err="1">
                <a:solidFill>
                  <a:srgbClr val="000000"/>
                </a:solidFill>
                <a:latin typeface="+mn-lt"/>
                <a:ea typeface="Calibri"/>
                <a:cs typeface="Arial"/>
              </a:rPr>
              <a:t>validata</a:t>
            </a:r>
            <a:r>
              <a:rPr lang="fr-FR" sz="1600" b="0" dirty="0">
                <a:solidFill>
                  <a:srgbClr val="000000"/>
                </a:solidFill>
                <a:latin typeface="+mn-lt"/>
                <a:ea typeface="Calibri"/>
                <a:cs typeface="Arial"/>
              </a:rPr>
              <a:t>)</a:t>
            </a:r>
          </a:p>
          <a:p>
            <a:pPr lvl="2" indent="-457189" algn="just">
              <a:buClr>
                <a:srgbClr val="554538"/>
              </a:buClr>
              <a:defRPr/>
            </a:pPr>
            <a:r>
              <a:rPr lang="fr-FR" sz="1600" dirty="0" err="1">
                <a:solidFill>
                  <a:srgbClr val="000000"/>
                </a:solidFill>
                <a:latin typeface="+mn-lt"/>
                <a:ea typeface="Calibri"/>
                <a:cs typeface="Arial"/>
              </a:rPr>
              <a:t>Json</a:t>
            </a:r>
            <a:r>
              <a:rPr lang="fr-FR" sz="1600" dirty="0">
                <a:solidFill>
                  <a:srgbClr val="000000"/>
                </a:solidFill>
                <a:latin typeface="+mn-lt"/>
                <a:ea typeface="Calibri"/>
                <a:cs typeface="Arial"/>
              </a:rPr>
              <a:t> disponible sur le GitHub</a:t>
            </a:r>
          </a:p>
          <a:p>
            <a:pPr lvl="2" indent="-457189" algn="just">
              <a:buClr>
                <a:srgbClr val="554538"/>
              </a:buClr>
              <a:defRPr/>
            </a:pPr>
            <a:endParaRPr lang="fr-FR" sz="1600" b="0" dirty="0">
              <a:solidFill>
                <a:srgbClr val="000000"/>
              </a:solidFill>
              <a:latin typeface="+mn-lt"/>
              <a:ea typeface="Calibri"/>
              <a:cs typeface="Arial"/>
            </a:endParaRPr>
          </a:p>
          <a:p>
            <a:pPr lvl="1" indent="-457189" algn="just">
              <a:buClr>
                <a:srgbClr val="554538"/>
              </a:buClr>
              <a:defRPr/>
            </a:pPr>
            <a:r>
              <a:rPr lang="fr-FR" sz="1600" b="0" dirty="0">
                <a:solidFill>
                  <a:srgbClr val="000000"/>
                </a:solidFill>
                <a:latin typeface="+mn-lt"/>
                <a:ea typeface="Calibri"/>
                <a:cs typeface="Arial"/>
              </a:rPr>
              <a:t>Un </a:t>
            </a:r>
            <a:r>
              <a:rPr lang="fr-FR" sz="1600" dirty="0">
                <a:solidFill>
                  <a:srgbClr val="000000"/>
                </a:solidFill>
                <a:latin typeface="+mn-lt"/>
                <a:ea typeface="Calibri"/>
                <a:cs typeface="Arial"/>
              </a:rPr>
              <a:t>tableau de correspondance</a:t>
            </a:r>
          </a:p>
          <a:p>
            <a:pPr lvl="2" indent="-457189" algn="just">
              <a:buClr>
                <a:srgbClr val="554538"/>
              </a:buClr>
              <a:defRPr/>
            </a:pPr>
            <a:r>
              <a:rPr lang="fr-FR" sz="1600" dirty="0">
                <a:solidFill>
                  <a:srgbClr val="000000"/>
                </a:solidFill>
                <a:latin typeface="+mn-lt"/>
                <a:ea typeface="Calibri"/>
                <a:cs typeface="Arial"/>
              </a:rPr>
              <a:t>Excel disponible sur le GitHub</a:t>
            </a:r>
          </a:p>
          <a:p>
            <a:pPr lvl="2" indent="-457189" algn="just">
              <a:buClr>
                <a:srgbClr val="554538"/>
              </a:buClr>
              <a:defRPr/>
            </a:pPr>
            <a:r>
              <a:rPr lang="fr-FR" sz="1600" dirty="0">
                <a:solidFill>
                  <a:srgbClr val="000000"/>
                </a:solidFill>
                <a:latin typeface="+mn-lt"/>
                <a:ea typeface="Calibri"/>
                <a:cs typeface="Arial"/>
              </a:rPr>
              <a:t>Entre la V1 et la V2</a:t>
            </a:r>
          </a:p>
          <a:p>
            <a:pPr lvl="2" indent="-457189" algn="just">
              <a:buClr>
                <a:srgbClr val="554538"/>
              </a:buClr>
              <a:defRPr/>
            </a:pPr>
            <a:r>
              <a:rPr lang="fr-FR" sz="1600" dirty="0">
                <a:solidFill>
                  <a:srgbClr val="000000"/>
                </a:solidFill>
                <a:latin typeface="+mn-lt"/>
                <a:ea typeface="Calibri"/>
                <a:cs typeface="Arial"/>
              </a:rPr>
              <a:t>Entre standard PEI AFIGEO et la V2</a:t>
            </a:r>
          </a:p>
          <a:p>
            <a:pPr lvl="2" indent="-457189" algn="just">
              <a:buClr>
                <a:srgbClr val="554538"/>
              </a:buClr>
              <a:defRPr/>
            </a:pPr>
            <a:r>
              <a:rPr lang="fr-FR" sz="1600" dirty="0">
                <a:solidFill>
                  <a:srgbClr val="000000"/>
                </a:solidFill>
                <a:latin typeface="+mn-lt"/>
                <a:ea typeface="Calibri"/>
                <a:cs typeface="Arial"/>
              </a:rPr>
              <a:t>Entre les attributs du standard et les champs BD TOPO</a:t>
            </a:r>
          </a:p>
          <a:p>
            <a:pPr lvl="2" indent="-457189" algn="just">
              <a:buClr>
                <a:srgbClr val="554538"/>
              </a:buClr>
              <a:defRPr/>
            </a:pPr>
            <a:endParaRPr lang="fr-FR" sz="1600" dirty="0">
              <a:solidFill>
                <a:srgbClr val="000000"/>
              </a:solidFill>
              <a:latin typeface="+mn-lt"/>
              <a:ea typeface="Calibri"/>
              <a:cs typeface="Arial"/>
            </a:endParaRPr>
          </a:p>
          <a:p>
            <a:pPr lvl="1" indent="-457189" algn="just">
              <a:buClr>
                <a:srgbClr val="554538"/>
              </a:buClr>
              <a:defRPr/>
            </a:pPr>
            <a:r>
              <a:rPr lang="fr-FR" sz="1600" b="0" dirty="0">
                <a:solidFill>
                  <a:srgbClr val="000000"/>
                </a:solidFill>
                <a:latin typeface="+mn-lt"/>
                <a:ea typeface="Calibri"/>
                <a:cs typeface="Arial"/>
              </a:rPr>
              <a:t>Un résumé des </a:t>
            </a:r>
            <a:r>
              <a:rPr lang="fr-FR" sz="1600" dirty="0">
                <a:solidFill>
                  <a:srgbClr val="000000"/>
                </a:solidFill>
                <a:latin typeface="+mn-lt"/>
                <a:ea typeface="Calibri"/>
                <a:cs typeface="Arial"/>
              </a:rPr>
              <a:t>discussions concernant de futurs outils</a:t>
            </a:r>
          </a:p>
          <a:p>
            <a:pPr lvl="1" indent="-457189" algn="just">
              <a:buClr>
                <a:srgbClr val="554538"/>
              </a:buClr>
              <a:defRPr/>
            </a:pPr>
            <a:endParaRPr lang="fr-FR" sz="1600" dirty="0">
              <a:solidFill>
                <a:srgbClr val="000000"/>
              </a:solidFill>
              <a:latin typeface="+mn-lt"/>
              <a:ea typeface="Calibri"/>
              <a:cs typeface="Arial"/>
            </a:endParaRPr>
          </a:p>
          <a:p>
            <a:pPr lvl="1" indent="-457189" algn="just">
              <a:buClr>
                <a:srgbClr val="554538"/>
              </a:buClr>
              <a:defRPr/>
            </a:pPr>
            <a:r>
              <a:rPr lang="fr-FR" sz="1600" dirty="0">
                <a:solidFill>
                  <a:srgbClr val="000000"/>
                </a:solidFill>
                <a:latin typeface="+mn-lt"/>
                <a:ea typeface="Calibri"/>
                <a:cs typeface="Arial"/>
              </a:rPr>
              <a:t>Documents de suivi </a:t>
            </a:r>
            <a:r>
              <a:rPr lang="fr-FR" sz="1600" b="0" dirty="0">
                <a:solidFill>
                  <a:srgbClr val="000000"/>
                </a:solidFill>
                <a:latin typeface="+mn-lt"/>
                <a:ea typeface="Calibri"/>
                <a:cs typeface="Arial"/>
              </a:rPr>
              <a:t>conservés</a:t>
            </a:r>
          </a:p>
          <a:p>
            <a:pPr lvl="2" indent="-457189" algn="just">
              <a:buClr>
                <a:srgbClr val="554538"/>
              </a:buClr>
              <a:defRPr/>
            </a:pPr>
            <a:r>
              <a:rPr lang="fr-FR" sz="1600" dirty="0">
                <a:solidFill>
                  <a:srgbClr val="000000"/>
                </a:solidFill>
                <a:latin typeface="+mn-lt"/>
                <a:ea typeface="Calibri"/>
                <a:cs typeface="Arial"/>
              </a:rPr>
              <a:t>CR et </a:t>
            </a:r>
            <a:r>
              <a:rPr lang="fr-FR" sz="1600" dirty="0" err="1">
                <a:solidFill>
                  <a:srgbClr val="000000"/>
                </a:solidFill>
                <a:latin typeface="+mn-lt"/>
                <a:ea typeface="Calibri"/>
                <a:cs typeface="Arial"/>
              </a:rPr>
              <a:t>ppt</a:t>
            </a:r>
            <a:r>
              <a:rPr lang="fr-FR" sz="1600" dirty="0">
                <a:solidFill>
                  <a:srgbClr val="000000"/>
                </a:solidFill>
                <a:latin typeface="+mn-lt"/>
                <a:ea typeface="Calibri"/>
                <a:cs typeface="Arial"/>
              </a:rPr>
              <a:t> des ateliers</a:t>
            </a:r>
          </a:p>
          <a:p>
            <a:pPr lvl="2" indent="-457189" algn="just">
              <a:buClr>
                <a:srgbClr val="554538"/>
              </a:buClr>
              <a:defRPr/>
            </a:pPr>
            <a:r>
              <a:rPr lang="fr-FR" sz="1600" dirty="0">
                <a:solidFill>
                  <a:srgbClr val="000000"/>
                </a:solidFill>
                <a:latin typeface="+mn-lt"/>
                <a:ea typeface="Calibri"/>
                <a:cs typeface="Arial"/>
              </a:rPr>
              <a:t>Tableaux de travail et </a:t>
            </a:r>
            <a:r>
              <a:rPr lang="fr-FR" sz="1600" dirty="0" err="1">
                <a:solidFill>
                  <a:srgbClr val="000000"/>
                </a:solidFill>
                <a:latin typeface="+mn-lt"/>
                <a:ea typeface="Calibri"/>
                <a:cs typeface="Arial"/>
              </a:rPr>
              <a:t>ppt</a:t>
            </a:r>
            <a:r>
              <a:rPr lang="fr-FR" sz="1600" dirty="0">
                <a:solidFill>
                  <a:srgbClr val="000000"/>
                </a:solidFill>
                <a:latin typeface="+mn-lt"/>
                <a:ea typeface="Calibri"/>
                <a:cs typeface="Arial"/>
              </a:rPr>
              <a:t> de communication</a:t>
            </a:r>
          </a:p>
          <a:p>
            <a:pPr lvl="2" indent="-457189" algn="just">
              <a:buClr>
                <a:srgbClr val="554538"/>
              </a:buClr>
              <a:defRPr/>
            </a:pPr>
            <a:r>
              <a:rPr lang="fr-FR" sz="1600" dirty="0">
                <a:solidFill>
                  <a:srgbClr val="000000"/>
                </a:solidFill>
                <a:latin typeface="+mn-lt"/>
                <a:ea typeface="Calibri"/>
                <a:cs typeface="Arial"/>
              </a:rPr>
              <a:t>Référentiels utilisés</a:t>
            </a:r>
          </a:p>
          <a:p>
            <a:pPr lvl="1" indent="-457189" algn="just">
              <a:buClr>
                <a:srgbClr val="554538"/>
              </a:buClr>
              <a:defRPr/>
            </a:pPr>
            <a:endParaRPr lang="fr-FR" sz="1600" b="0" dirty="0">
              <a:solidFill>
                <a:srgbClr val="000000"/>
              </a:solidFill>
              <a:latin typeface="+mj-lt"/>
              <a:ea typeface="Calibri"/>
              <a:cs typeface="Arial"/>
            </a:endParaRPr>
          </a:p>
        </p:txBody>
      </p:sp>
      <p:sp>
        <p:nvSpPr>
          <p:cNvPr id="41" name="Espace réservé du numéro de diapositive 16">
            <a:extLst>
              <a:ext uri="{FF2B5EF4-FFF2-40B4-BE49-F238E27FC236}">
                <a16:creationId xmlns:a16="http://schemas.microsoft.com/office/drawing/2014/main" id="{43C2713C-BF78-2B73-AFA2-91C6F489D6AB}"/>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24</a:t>
            </a:fld>
            <a:endParaRPr lang="fr-FR" sz="1000" b="1" dirty="0"/>
          </a:p>
        </p:txBody>
      </p:sp>
      <p:pic>
        <p:nvPicPr>
          <p:cNvPr id="10" name="Image 9">
            <a:extLst>
              <a:ext uri="{FF2B5EF4-FFF2-40B4-BE49-F238E27FC236}">
                <a16:creationId xmlns:a16="http://schemas.microsoft.com/office/drawing/2014/main" id="{99CFA416-4EE7-44DC-032C-DCFC26FF259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25168" y="3539352"/>
            <a:ext cx="1213066" cy="1213066"/>
          </a:xfrm>
          <a:prstGeom prst="rect">
            <a:avLst/>
          </a:prstGeom>
        </p:spPr>
      </p:pic>
      <p:sp>
        <p:nvSpPr>
          <p:cNvPr id="4" name="Espace réservé du pied de page 3">
            <a:extLst>
              <a:ext uri="{FF2B5EF4-FFF2-40B4-BE49-F238E27FC236}">
                <a16:creationId xmlns:a16="http://schemas.microsoft.com/office/drawing/2014/main" id="{625028DD-0F2A-FA38-F79C-C34910D19D3C}"/>
              </a:ext>
            </a:extLst>
          </p:cNvPr>
          <p:cNvSpPr>
            <a:spLocks noGrp="1"/>
          </p:cNvSpPr>
          <p:nvPr>
            <p:ph type="ftr" sz="quarter" idx="3"/>
          </p:nvPr>
        </p:nvSpPr>
        <p:spPr/>
        <p:txBody>
          <a:bodyPr/>
          <a:lstStyle/>
          <a:p>
            <a:endParaRPr lang="fr-FR"/>
          </a:p>
        </p:txBody>
      </p:sp>
      <p:sp>
        <p:nvSpPr>
          <p:cNvPr id="13" name="ZoneTexte 12">
            <a:extLst>
              <a:ext uri="{FF2B5EF4-FFF2-40B4-BE49-F238E27FC236}">
                <a16:creationId xmlns:a16="http://schemas.microsoft.com/office/drawing/2014/main" id="{2D6FB67A-8D85-64DE-F23C-71ABBA0EA6F9}"/>
              </a:ext>
            </a:extLst>
          </p:cNvPr>
          <p:cNvSpPr txBox="1"/>
          <p:nvPr/>
        </p:nvSpPr>
        <p:spPr>
          <a:xfrm>
            <a:off x="7976177" y="4918771"/>
            <a:ext cx="3575316" cy="584775"/>
          </a:xfrm>
          <a:prstGeom prst="rect">
            <a:avLst/>
          </a:prstGeom>
          <a:noFill/>
        </p:spPr>
        <p:txBody>
          <a:bodyPr wrap="square">
            <a:spAutoFit/>
          </a:bodyPr>
          <a:lstStyle/>
          <a:p>
            <a:pPr lvl="2" indent="-457189" algn="ctr">
              <a:buClr>
                <a:srgbClr val="554538"/>
              </a:buClr>
              <a:defRPr/>
            </a:pPr>
            <a:r>
              <a:rPr lang="fr-FR" sz="1600" b="1" dirty="0">
                <a:solidFill>
                  <a:srgbClr val="000000"/>
                </a:solidFill>
                <a:ea typeface="Calibri"/>
                <a:cs typeface="Arial"/>
              </a:rPr>
              <a:t>D</a:t>
            </a:r>
            <a:r>
              <a:rPr lang="fr-FR" sz="1600" b="1" dirty="0">
                <a:solidFill>
                  <a:srgbClr val="000000"/>
                </a:solidFill>
                <a:latin typeface="+mn-lt"/>
                <a:ea typeface="Calibri"/>
                <a:cs typeface="Arial"/>
              </a:rPr>
              <a:t>isponibles sur </a:t>
            </a:r>
          </a:p>
          <a:p>
            <a:pPr lvl="2" indent="-457189" algn="ctr">
              <a:buClr>
                <a:srgbClr val="554538"/>
              </a:buClr>
              <a:defRPr/>
            </a:pPr>
            <a:r>
              <a:rPr lang="fr-FR" sz="1600" b="1" dirty="0">
                <a:solidFill>
                  <a:srgbClr val="000000"/>
                </a:solidFill>
                <a:latin typeface="+mn-lt"/>
                <a:ea typeface="Calibri"/>
                <a:cs typeface="Arial"/>
              </a:rPr>
              <a:t>le </a:t>
            </a:r>
            <a:r>
              <a:rPr lang="fr-FR" sz="1600" b="1" dirty="0">
                <a:solidFill>
                  <a:srgbClr val="0563C1"/>
                </a:solidFill>
                <a:latin typeface="+mn-lt"/>
                <a:ea typeface="Calibri"/>
                <a:cs typeface="Arial"/>
                <a:hlinkClick r:id="rId6">
                  <a:extLst>
                    <a:ext uri="{A12FA001-AC4F-418D-AE19-62706E023703}">
                      <ahyp:hlinkClr xmlns:ahyp="http://schemas.microsoft.com/office/drawing/2018/hyperlinkcolor" val="tx"/>
                    </a:ext>
                  </a:extLst>
                </a:hlinkClick>
              </a:rPr>
              <a:t>GitHub</a:t>
            </a:r>
            <a:r>
              <a:rPr lang="fr-FR" sz="1600" b="1" dirty="0">
                <a:solidFill>
                  <a:srgbClr val="000000"/>
                </a:solidFill>
                <a:latin typeface="+mn-lt"/>
                <a:ea typeface="Calibri"/>
                <a:cs typeface="Arial"/>
              </a:rPr>
              <a:t> et la page </a:t>
            </a:r>
            <a:r>
              <a:rPr lang="fr-FR" sz="1600" b="1" dirty="0">
                <a:solidFill>
                  <a:srgbClr val="0563C1"/>
                </a:solidFill>
                <a:latin typeface="+mn-lt"/>
                <a:ea typeface="Calibri"/>
                <a:cs typeface="Arial"/>
                <a:hlinkClick r:id="rId7">
                  <a:extLst>
                    <a:ext uri="{A12FA001-AC4F-418D-AE19-62706E023703}">
                      <ahyp:hlinkClr xmlns:ahyp="http://schemas.microsoft.com/office/drawing/2018/hyperlinkcolor" val="tx"/>
                    </a:ext>
                  </a:extLst>
                </a:hlinkClick>
              </a:rPr>
              <a:t>CNIG</a:t>
            </a:r>
            <a:endParaRPr lang="fr-FR" sz="1600" b="1" dirty="0">
              <a:solidFill>
                <a:srgbClr val="0563C1"/>
              </a:solidFill>
              <a:latin typeface="+mn-lt"/>
              <a:ea typeface="Calibri"/>
              <a:cs typeface="Arial"/>
            </a:endParaRPr>
          </a:p>
        </p:txBody>
      </p:sp>
    </p:spTree>
    <p:extLst>
      <p:ext uri="{BB962C8B-B14F-4D97-AF65-F5344CB8AC3E}">
        <p14:creationId xmlns:p14="http://schemas.microsoft.com/office/powerpoint/2010/main" val="33257458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9EA99-A533-625A-EFA1-6C7B460946F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BCD411E-09DC-C789-FF79-7659DC5F94F4}"/>
              </a:ext>
            </a:extLst>
          </p:cNvPr>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t>SAV</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F18F6FF0-8444-699B-C9D7-BF3D4F9BEC3C}"/>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20AB3BE1-2C4A-C5FD-2FB6-62FFCFD287FA}"/>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AE29FE68-E4C5-19D7-7BA9-BFBA92C32074}"/>
              </a:ext>
            </a:extLst>
          </p:cNvPr>
          <p:cNvSpPr>
            <a:spLocks noGrp="1"/>
          </p:cNvSpPr>
          <p:nvPr/>
        </p:nvSpPr>
        <p:spPr>
          <a:xfrm>
            <a:off x="275643" y="925432"/>
            <a:ext cx="11916357"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57189" algn="just">
              <a:buClr>
                <a:srgbClr val="554538"/>
              </a:buClr>
              <a:defRPr/>
            </a:pPr>
            <a:r>
              <a:rPr lang="fr-FR" sz="1800" b="0" dirty="0">
                <a:solidFill>
                  <a:srgbClr val="000000"/>
                </a:solidFill>
                <a:latin typeface="+mn-lt"/>
                <a:ea typeface="Calibri"/>
                <a:cs typeface="Arial"/>
              </a:rPr>
              <a:t>Peut demander des explications ou faire remonter/recenser des besoins de </a:t>
            </a:r>
            <a:r>
              <a:rPr lang="fr-FR" sz="1800" b="0" dirty="0" err="1">
                <a:solidFill>
                  <a:srgbClr val="000000"/>
                </a:solidFill>
                <a:latin typeface="+mn-lt"/>
                <a:ea typeface="Calibri"/>
                <a:cs typeface="Arial"/>
              </a:rPr>
              <a:t>majs</a:t>
            </a:r>
            <a:endParaRPr lang="fr-FR" sz="1800" b="0" dirty="0">
              <a:solidFill>
                <a:srgbClr val="000000"/>
              </a:solidFill>
              <a:latin typeface="+mn-lt"/>
              <a:ea typeface="Calibri"/>
              <a:cs typeface="Arial"/>
            </a:endParaRPr>
          </a:p>
          <a:p>
            <a:pPr lvl="2" indent="-457189" algn="just">
              <a:buClr>
                <a:srgbClr val="554538"/>
              </a:buClr>
              <a:defRPr/>
            </a:pPr>
            <a:r>
              <a:rPr lang="fr-FR" dirty="0">
                <a:solidFill>
                  <a:srgbClr val="000000"/>
                </a:solidFill>
                <a:latin typeface="+mn-lt"/>
                <a:ea typeface="Calibri"/>
                <a:cs typeface="Arial"/>
              </a:rPr>
              <a:t>Via le </a:t>
            </a:r>
            <a:r>
              <a:rPr lang="fr-FR" b="1" dirty="0">
                <a:solidFill>
                  <a:srgbClr val="000000"/>
                </a:solidFill>
                <a:latin typeface="+mn-lt"/>
                <a:ea typeface="Calibri"/>
                <a:cs typeface="Arial"/>
              </a:rPr>
              <a:t>GitHub</a:t>
            </a:r>
            <a:r>
              <a:rPr lang="fr-FR" dirty="0">
                <a:solidFill>
                  <a:srgbClr val="000000"/>
                </a:solidFill>
                <a:latin typeface="+mn-lt"/>
                <a:ea typeface="Calibri"/>
                <a:cs typeface="Arial"/>
              </a:rPr>
              <a:t> et les </a:t>
            </a:r>
            <a:r>
              <a:rPr lang="fr-FR" b="1" dirty="0">
                <a:solidFill>
                  <a:srgbClr val="000000"/>
                </a:solidFill>
                <a:latin typeface="+mn-lt"/>
                <a:ea typeface="Calibri"/>
                <a:cs typeface="Arial"/>
              </a:rPr>
              <a:t>issues</a:t>
            </a:r>
            <a:r>
              <a:rPr lang="fr-FR" dirty="0">
                <a:solidFill>
                  <a:srgbClr val="000000"/>
                </a:solidFill>
                <a:latin typeface="+mn-lt"/>
                <a:ea typeface="Calibri"/>
                <a:cs typeface="Arial"/>
              </a:rPr>
              <a:t> </a:t>
            </a:r>
          </a:p>
          <a:p>
            <a:pPr lvl="3" indent="-457189" algn="just">
              <a:buClr>
                <a:srgbClr val="554538"/>
              </a:buClr>
              <a:defRPr/>
            </a:pPr>
            <a:r>
              <a:rPr lang="fr-FR" b="1" dirty="0">
                <a:solidFill>
                  <a:srgbClr val="000000"/>
                </a:solidFill>
                <a:ea typeface="Calibri"/>
                <a:cs typeface="Arial"/>
              </a:rPr>
              <a:t>Comme un ticket, permet conserver une trace </a:t>
            </a:r>
            <a:r>
              <a:rPr lang="fr-FR" b="0" dirty="0">
                <a:solidFill>
                  <a:srgbClr val="000000"/>
                </a:solidFill>
                <a:ea typeface="Calibri"/>
                <a:cs typeface="Arial"/>
              </a:rPr>
              <a:t>(pas perdu dans une boîte mail obscure…)</a:t>
            </a:r>
          </a:p>
          <a:p>
            <a:pPr marL="1143011" lvl="3" indent="0" algn="just">
              <a:buClr>
                <a:srgbClr val="554538"/>
              </a:buClr>
              <a:buNone/>
              <a:defRPr/>
            </a:pPr>
            <a:endParaRPr lang="fr-FR" dirty="0">
              <a:solidFill>
                <a:srgbClr val="000000"/>
              </a:solidFill>
              <a:ea typeface="Calibri"/>
              <a:cs typeface="Arial"/>
            </a:endParaRPr>
          </a:p>
          <a:p>
            <a:pPr marL="1143011" lvl="3" indent="0" algn="just">
              <a:buClr>
                <a:srgbClr val="554538"/>
              </a:buClr>
              <a:buNone/>
              <a:defRPr/>
            </a:pPr>
            <a:endParaRPr lang="fr-FR" b="0" dirty="0">
              <a:solidFill>
                <a:srgbClr val="000000"/>
              </a:solidFill>
              <a:ea typeface="Calibri"/>
              <a:cs typeface="Arial"/>
            </a:endParaRPr>
          </a:p>
          <a:p>
            <a:pPr lvl="2" indent="-457189" algn="just">
              <a:buClr>
                <a:srgbClr val="554538"/>
              </a:buClr>
              <a:defRPr/>
            </a:pPr>
            <a:r>
              <a:rPr lang="fr-FR" dirty="0">
                <a:solidFill>
                  <a:srgbClr val="000000"/>
                </a:solidFill>
                <a:latin typeface="+mn-lt"/>
                <a:ea typeface="Calibri"/>
                <a:cs typeface="Arial"/>
              </a:rPr>
              <a:t>Via la page </a:t>
            </a:r>
            <a:r>
              <a:rPr lang="fr-FR" b="1" dirty="0">
                <a:solidFill>
                  <a:srgbClr val="000000"/>
                </a:solidFill>
                <a:latin typeface="+mn-lt"/>
                <a:ea typeface="Calibri"/>
                <a:cs typeface="Arial"/>
              </a:rPr>
              <a:t>CNIG</a:t>
            </a:r>
          </a:p>
          <a:p>
            <a:pPr lvl="3" indent="-457189" algn="just">
              <a:buClr>
                <a:srgbClr val="554538"/>
              </a:buClr>
              <a:defRPr/>
            </a:pPr>
            <a:r>
              <a:rPr lang="fr-FR" b="0" dirty="0">
                <a:solidFill>
                  <a:srgbClr val="000000"/>
                </a:solidFill>
                <a:ea typeface="Calibri"/>
                <a:cs typeface="Arial"/>
              </a:rPr>
              <a:t>Contact général </a:t>
            </a:r>
          </a:p>
          <a:p>
            <a:pPr lvl="3" indent="-457189" algn="just">
              <a:buClr>
                <a:srgbClr val="554538"/>
              </a:buClr>
              <a:defRPr/>
            </a:pPr>
            <a:endParaRPr lang="fr-FR" dirty="0">
              <a:solidFill>
                <a:srgbClr val="000000"/>
              </a:solidFill>
              <a:ea typeface="Calibri"/>
              <a:cs typeface="Arial"/>
            </a:endParaRPr>
          </a:p>
          <a:p>
            <a:pPr marL="1143011" lvl="3" indent="0" algn="just">
              <a:buClr>
                <a:srgbClr val="554538"/>
              </a:buClr>
              <a:buNone/>
              <a:defRPr/>
            </a:pPr>
            <a:endParaRPr lang="fr-FR" b="0" dirty="0">
              <a:solidFill>
                <a:srgbClr val="000000"/>
              </a:solidFill>
              <a:ea typeface="Calibri"/>
              <a:cs typeface="Arial"/>
            </a:endParaRPr>
          </a:p>
          <a:p>
            <a:pPr lvl="1" indent="-457189" algn="just">
              <a:buClr>
                <a:srgbClr val="554538"/>
              </a:buClr>
              <a:defRPr/>
            </a:pPr>
            <a:endParaRPr lang="fr-FR" sz="1800" b="0" dirty="0">
              <a:solidFill>
                <a:srgbClr val="000000"/>
              </a:solidFill>
              <a:latin typeface="+mn-lt"/>
              <a:ea typeface="Calibri"/>
              <a:cs typeface="Arial"/>
            </a:endParaRPr>
          </a:p>
          <a:p>
            <a:pPr lvl="1" indent="-457189" algn="just">
              <a:buClr>
                <a:srgbClr val="554538"/>
              </a:buClr>
              <a:defRPr/>
            </a:pPr>
            <a:endParaRPr lang="fr-FR" sz="1800" b="0" dirty="0">
              <a:solidFill>
                <a:srgbClr val="000000"/>
              </a:solidFill>
              <a:latin typeface="+mn-lt"/>
              <a:ea typeface="Calibri"/>
              <a:cs typeface="Arial"/>
            </a:endParaRPr>
          </a:p>
          <a:p>
            <a:pPr marL="228611" lvl="1" indent="0" algn="just">
              <a:buClr>
                <a:srgbClr val="554538"/>
              </a:buClr>
              <a:buNone/>
              <a:defRPr/>
            </a:pPr>
            <a:endParaRPr lang="fr-FR" sz="1800" b="0" dirty="0">
              <a:solidFill>
                <a:srgbClr val="000000"/>
              </a:solidFill>
              <a:latin typeface="+mn-lt"/>
              <a:ea typeface="Calibri"/>
              <a:cs typeface="Arial"/>
            </a:endParaRPr>
          </a:p>
          <a:p>
            <a:pPr lvl="1" indent="-457189" algn="just">
              <a:buClr>
                <a:srgbClr val="554538"/>
              </a:buClr>
              <a:defRPr/>
            </a:pPr>
            <a:endParaRPr lang="fr-FR" sz="1800" b="0" dirty="0">
              <a:solidFill>
                <a:srgbClr val="000000"/>
              </a:solidFill>
              <a:latin typeface="+mn-lt"/>
              <a:ea typeface="Calibri"/>
              <a:cs typeface="Arial"/>
            </a:endParaRPr>
          </a:p>
          <a:p>
            <a:pPr lvl="1" indent="-457189" algn="just">
              <a:buClr>
                <a:srgbClr val="554538"/>
              </a:buClr>
              <a:defRPr/>
            </a:pPr>
            <a:r>
              <a:rPr lang="fr-FR" sz="1800" b="0" dirty="0">
                <a:solidFill>
                  <a:srgbClr val="000000"/>
                </a:solidFill>
                <a:latin typeface="+mn-lt"/>
                <a:ea typeface="Calibri"/>
                <a:cs typeface="Arial"/>
              </a:rPr>
              <a:t>Publication de la V2 en 2026</a:t>
            </a:r>
          </a:p>
          <a:p>
            <a:pPr lvl="2" indent="-457189" algn="just">
              <a:buClr>
                <a:srgbClr val="554538"/>
              </a:buClr>
              <a:defRPr/>
            </a:pPr>
            <a:r>
              <a:rPr lang="fr-FR" dirty="0">
                <a:solidFill>
                  <a:srgbClr val="000000"/>
                </a:solidFill>
                <a:latin typeface="+mn-lt"/>
                <a:ea typeface="Calibri"/>
                <a:cs typeface="Arial"/>
              </a:rPr>
              <a:t>Il faudra ressaisir le CNIG pour une V3 → pas tout de suite…</a:t>
            </a:r>
          </a:p>
        </p:txBody>
      </p:sp>
      <p:sp>
        <p:nvSpPr>
          <p:cNvPr id="41" name="Espace réservé du numéro de diapositive 16">
            <a:extLst>
              <a:ext uri="{FF2B5EF4-FFF2-40B4-BE49-F238E27FC236}">
                <a16:creationId xmlns:a16="http://schemas.microsoft.com/office/drawing/2014/main" id="{99E83186-5055-F5BB-2EAA-F335A3B2DB4A}"/>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25</a:t>
            </a:fld>
            <a:endParaRPr lang="fr-FR" sz="1000" b="1" dirty="0"/>
          </a:p>
        </p:txBody>
      </p:sp>
      <p:sp>
        <p:nvSpPr>
          <p:cNvPr id="4" name="Espace réservé du pied de page 3">
            <a:extLst>
              <a:ext uri="{FF2B5EF4-FFF2-40B4-BE49-F238E27FC236}">
                <a16:creationId xmlns:a16="http://schemas.microsoft.com/office/drawing/2014/main" id="{9A710C2A-D744-AA4F-404C-82DF9FE78B48}"/>
              </a:ext>
            </a:extLst>
          </p:cNvPr>
          <p:cNvSpPr>
            <a:spLocks noGrp="1"/>
          </p:cNvSpPr>
          <p:nvPr>
            <p:ph type="ftr" sz="quarter" idx="3"/>
          </p:nvPr>
        </p:nvSpPr>
        <p:spPr/>
        <p:txBody>
          <a:bodyPr/>
          <a:lstStyle/>
          <a:p>
            <a:endParaRPr lang="fr-FR"/>
          </a:p>
        </p:txBody>
      </p:sp>
      <p:pic>
        <p:nvPicPr>
          <p:cNvPr id="13" name="Image 12">
            <a:extLst>
              <a:ext uri="{FF2B5EF4-FFF2-40B4-BE49-F238E27FC236}">
                <a16:creationId xmlns:a16="http://schemas.microsoft.com/office/drawing/2014/main" id="{5D7D9BFA-1BD2-BF52-356E-05A328C14784}"/>
              </a:ext>
            </a:extLst>
          </p:cNvPr>
          <p:cNvPicPr>
            <a:picLocks noChangeAspect="1"/>
          </p:cNvPicPr>
          <p:nvPr/>
        </p:nvPicPr>
        <p:blipFill>
          <a:blip r:embed="rId5"/>
          <a:srcRect l="37931"/>
          <a:stretch>
            <a:fillRect/>
          </a:stretch>
        </p:blipFill>
        <p:spPr>
          <a:xfrm>
            <a:off x="6096000" y="4485317"/>
            <a:ext cx="5293738" cy="943819"/>
          </a:xfrm>
          <a:prstGeom prst="rect">
            <a:avLst/>
          </a:prstGeom>
        </p:spPr>
      </p:pic>
      <p:pic>
        <p:nvPicPr>
          <p:cNvPr id="16" name="Image 15">
            <a:extLst>
              <a:ext uri="{FF2B5EF4-FFF2-40B4-BE49-F238E27FC236}">
                <a16:creationId xmlns:a16="http://schemas.microsoft.com/office/drawing/2014/main" id="{AA113FE0-78DA-5D28-1777-0DD86E8F6BD6}"/>
              </a:ext>
            </a:extLst>
          </p:cNvPr>
          <p:cNvPicPr>
            <a:picLocks noChangeAspect="1"/>
          </p:cNvPicPr>
          <p:nvPr/>
        </p:nvPicPr>
        <p:blipFill>
          <a:blip r:embed="rId6"/>
          <a:srcRect b="12900"/>
          <a:stretch>
            <a:fillRect/>
          </a:stretch>
        </p:blipFill>
        <p:spPr>
          <a:xfrm>
            <a:off x="5432824" y="2238697"/>
            <a:ext cx="5838351" cy="1811914"/>
          </a:xfrm>
          <a:prstGeom prst="rect">
            <a:avLst/>
          </a:prstGeom>
        </p:spPr>
      </p:pic>
      <p:sp>
        <p:nvSpPr>
          <p:cNvPr id="17" name="Ellipse 16">
            <a:extLst>
              <a:ext uri="{FF2B5EF4-FFF2-40B4-BE49-F238E27FC236}">
                <a16:creationId xmlns:a16="http://schemas.microsoft.com/office/drawing/2014/main" id="{67EB42E7-444A-3724-19C2-FC2FF43DA44D}"/>
              </a:ext>
            </a:extLst>
          </p:cNvPr>
          <p:cNvSpPr/>
          <p:nvPr/>
        </p:nvSpPr>
        <p:spPr>
          <a:xfrm>
            <a:off x="5898843" y="2525835"/>
            <a:ext cx="669956" cy="316872"/>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llipse 18">
            <a:extLst>
              <a:ext uri="{FF2B5EF4-FFF2-40B4-BE49-F238E27FC236}">
                <a16:creationId xmlns:a16="http://schemas.microsoft.com/office/drawing/2014/main" id="{1F6BE4B0-2728-E253-3958-B090E3D7D2E4}"/>
              </a:ext>
            </a:extLst>
          </p:cNvPr>
          <p:cNvSpPr/>
          <p:nvPr/>
        </p:nvSpPr>
        <p:spPr>
          <a:xfrm>
            <a:off x="10409058" y="4609672"/>
            <a:ext cx="980679" cy="316872"/>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1" name="Connecteur droit avec flèche 20">
            <a:extLst>
              <a:ext uri="{FF2B5EF4-FFF2-40B4-BE49-F238E27FC236}">
                <a16:creationId xmlns:a16="http://schemas.microsoft.com/office/drawing/2014/main" id="{7E9907D5-FA4F-E2A8-2E3F-3288F078F499}"/>
              </a:ext>
            </a:extLst>
          </p:cNvPr>
          <p:cNvCxnSpPr/>
          <p:nvPr/>
        </p:nvCxnSpPr>
        <p:spPr>
          <a:xfrm>
            <a:off x="4264182" y="1475715"/>
            <a:ext cx="1634661" cy="117695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necteur droit avec flèche 21">
            <a:extLst>
              <a:ext uri="{FF2B5EF4-FFF2-40B4-BE49-F238E27FC236}">
                <a16:creationId xmlns:a16="http://schemas.microsoft.com/office/drawing/2014/main" id="{E8B5916B-6B99-B775-1799-9F5C4A9E2FE4}"/>
              </a:ext>
            </a:extLst>
          </p:cNvPr>
          <p:cNvCxnSpPr>
            <a:cxnSpLocks/>
            <a:endCxn id="19" idx="2"/>
          </p:cNvCxnSpPr>
          <p:nvPr/>
        </p:nvCxnSpPr>
        <p:spPr>
          <a:xfrm>
            <a:off x="3763566" y="3061531"/>
            <a:ext cx="6645492" cy="1706577"/>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26" name="Image 25">
            <a:extLst>
              <a:ext uri="{FF2B5EF4-FFF2-40B4-BE49-F238E27FC236}">
                <a16:creationId xmlns:a16="http://schemas.microsoft.com/office/drawing/2014/main" id="{DE0D5A51-7EA2-7CD5-7BB6-FE8AA4A0D56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29664" y="347789"/>
            <a:ext cx="817320" cy="817320"/>
          </a:xfrm>
          <a:prstGeom prst="rect">
            <a:avLst/>
          </a:prstGeom>
        </p:spPr>
      </p:pic>
    </p:spTree>
    <p:extLst>
      <p:ext uri="{BB962C8B-B14F-4D97-AF65-F5344CB8AC3E}">
        <p14:creationId xmlns:p14="http://schemas.microsoft.com/office/powerpoint/2010/main" val="20706535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6A2C6-5B15-752E-5952-C5416FBA521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B91F5E2-F459-B650-9F43-124D3690AE5A}"/>
              </a:ext>
            </a:extLst>
          </p:cNvPr>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err="1"/>
              <a:t>Schema</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6E6DBECC-31C2-4705-299A-777BD2C288B9}"/>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EAE12590-B25C-1760-C40B-34D1E08E83BB}"/>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EB3C3BE8-121E-93C2-E4F4-E10A6B6B3137}"/>
              </a:ext>
            </a:extLst>
          </p:cNvPr>
          <p:cNvSpPr>
            <a:spLocks noGrp="1"/>
          </p:cNvSpPr>
          <p:nvPr/>
        </p:nvSpPr>
        <p:spPr>
          <a:xfrm>
            <a:off x="220092" y="855424"/>
            <a:ext cx="11551699"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base">
              <a:buNone/>
            </a:pPr>
            <a:r>
              <a:rPr lang="fr-FR" sz="1867" b="0" dirty="0">
                <a:solidFill>
                  <a:srgbClr val="000000"/>
                </a:solidFill>
                <a:latin typeface="+mn-lt"/>
              </a:rPr>
              <a:t>Disponible sur le GitHub du GT: </a:t>
            </a:r>
          </a:p>
          <a:p>
            <a:pPr marL="0" indent="0" algn="just" fontAlgn="base">
              <a:buNone/>
            </a:pPr>
            <a:r>
              <a:rPr lang="fr-FR" sz="1867" b="0" dirty="0">
                <a:solidFill>
                  <a:srgbClr val="000000"/>
                </a:solidFill>
                <a:latin typeface="+mn-lt"/>
                <a:hlinkClick r:id="rId5"/>
              </a:rPr>
              <a:t>https://github.com/cnigfr/DessertesEnForet-schema/tree/master/schema</a:t>
            </a:r>
            <a:r>
              <a:rPr lang="fr-FR" sz="1867" b="0" dirty="0">
                <a:solidFill>
                  <a:srgbClr val="000000"/>
                </a:solidFill>
                <a:latin typeface="+mn-lt"/>
              </a:rPr>
              <a:t> </a:t>
            </a:r>
          </a:p>
          <a:p>
            <a:pPr marL="0" indent="0" algn="just" fontAlgn="base">
              <a:buNone/>
            </a:pPr>
            <a:r>
              <a:rPr lang="fr-FR" sz="1867" b="0" dirty="0">
                <a:solidFill>
                  <a:srgbClr val="000000"/>
                </a:solidFill>
                <a:latin typeface="+mn-lt"/>
              </a:rPr>
              <a:t>(bientôt sur schema.data.gouv.fr)</a:t>
            </a:r>
          </a:p>
        </p:txBody>
      </p:sp>
      <p:sp>
        <p:nvSpPr>
          <p:cNvPr id="6" name="Espace réservé du numéro de diapositive 16">
            <a:extLst>
              <a:ext uri="{FF2B5EF4-FFF2-40B4-BE49-F238E27FC236}">
                <a16:creationId xmlns:a16="http://schemas.microsoft.com/office/drawing/2014/main" id="{C035EA48-0AF0-973C-3012-75BF30B0549F}"/>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26</a:t>
            </a:fld>
            <a:endParaRPr lang="fr-FR" sz="1000" b="1" dirty="0"/>
          </a:p>
        </p:txBody>
      </p:sp>
      <p:pic>
        <p:nvPicPr>
          <p:cNvPr id="8" name="Image 7">
            <a:extLst>
              <a:ext uri="{FF2B5EF4-FFF2-40B4-BE49-F238E27FC236}">
                <a16:creationId xmlns:a16="http://schemas.microsoft.com/office/drawing/2014/main" id="{B61B820E-DD7E-7764-53FC-03455B87490B}"/>
              </a:ext>
            </a:extLst>
          </p:cNvPr>
          <p:cNvPicPr>
            <a:picLocks noChangeAspect="1"/>
          </p:cNvPicPr>
          <p:nvPr/>
        </p:nvPicPr>
        <p:blipFill>
          <a:blip r:embed="rId6"/>
          <a:stretch>
            <a:fillRect/>
          </a:stretch>
        </p:blipFill>
        <p:spPr>
          <a:xfrm>
            <a:off x="420209" y="2094920"/>
            <a:ext cx="4871093" cy="4191000"/>
          </a:xfrm>
          <a:prstGeom prst="rect">
            <a:avLst/>
          </a:prstGeom>
        </p:spPr>
      </p:pic>
      <p:pic>
        <p:nvPicPr>
          <p:cNvPr id="11" name="Image 10">
            <a:extLst>
              <a:ext uri="{FF2B5EF4-FFF2-40B4-BE49-F238E27FC236}">
                <a16:creationId xmlns:a16="http://schemas.microsoft.com/office/drawing/2014/main" id="{1EC321CD-B3D3-AD26-B00B-441EFFF72E28}"/>
              </a:ext>
            </a:extLst>
          </p:cNvPr>
          <p:cNvPicPr>
            <a:picLocks noChangeAspect="1"/>
          </p:cNvPicPr>
          <p:nvPr/>
        </p:nvPicPr>
        <p:blipFill>
          <a:blip r:embed="rId7"/>
          <a:stretch>
            <a:fillRect/>
          </a:stretch>
        </p:blipFill>
        <p:spPr>
          <a:xfrm>
            <a:off x="5765815" y="2627155"/>
            <a:ext cx="5601550" cy="2945416"/>
          </a:xfrm>
          <a:prstGeom prst="rect">
            <a:avLst/>
          </a:prstGeom>
        </p:spPr>
      </p:pic>
      <p:sp>
        <p:nvSpPr>
          <p:cNvPr id="4" name="Espace réservé du pied de page 3">
            <a:extLst>
              <a:ext uri="{FF2B5EF4-FFF2-40B4-BE49-F238E27FC236}">
                <a16:creationId xmlns:a16="http://schemas.microsoft.com/office/drawing/2014/main" id="{797B10AA-430B-3E41-E9CF-C1A1028D2AD9}"/>
              </a:ext>
            </a:extLst>
          </p:cNvPr>
          <p:cNvSpPr>
            <a:spLocks noGrp="1"/>
          </p:cNvSpPr>
          <p:nvPr>
            <p:ph type="ftr" sz="quarter" idx="3"/>
          </p:nvPr>
        </p:nvSpPr>
        <p:spPr/>
        <p:txBody>
          <a:bodyPr/>
          <a:lstStyle/>
          <a:p>
            <a:endParaRPr lang="fr-FR"/>
          </a:p>
        </p:txBody>
      </p:sp>
      <p:sp>
        <p:nvSpPr>
          <p:cNvPr id="16" name="Espace réservé du pied de page 10">
            <a:extLst>
              <a:ext uri="{FF2B5EF4-FFF2-40B4-BE49-F238E27FC236}">
                <a16:creationId xmlns:a16="http://schemas.microsoft.com/office/drawing/2014/main" id="{A46072DE-601C-27AE-ABB5-93E1E550B74C}"/>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pic>
        <p:nvPicPr>
          <p:cNvPr id="18" name="Image 17">
            <a:extLst>
              <a:ext uri="{FF2B5EF4-FFF2-40B4-BE49-F238E27FC236}">
                <a16:creationId xmlns:a16="http://schemas.microsoft.com/office/drawing/2014/main" id="{A5971B5D-6510-A0A0-587B-3377098AD8F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312203" y="325390"/>
            <a:ext cx="1459588" cy="1459588"/>
          </a:xfrm>
          <a:prstGeom prst="rect">
            <a:avLst/>
          </a:prstGeom>
        </p:spPr>
      </p:pic>
    </p:spTree>
    <p:extLst>
      <p:ext uri="{BB962C8B-B14F-4D97-AF65-F5344CB8AC3E}">
        <p14:creationId xmlns:p14="http://schemas.microsoft.com/office/powerpoint/2010/main" val="6998171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17854-D847-B4D6-FB11-1F5042D795B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E274E3C-E67C-EAD0-633F-C0E3EABA7A3B}"/>
              </a:ext>
            </a:extLst>
          </p:cNvPr>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t>Table de correspondance</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E0BB3BC8-B65E-A21E-27EE-BBAB55459937}"/>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92BE2790-8821-8198-6059-B64E7C20FABD}"/>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F25BCA62-6C28-1E93-45F1-75A819006314}"/>
              </a:ext>
            </a:extLst>
          </p:cNvPr>
          <p:cNvSpPr>
            <a:spLocks noGrp="1"/>
          </p:cNvSpPr>
          <p:nvPr/>
        </p:nvSpPr>
        <p:spPr>
          <a:xfrm>
            <a:off x="220092" y="1073978"/>
            <a:ext cx="11551699"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base">
              <a:buNone/>
            </a:pPr>
            <a:r>
              <a:rPr lang="fr-FR" sz="1600" b="0" dirty="0">
                <a:solidFill>
                  <a:srgbClr val="000000"/>
                </a:solidFill>
                <a:latin typeface="+mn-lt"/>
              </a:rPr>
              <a:t>Tableau de correspondance (entre la V1 et la V2 + entre les attributs du standard et les champs BD TOPO)</a:t>
            </a:r>
          </a:p>
        </p:txBody>
      </p:sp>
      <p:pic>
        <p:nvPicPr>
          <p:cNvPr id="11" name="Image 10">
            <a:extLst>
              <a:ext uri="{FF2B5EF4-FFF2-40B4-BE49-F238E27FC236}">
                <a16:creationId xmlns:a16="http://schemas.microsoft.com/office/drawing/2014/main" id="{6B338CBC-EC3F-A44B-BF13-0565320287A6}"/>
              </a:ext>
            </a:extLst>
          </p:cNvPr>
          <p:cNvPicPr>
            <a:picLocks noChangeAspect="1"/>
          </p:cNvPicPr>
          <p:nvPr/>
        </p:nvPicPr>
        <p:blipFill>
          <a:blip r:embed="rId5"/>
          <a:stretch>
            <a:fillRect/>
          </a:stretch>
        </p:blipFill>
        <p:spPr>
          <a:xfrm>
            <a:off x="621483" y="1409102"/>
            <a:ext cx="10949034" cy="5208898"/>
          </a:xfrm>
          <a:prstGeom prst="rect">
            <a:avLst/>
          </a:prstGeom>
        </p:spPr>
      </p:pic>
      <p:sp>
        <p:nvSpPr>
          <p:cNvPr id="4" name="Espace réservé du pied de page 3">
            <a:extLst>
              <a:ext uri="{FF2B5EF4-FFF2-40B4-BE49-F238E27FC236}">
                <a16:creationId xmlns:a16="http://schemas.microsoft.com/office/drawing/2014/main" id="{5E4143D4-F621-7392-A36F-968004B2EED5}"/>
              </a:ext>
            </a:extLst>
          </p:cNvPr>
          <p:cNvSpPr>
            <a:spLocks noGrp="1"/>
          </p:cNvSpPr>
          <p:nvPr>
            <p:ph type="ftr" sz="quarter" idx="3"/>
          </p:nvPr>
        </p:nvSpPr>
        <p:spPr/>
        <p:txBody>
          <a:bodyPr/>
          <a:lstStyle/>
          <a:p>
            <a:endParaRPr lang="fr-FR"/>
          </a:p>
        </p:txBody>
      </p:sp>
      <p:pic>
        <p:nvPicPr>
          <p:cNvPr id="8" name="Image 7">
            <a:extLst>
              <a:ext uri="{FF2B5EF4-FFF2-40B4-BE49-F238E27FC236}">
                <a16:creationId xmlns:a16="http://schemas.microsoft.com/office/drawing/2014/main" id="{7D5EA539-8D83-12F5-6DA4-673820CF26E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261956" y="92027"/>
            <a:ext cx="928127" cy="928127"/>
          </a:xfrm>
          <a:prstGeom prst="rect">
            <a:avLst/>
          </a:prstGeom>
        </p:spPr>
      </p:pic>
    </p:spTree>
    <p:extLst>
      <p:ext uri="{BB962C8B-B14F-4D97-AF65-F5344CB8AC3E}">
        <p14:creationId xmlns:p14="http://schemas.microsoft.com/office/powerpoint/2010/main" val="11685521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04EF7-6447-DA5F-DFF0-079EA13CC4B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1A0196B-0AC8-6F5D-2EDF-9C97AE1C2340}"/>
              </a:ext>
            </a:extLst>
          </p:cNvPr>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t>Table de correspondance</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308AE8AF-2A80-1B24-4FCF-12E07031BD6C}"/>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F589252A-330F-2351-90EE-971303D7F321}"/>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A99329B6-B78F-2EBC-8CBD-7F51BA6FDE2A}"/>
              </a:ext>
            </a:extLst>
          </p:cNvPr>
          <p:cNvSpPr>
            <a:spLocks noGrp="1"/>
          </p:cNvSpPr>
          <p:nvPr/>
        </p:nvSpPr>
        <p:spPr>
          <a:xfrm>
            <a:off x="220092" y="1073978"/>
            <a:ext cx="11551699"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base">
              <a:buNone/>
            </a:pPr>
            <a:r>
              <a:rPr lang="fr-FR" sz="1600" b="0" dirty="0">
                <a:solidFill>
                  <a:srgbClr val="000000"/>
                </a:solidFill>
                <a:latin typeface="+mn-lt"/>
              </a:rPr>
              <a:t>Tableau de correspondance (entre modèle AFIGEO et la V2 + entre les attributs du standard et les champs BD TOPO)</a:t>
            </a:r>
          </a:p>
        </p:txBody>
      </p:sp>
      <p:sp>
        <p:nvSpPr>
          <p:cNvPr id="4" name="Espace réservé du pied de page 3">
            <a:extLst>
              <a:ext uri="{FF2B5EF4-FFF2-40B4-BE49-F238E27FC236}">
                <a16:creationId xmlns:a16="http://schemas.microsoft.com/office/drawing/2014/main" id="{0C5A9D6D-A51E-4D80-C109-8A2BF7C008E0}"/>
              </a:ext>
            </a:extLst>
          </p:cNvPr>
          <p:cNvSpPr>
            <a:spLocks noGrp="1"/>
          </p:cNvSpPr>
          <p:nvPr>
            <p:ph type="ftr" sz="quarter" idx="3"/>
          </p:nvPr>
        </p:nvSpPr>
        <p:spPr/>
        <p:txBody>
          <a:bodyPr/>
          <a:lstStyle/>
          <a:p>
            <a:endParaRPr lang="fr-FR"/>
          </a:p>
        </p:txBody>
      </p:sp>
      <p:pic>
        <p:nvPicPr>
          <p:cNvPr id="8" name="Image 7">
            <a:extLst>
              <a:ext uri="{FF2B5EF4-FFF2-40B4-BE49-F238E27FC236}">
                <a16:creationId xmlns:a16="http://schemas.microsoft.com/office/drawing/2014/main" id="{0CACAE5C-5798-C8E0-433F-F16F4F4AFD9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61956" y="92027"/>
            <a:ext cx="928127" cy="928127"/>
          </a:xfrm>
          <a:prstGeom prst="rect">
            <a:avLst/>
          </a:prstGeom>
        </p:spPr>
      </p:pic>
      <p:pic>
        <p:nvPicPr>
          <p:cNvPr id="6" name="Image 5">
            <a:extLst>
              <a:ext uri="{FF2B5EF4-FFF2-40B4-BE49-F238E27FC236}">
                <a16:creationId xmlns:a16="http://schemas.microsoft.com/office/drawing/2014/main" id="{8A011C8A-0FD1-1068-1056-3E565172A325}"/>
              </a:ext>
            </a:extLst>
          </p:cNvPr>
          <p:cNvPicPr>
            <a:picLocks noChangeAspect="1"/>
          </p:cNvPicPr>
          <p:nvPr/>
        </p:nvPicPr>
        <p:blipFill>
          <a:blip r:embed="rId6"/>
          <a:stretch>
            <a:fillRect/>
          </a:stretch>
        </p:blipFill>
        <p:spPr>
          <a:xfrm>
            <a:off x="0" y="1753677"/>
            <a:ext cx="12192000" cy="4652985"/>
          </a:xfrm>
          <a:prstGeom prst="rect">
            <a:avLst/>
          </a:prstGeom>
        </p:spPr>
      </p:pic>
    </p:spTree>
    <p:extLst>
      <p:ext uri="{BB962C8B-B14F-4D97-AF65-F5344CB8AC3E}">
        <p14:creationId xmlns:p14="http://schemas.microsoft.com/office/powerpoint/2010/main" val="33167792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914144-4E5E-4757-976A-35690A828941}"/>
              </a:ext>
            </a:extLst>
          </p:cNvPr>
          <p:cNvSpPr>
            <a:spLocks noGrp="1"/>
          </p:cNvSpPr>
          <p:nvPr>
            <p:ph type="title"/>
          </p:nvPr>
        </p:nvSpPr>
        <p:spPr>
          <a:xfrm>
            <a:off x="2543606" y="228894"/>
            <a:ext cx="9479065" cy="812501"/>
          </a:xfrm>
        </p:spPr>
        <p:txBody>
          <a:bodyPr/>
          <a:lstStyle/>
          <a:p>
            <a:pPr algn="ctr"/>
            <a:r>
              <a:rPr lang="fr-FR" dirty="0"/>
              <a:t>Planning prévisionnel</a:t>
            </a:r>
          </a:p>
        </p:txBody>
      </p:sp>
      <p:sp>
        <p:nvSpPr>
          <p:cNvPr id="3" name="Espace réservé du contenu 2">
            <a:extLst>
              <a:ext uri="{FF2B5EF4-FFF2-40B4-BE49-F238E27FC236}">
                <a16:creationId xmlns:a16="http://schemas.microsoft.com/office/drawing/2014/main" id="{BE34F1E9-E0B0-4D42-8B7D-D8AAF906B584}"/>
              </a:ext>
            </a:extLst>
          </p:cNvPr>
          <p:cNvSpPr>
            <a:spLocks noGrp="1"/>
          </p:cNvSpPr>
          <p:nvPr>
            <p:ph idx="13"/>
          </p:nvPr>
        </p:nvSpPr>
        <p:spPr>
          <a:xfrm>
            <a:off x="264557" y="1186246"/>
            <a:ext cx="11662887" cy="4740619"/>
          </a:xfrm>
        </p:spPr>
        <p:txBody>
          <a:bodyPr/>
          <a:lstStyle/>
          <a:p>
            <a:pPr lvl="1" algn="just"/>
            <a:r>
              <a:rPr lang="fr-FR" sz="1870" dirty="0">
                <a:solidFill>
                  <a:srgbClr val="000000"/>
                </a:solidFill>
                <a:latin typeface="+mn-lt"/>
                <a:sym typeface="Wingdings" panose="05000000000000000000" pitchFamily="2" charset="2"/>
              </a:rPr>
              <a:t>Passage en commission des standards CNIG </a:t>
            </a:r>
            <a:r>
              <a:rPr lang="fr-FR" sz="1870" b="0" dirty="0">
                <a:solidFill>
                  <a:srgbClr val="000000"/>
                </a:solidFill>
                <a:latin typeface="+mn-lt"/>
                <a:sym typeface="Wingdings" panose="05000000000000000000" pitchFamily="2" charset="2"/>
              </a:rPr>
              <a:t> 24/09/2026 </a:t>
            </a:r>
          </a:p>
          <a:p>
            <a:pPr lvl="1" algn="just"/>
            <a:r>
              <a:rPr lang="fr-FR" sz="1870" dirty="0">
                <a:solidFill>
                  <a:srgbClr val="000000"/>
                </a:solidFill>
                <a:latin typeface="+mn-lt"/>
                <a:sym typeface="Wingdings" panose="05000000000000000000" pitchFamily="2" charset="2"/>
              </a:rPr>
              <a:t>Diffusion des outils annexes </a:t>
            </a:r>
            <a:r>
              <a:rPr lang="fr-FR" sz="1870" b="0" dirty="0">
                <a:solidFill>
                  <a:srgbClr val="000000"/>
                </a:solidFill>
                <a:latin typeface="+mn-lt"/>
                <a:sym typeface="Wingdings" panose="05000000000000000000" pitchFamily="2" charset="2"/>
              </a:rPr>
              <a:t>du standard  01/10/2026</a:t>
            </a:r>
          </a:p>
          <a:p>
            <a:pPr lvl="2" algn="just"/>
            <a:r>
              <a:rPr lang="fr-FR" sz="1870" dirty="0">
                <a:solidFill>
                  <a:srgbClr val="000000"/>
                </a:solidFill>
                <a:latin typeface="+mn-lt"/>
                <a:sym typeface="Wingdings" panose="05000000000000000000" pitchFamily="2" charset="2"/>
              </a:rPr>
              <a:t>Publication du standard et mobilisation/implémentation possible par les acteurs 🍾</a:t>
            </a:r>
          </a:p>
          <a:p>
            <a:pPr marL="809605" lvl="2" indent="0" algn="just">
              <a:buNone/>
            </a:pPr>
            <a:endParaRPr lang="fr-FR" sz="1870" b="0" dirty="0">
              <a:solidFill>
                <a:srgbClr val="000000"/>
              </a:solidFill>
              <a:latin typeface="+mn-lt"/>
              <a:sym typeface="Wingdings" panose="05000000000000000000" pitchFamily="2" charset="2"/>
            </a:endParaRPr>
          </a:p>
          <a:p>
            <a:pPr lvl="1" algn="just"/>
            <a:r>
              <a:rPr lang="fr-FR" sz="1870" b="0" dirty="0">
                <a:solidFill>
                  <a:srgbClr val="000000"/>
                </a:solidFill>
                <a:latin typeface="+mn-lt"/>
              </a:rPr>
              <a:t> </a:t>
            </a:r>
            <a:r>
              <a:rPr lang="fr-FR" sz="1870" dirty="0">
                <a:solidFill>
                  <a:srgbClr val="000000"/>
                </a:solidFill>
                <a:latin typeface="+mn-lt"/>
              </a:rPr>
              <a:t>Publication de l’arrêté ministériel </a:t>
            </a:r>
            <a:r>
              <a:rPr lang="fr-FR" sz="1870" b="0" dirty="0">
                <a:solidFill>
                  <a:srgbClr val="000000"/>
                </a:solidFill>
                <a:latin typeface="+mn-lt"/>
                <a:sym typeface="Wingdings" panose="05000000000000000000" pitchFamily="2" charset="2"/>
              </a:rPr>
              <a:t> après publication du standard (dépendant du calendrier BO)</a:t>
            </a:r>
          </a:p>
          <a:p>
            <a:pPr lvl="1" algn="just"/>
            <a:r>
              <a:rPr lang="fr-FR" sz="1870" b="0" dirty="0">
                <a:solidFill>
                  <a:srgbClr val="000000"/>
                </a:solidFill>
                <a:latin typeface="+mn-lt"/>
                <a:sym typeface="Wingdings" panose="05000000000000000000" pitchFamily="2" charset="2"/>
              </a:rPr>
              <a:t> </a:t>
            </a:r>
            <a:r>
              <a:rPr lang="fr-FR" sz="1870" dirty="0">
                <a:solidFill>
                  <a:srgbClr val="000000"/>
                </a:solidFill>
                <a:latin typeface="+mn-lt"/>
                <a:sym typeface="Wingdings" panose="05000000000000000000" pitchFamily="2" charset="2"/>
              </a:rPr>
              <a:t>Intégration du standard dans la BD TOPO </a:t>
            </a:r>
            <a:r>
              <a:rPr lang="fr-FR" sz="1870" b="0" dirty="0">
                <a:solidFill>
                  <a:srgbClr val="000000"/>
                </a:solidFill>
                <a:sym typeface="Wingdings" panose="05000000000000000000" pitchFamily="2" charset="2"/>
              </a:rPr>
              <a:t> </a:t>
            </a:r>
            <a:r>
              <a:rPr lang="fr-FR" sz="1870" b="0" dirty="0">
                <a:solidFill>
                  <a:srgbClr val="000000"/>
                </a:solidFill>
                <a:latin typeface="+mn-lt"/>
                <a:sym typeface="Wingdings" panose="05000000000000000000" pitchFamily="2" charset="2"/>
              </a:rPr>
              <a:t>horizon printemps 2027 </a:t>
            </a:r>
          </a:p>
          <a:p>
            <a:pPr lvl="2" algn="just"/>
            <a:r>
              <a:rPr lang="fr-FR" sz="1870" dirty="0">
                <a:solidFill>
                  <a:srgbClr val="000000"/>
                </a:solidFill>
                <a:latin typeface="+mn-lt"/>
                <a:sym typeface="Wingdings" panose="05000000000000000000" pitchFamily="2" charset="2"/>
              </a:rPr>
              <a:t>NexSIS utilise la BD TOPO  Evolution à prévoir en // de la BD TOPO</a:t>
            </a:r>
            <a:endParaRPr lang="fr-FR" sz="1870" b="0" dirty="0">
              <a:solidFill>
                <a:srgbClr val="000000"/>
              </a:solidFill>
              <a:latin typeface="+mn-lt"/>
              <a:sym typeface="Wingdings" panose="05000000000000000000" pitchFamily="2" charset="2"/>
            </a:endParaRPr>
          </a:p>
          <a:p>
            <a:pPr marL="239994" lvl="1" indent="0" algn="just">
              <a:buNone/>
            </a:pPr>
            <a:endParaRPr lang="fr-FR" sz="1870" b="0" dirty="0">
              <a:solidFill>
                <a:srgbClr val="000000"/>
              </a:solidFill>
              <a:latin typeface="+mn-lt"/>
              <a:sym typeface="Wingdings" panose="05000000000000000000" pitchFamily="2" charset="2"/>
            </a:endParaRPr>
          </a:p>
          <a:p>
            <a:pPr lvl="1" algn="just"/>
            <a:r>
              <a:rPr lang="fr-FR" sz="1870" i="1" dirty="0">
                <a:solidFill>
                  <a:srgbClr val="000000"/>
                </a:solidFill>
                <a:latin typeface="+mn-lt"/>
                <a:sym typeface="Wingdings" panose="05000000000000000000" pitchFamily="2" charset="2"/>
              </a:rPr>
              <a:t> Aide au déploiement </a:t>
            </a:r>
            <a:r>
              <a:rPr lang="fr-FR" b="0" i="1" dirty="0">
                <a:solidFill>
                  <a:srgbClr val="000000"/>
                </a:solidFill>
                <a:sym typeface="Wingdings" panose="05000000000000000000" pitchFamily="2" charset="2"/>
              </a:rPr>
              <a:t> N’hésitez pas à diffusez cette présentation </a:t>
            </a:r>
          </a:p>
          <a:p>
            <a:pPr marL="239994" lvl="1" indent="0" algn="just">
              <a:buNone/>
            </a:pPr>
            <a:r>
              <a:rPr lang="fr-FR" b="0" i="1" dirty="0">
                <a:solidFill>
                  <a:srgbClr val="000000"/>
                </a:solidFill>
                <a:sym typeface="Wingdings" panose="05000000000000000000" pitchFamily="2" charset="2"/>
              </a:rPr>
              <a:t>		et nous tenir au courant d’évènements d’intérêt</a:t>
            </a:r>
            <a:endParaRPr lang="fr-FR" sz="1870" b="0" i="1" dirty="0">
              <a:solidFill>
                <a:srgbClr val="000000"/>
              </a:solidFill>
              <a:latin typeface="+mn-lt"/>
              <a:sym typeface="Wingdings" panose="05000000000000000000" pitchFamily="2" charset="2"/>
            </a:endParaRPr>
          </a:p>
          <a:p>
            <a:pPr lvl="1" algn="just"/>
            <a:endParaRPr lang="fr-FR" sz="1867" b="0" dirty="0">
              <a:solidFill>
                <a:srgbClr val="000000"/>
              </a:solidFill>
              <a:sym typeface="Wingdings" panose="05000000000000000000" pitchFamily="2" charset="2"/>
            </a:endParaRPr>
          </a:p>
          <a:p>
            <a:pPr lvl="1" algn="just"/>
            <a:endParaRPr lang="fr-FR" sz="1867" b="0" dirty="0">
              <a:solidFill>
                <a:srgbClr val="000000"/>
              </a:solidFill>
              <a:latin typeface="+mn-lt"/>
            </a:endParaRPr>
          </a:p>
        </p:txBody>
      </p:sp>
      <p:sp>
        <p:nvSpPr>
          <p:cNvPr id="9" name="Espace réservé du numéro de diapositive 16">
            <a:extLst>
              <a:ext uri="{FF2B5EF4-FFF2-40B4-BE49-F238E27FC236}">
                <a16:creationId xmlns:a16="http://schemas.microsoft.com/office/drawing/2014/main" id="{8E496D26-48A1-0061-F3BA-C8D17ABEC0D3}"/>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29</a:t>
            </a:fld>
            <a:endParaRPr lang="fr-FR" sz="1000" b="1" dirty="0"/>
          </a:p>
        </p:txBody>
      </p:sp>
      <p:sp>
        <p:nvSpPr>
          <p:cNvPr id="4" name="Espace réservé du pied de page 3">
            <a:extLst>
              <a:ext uri="{FF2B5EF4-FFF2-40B4-BE49-F238E27FC236}">
                <a16:creationId xmlns:a16="http://schemas.microsoft.com/office/drawing/2014/main" id="{9793B303-F7F9-8C93-D580-CEE00940761F}"/>
              </a:ext>
            </a:extLst>
          </p:cNvPr>
          <p:cNvSpPr>
            <a:spLocks noGrp="1"/>
          </p:cNvSpPr>
          <p:nvPr>
            <p:ph type="ftr" sz="quarter" idx="3"/>
          </p:nvPr>
        </p:nvSpPr>
        <p:spPr/>
        <p:txBody>
          <a:bodyPr/>
          <a:lstStyle/>
          <a:p>
            <a:endParaRPr lang="fr-FR"/>
          </a:p>
        </p:txBody>
      </p:sp>
      <p:sp>
        <p:nvSpPr>
          <p:cNvPr id="12" name="Espace réservé du pied de page 10">
            <a:extLst>
              <a:ext uri="{FF2B5EF4-FFF2-40B4-BE49-F238E27FC236}">
                <a16:creationId xmlns:a16="http://schemas.microsoft.com/office/drawing/2014/main" id="{C7C951BF-7A93-A396-0C20-80FE3C3C2064}"/>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pic>
        <p:nvPicPr>
          <p:cNvPr id="11" name="Image 10">
            <a:extLst>
              <a:ext uri="{FF2B5EF4-FFF2-40B4-BE49-F238E27FC236}">
                <a16:creationId xmlns:a16="http://schemas.microsoft.com/office/drawing/2014/main" id="{D61E2E34-86DA-56F5-236D-5597DCBEC9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78225" y="4271716"/>
            <a:ext cx="1800000" cy="1800000"/>
          </a:xfrm>
          <a:prstGeom prst="rect">
            <a:avLst/>
          </a:prstGeom>
        </p:spPr>
      </p:pic>
    </p:spTree>
    <p:extLst>
      <p:ext uri="{BB962C8B-B14F-4D97-AF65-F5344CB8AC3E}">
        <p14:creationId xmlns:p14="http://schemas.microsoft.com/office/powerpoint/2010/main" val="38816523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B4E31-CE20-FBF6-18B4-13BCA096F86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7BAE1C7-B606-7D66-7C67-D0AB09E75070}"/>
              </a:ext>
            </a:extLst>
          </p:cNvPr>
          <p:cNvSpPr>
            <a:spLocks noGrp="1"/>
          </p:cNvSpPr>
          <p:nvPr>
            <p:ph type="title"/>
          </p:nvPr>
        </p:nvSpPr>
        <p:spPr>
          <a:xfrm>
            <a:off x="1356467" y="2191817"/>
            <a:ext cx="9479065" cy="812501"/>
          </a:xfrm>
        </p:spPr>
        <p:txBody>
          <a:bodyPr/>
          <a:lstStyle/>
          <a:p>
            <a:pPr algn="ctr"/>
            <a:r>
              <a:rPr lang="fr-FR" sz="4000" dirty="0"/>
              <a:t>Merci de votre attention</a:t>
            </a:r>
          </a:p>
        </p:txBody>
      </p:sp>
      <p:pic>
        <p:nvPicPr>
          <p:cNvPr id="6" name="Picture 9">
            <a:extLst>
              <a:ext uri="{FF2B5EF4-FFF2-40B4-BE49-F238E27FC236}">
                <a16:creationId xmlns:a16="http://schemas.microsoft.com/office/drawing/2014/main" id="{5C93FAD2-640D-4A18-563E-F5DAB5A79F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5020" y="216840"/>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Espace réservé du numéro de diapositive 16">
            <a:extLst>
              <a:ext uri="{FF2B5EF4-FFF2-40B4-BE49-F238E27FC236}">
                <a16:creationId xmlns:a16="http://schemas.microsoft.com/office/drawing/2014/main" id="{24C5DEA6-E691-9B94-F106-77CF35A447A9}"/>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30</a:t>
            </a:fld>
            <a:endParaRPr lang="fr-FR" sz="1000" b="1" dirty="0"/>
          </a:p>
        </p:txBody>
      </p:sp>
      <p:sp>
        <p:nvSpPr>
          <p:cNvPr id="4" name="Espace réservé du pied de page 3">
            <a:extLst>
              <a:ext uri="{FF2B5EF4-FFF2-40B4-BE49-F238E27FC236}">
                <a16:creationId xmlns:a16="http://schemas.microsoft.com/office/drawing/2014/main" id="{E9832C70-2D9D-60B2-597D-169919CDCB5F}"/>
              </a:ext>
            </a:extLst>
          </p:cNvPr>
          <p:cNvSpPr>
            <a:spLocks noGrp="1"/>
          </p:cNvSpPr>
          <p:nvPr>
            <p:ph type="ftr" sz="quarter" idx="3"/>
          </p:nvPr>
        </p:nvSpPr>
        <p:spPr/>
        <p:txBody>
          <a:bodyPr/>
          <a:lstStyle/>
          <a:p>
            <a:endParaRPr lang="fr-FR"/>
          </a:p>
        </p:txBody>
      </p:sp>
      <p:sp>
        <p:nvSpPr>
          <p:cNvPr id="12" name="Espace réservé du pied de page 10">
            <a:extLst>
              <a:ext uri="{FF2B5EF4-FFF2-40B4-BE49-F238E27FC236}">
                <a16:creationId xmlns:a16="http://schemas.microsoft.com/office/drawing/2014/main" id="{B983A1B7-EA03-97F7-4CCE-ED6F04F30983}"/>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pic>
        <p:nvPicPr>
          <p:cNvPr id="8" name="Image 7">
            <a:extLst>
              <a:ext uri="{FF2B5EF4-FFF2-40B4-BE49-F238E27FC236}">
                <a16:creationId xmlns:a16="http://schemas.microsoft.com/office/drawing/2014/main" id="{DEF0A66F-6B4E-B309-C5BA-AB7267972F1C}"/>
              </a:ext>
              <a:ext uri="{C183D7F6-B498-43B3-948B-1728B52AA6E4}">
                <adec:decorative xmlns:adec="http://schemas.microsoft.com/office/drawing/2017/decorative" val="1"/>
              </a:ext>
            </a:extLst>
          </p:cNvPr>
          <p:cNvPicPr>
            <a:picLocks noChangeAspect="1"/>
          </p:cNvPicPr>
          <p:nvPr/>
        </p:nvPicPr>
        <p:blipFill>
          <a:blip r:embed="rId3"/>
          <a:srcRect t="4090"/>
          <a:stretch>
            <a:fillRect/>
          </a:stretch>
        </p:blipFill>
        <p:spPr>
          <a:xfrm>
            <a:off x="4442198" y="3475978"/>
            <a:ext cx="3307602" cy="2378410"/>
          </a:xfrm>
          <a:prstGeom prst="rect">
            <a:avLst/>
          </a:prstGeom>
        </p:spPr>
      </p:pic>
      <p:pic>
        <p:nvPicPr>
          <p:cNvPr id="11" name="Image 10">
            <a:extLst>
              <a:ext uri="{FF2B5EF4-FFF2-40B4-BE49-F238E27FC236}">
                <a16:creationId xmlns:a16="http://schemas.microsoft.com/office/drawing/2014/main" id="{731E7C88-5040-927B-35C6-60E0989E7A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52000" y="216840"/>
            <a:ext cx="1249170" cy="874419"/>
          </a:xfrm>
          <a:prstGeom prst="rect">
            <a:avLst/>
          </a:prstGeom>
        </p:spPr>
      </p:pic>
      <p:pic>
        <p:nvPicPr>
          <p:cNvPr id="14" name="Image 13">
            <a:extLst>
              <a:ext uri="{FF2B5EF4-FFF2-40B4-BE49-F238E27FC236}">
                <a16:creationId xmlns:a16="http://schemas.microsoft.com/office/drawing/2014/main" id="{489E6F41-FD3F-F5DD-804D-30BF95407E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68539" y="129560"/>
            <a:ext cx="2154509" cy="1309941"/>
          </a:xfrm>
          <a:prstGeom prst="rect">
            <a:avLst/>
          </a:prstGeom>
        </p:spPr>
      </p:pic>
      <p:pic>
        <p:nvPicPr>
          <p:cNvPr id="16" name="Graphique 15">
            <a:extLst>
              <a:ext uri="{FF2B5EF4-FFF2-40B4-BE49-F238E27FC236}">
                <a16:creationId xmlns:a16="http://schemas.microsoft.com/office/drawing/2014/main" id="{0E7CD0B0-92A6-32BC-2C26-99509A5A663B}"/>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28482" y="129560"/>
            <a:ext cx="2218083" cy="1590598"/>
          </a:xfrm>
          <a:prstGeom prst="rect">
            <a:avLst/>
          </a:prstGeom>
        </p:spPr>
      </p:pic>
    </p:spTree>
    <p:extLst>
      <p:ext uri="{BB962C8B-B14F-4D97-AF65-F5344CB8AC3E}">
        <p14:creationId xmlns:p14="http://schemas.microsoft.com/office/powerpoint/2010/main" val="3130610527"/>
      </p:ext>
    </p:extLst>
  </p:cSld>
  <p:clrMapOvr>
    <a:masterClrMapping/>
  </p:clrMapOvr>
</p:sld>
</file>

<file path=ppt/theme/theme1.xml><?xml version="1.0" encoding="utf-8"?>
<a:theme xmlns:a="http://schemas.openxmlformats.org/drawingml/2006/main" name="1-Titre-Tex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 id="{2952DC11-F334-489B-B96D-9712F7EDF3CC}" vid="{294C8431-1043-40E1-8AF0-DAA4A8978261}"/>
    </a:ext>
  </a:extLst>
</a:theme>
</file>

<file path=ppt/theme/theme2.xml><?xml version="1.0" encoding="utf-8"?>
<a:theme xmlns:a="http://schemas.openxmlformats.org/drawingml/2006/main" name="1_ppt_operateurs_marianne">
  <a:themeElements>
    <a:clrScheme name="GOUVERNEMENT PPT">
      <a:dk1>
        <a:srgbClr val="000000"/>
      </a:dk1>
      <a:lt1>
        <a:srgbClr val="FFFFFF"/>
      </a:lt1>
      <a:dk2>
        <a:srgbClr val="000091"/>
      </a:dk2>
      <a:lt2>
        <a:srgbClr val="E1000F"/>
      </a:lt2>
      <a:accent1>
        <a:srgbClr val="005841"/>
      </a:accent1>
      <a:accent2>
        <a:srgbClr val="21215A"/>
      </a:accent2>
      <a:accent3>
        <a:srgbClr val="FFD500"/>
      </a:accent3>
      <a:accent4>
        <a:srgbClr val="EA5433"/>
      </a:accent4>
      <a:accent5>
        <a:srgbClr val="8C2237"/>
      </a:accent5>
      <a:accent6>
        <a:srgbClr val="49311F"/>
      </a:accent6>
      <a:hlink>
        <a:srgbClr val="000000"/>
      </a:hlink>
      <a:folHlink>
        <a:srgbClr val="000000"/>
      </a:folHlink>
    </a:clrScheme>
    <a:fontScheme name="GOUVERNEMENT PPT">
      <a:majorFont>
        <a:latin typeface="Marianne"/>
        <a:ea typeface=""/>
        <a:cs typeface=""/>
      </a:majorFont>
      <a:minorFont>
        <a:latin typeface="Mariann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a486f84b-88b9-4459-bbe1-3ce207c7425f" xsi:nil="true"/>
    <lcf76f155ced4ddcb4097134ff3c332f xmlns="4d568f87-b25f-475a-a26b-5a1bcde8677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4AA600EF525E845A794782CB692D6B7" ma:contentTypeVersion="12" ma:contentTypeDescription="Crée un document." ma:contentTypeScope="" ma:versionID="45133187a599b4bba422c4e82da267ae">
  <xsd:schema xmlns:xsd="http://www.w3.org/2001/XMLSchema" xmlns:xs="http://www.w3.org/2001/XMLSchema" xmlns:p="http://schemas.microsoft.com/office/2006/metadata/properties" xmlns:ns2="4d568f87-b25f-475a-a26b-5a1bcde8677b" xmlns:ns3="a486f84b-88b9-4459-bbe1-3ce207c7425f" targetNamespace="http://schemas.microsoft.com/office/2006/metadata/properties" ma:root="true" ma:fieldsID="4e130176ad47eb97b39a20183f2e8d36" ns2:_="" ns3:_="">
    <xsd:import namespace="4d568f87-b25f-475a-a26b-5a1bcde8677b"/>
    <xsd:import namespace="a486f84b-88b9-4459-bbe1-3ce207c7425f"/>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SearchProperties" minOccurs="0"/>
                <xsd:element ref="ns2:MediaServiceOCR" minOccurs="0"/>
                <xsd:element ref="ns2:MediaServiceGenerationTime" minOccurs="0"/>
                <xsd:element ref="ns2:MediaServiceEventHashCode" minOccurs="0"/>
                <xsd:element ref="ns2:MediaServiceObjectDetectorVersion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568f87-b25f-475a-a26b-5a1bcde867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Balises d’images" ma:readOnly="false" ma:fieldId="{5cf76f15-5ced-4ddc-b409-7134ff3c332f}" ma:taxonomyMulti="true" ma:sspId="763f9de7-cc90-4eb3-be2e-7de001983ea7" ma:termSetId="09814cd3-568e-fe90-9814-8d621ff8fb84" ma:anchorId="fba54fb3-c3e1-fe81-a776-ca4b69148c4d" ma:open="true" ma:isKeyword="false">
      <xsd:complexType>
        <xsd:sequence>
          <xsd:element ref="pc:Terms" minOccurs="0" maxOccurs="1"/>
        </xsd:sequence>
      </xsd:complex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486f84b-88b9-4459-bbe1-3ce207c7425f"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bee0ccfe-4488-482a-93ce-8802051c9c2f}" ma:internalName="TaxCatchAll" ma:showField="CatchAllData" ma:web="a486f84b-88b9-4459-bbe1-3ce207c7425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4DD4696-884E-4199-AB2F-0FA1DFAA521D}">
  <ds:schemaRefs>
    <ds:schemaRef ds:uri="http://schemas.microsoft.com/office/infopath/2007/PartnerControls"/>
    <ds:schemaRef ds:uri="http://schemas.microsoft.com/office/2006/metadata/properties"/>
    <ds:schemaRef ds:uri="http://schemas.openxmlformats.org/package/2006/metadata/core-properties"/>
    <ds:schemaRef ds:uri="http://purl.org/dc/dcmitype/"/>
    <ds:schemaRef ds:uri="http://schemas.microsoft.com/office/2006/documentManagement/types"/>
    <ds:schemaRef ds:uri="http://purl.org/dc/elements/1.1/"/>
    <ds:schemaRef ds:uri="a486f84b-88b9-4459-bbe1-3ce207c7425f"/>
    <ds:schemaRef ds:uri="4d568f87-b25f-475a-a26b-5a1bcde8677b"/>
    <ds:schemaRef ds:uri="http://www.w3.org/XML/1998/namespace"/>
    <ds:schemaRef ds:uri="http://purl.org/dc/terms/"/>
  </ds:schemaRefs>
</ds:datastoreItem>
</file>

<file path=customXml/itemProps2.xml><?xml version="1.0" encoding="utf-8"?>
<ds:datastoreItem xmlns:ds="http://schemas.openxmlformats.org/officeDocument/2006/customXml" ds:itemID="{95F9241D-9E8E-43D6-A8CD-F8C48A1C46F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d568f87-b25f-475a-a26b-5a1bcde8677b"/>
    <ds:schemaRef ds:uri="a486f84b-88b9-4459-bbe1-3ce207c742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9ADF05A-8AEA-48DF-87BB-9DFB8396FDAD}">
  <ds:schemaRefs>
    <ds:schemaRef ds:uri="http://schemas.microsoft.com/sharepoint/v3/contenttype/forms"/>
  </ds:schemaRefs>
</ds:datastoreItem>
</file>

<file path=docMetadata/LabelInfo.xml><?xml version="1.0" encoding="utf-8"?>
<clbl:labelList xmlns:clbl="http://schemas.microsoft.com/office/2020/mipLabelMetadata">
  <clbl:label id="{3876b373-7e2c-4857-b024-53326b5b4bb2}" enabled="0" method="" siteId="{3876b373-7e2c-4857-b024-53326b5b4bb2}" removed="1"/>
</clbl:labelList>
</file>

<file path=docProps/app.xml><?xml version="1.0" encoding="utf-8"?>
<Properties xmlns="http://schemas.openxmlformats.org/officeDocument/2006/extended-properties" xmlns:vt="http://schemas.openxmlformats.org/officeDocument/2006/docPropsVTypes">
  <Template>Masque FCBA-2017</Template>
  <TotalTime>2392</TotalTime>
  <Words>3010</Words>
  <Application>Microsoft Office PowerPoint</Application>
  <PresentationFormat>Grand écran</PresentationFormat>
  <Paragraphs>530</Paragraphs>
  <Slides>30</Slides>
  <Notes>18</Notes>
  <HiddenSlides>5</HiddenSlides>
  <MMClips>0</MMClips>
  <ScaleCrop>false</ScaleCrop>
  <HeadingPairs>
    <vt:vector size="6" baseType="variant">
      <vt:variant>
        <vt:lpstr>Polices utilisées</vt:lpstr>
      </vt:variant>
      <vt:variant>
        <vt:i4>6</vt:i4>
      </vt:variant>
      <vt:variant>
        <vt:lpstr>Thème</vt:lpstr>
      </vt:variant>
      <vt:variant>
        <vt:i4>2</vt:i4>
      </vt:variant>
      <vt:variant>
        <vt:lpstr>Titres des diapositives</vt:lpstr>
      </vt:variant>
      <vt:variant>
        <vt:i4>30</vt:i4>
      </vt:variant>
    </vt:vector>
  </HeadingPairs>
  <TitlesOfParts>
    <vt:vector size="38" baseType="lpstr">
      <vt:lpstr>Arial</vt:lpstr>
      <vt:lpstr>Calibri</vt:lpstr>
      <vt:lpstr>Courier New</vt:lpstr>
      <vt:lpstr>Marianne</vt:lpstr>
      <vt:lpstr>Webdings</vt:lpstr>
      <vt:lpstr>Wingdings</vt:lpstr>
      <vt:lpstr>1-Titre-Texte</vt:lpstr>
      <vt:lpstr>1_ppt_operateurs_marianne</vt:lpstr>
      <vt:lpstr>Présentation PowerPoint</vt:lpstr>
      <vt:lpstr>Contexte</vt:lpstr>
      <vt:lpstr>A l’origine : NaviForest</vt:lpstr>
      <vt:lpstr>Loi incendie de juillet 2023    </vt:lpstr>
      <vt:lpstr>Loi incendie de juillet 2023 </vt:lpstr>
      <vt:lpstr>Projet et objectif</vt:lpstr>
      <vt:lpstr>GT CNIG  Dessertes en forêt :  Transport de bois et DFCI</vt:lpstr>
      <vt:lpstr>Livrables attendus</vt:lpstr>
      <vt:lpstr>Participants GT</vt:lpstr>
      <vt:lpstr>Points d’attention</vt:lpstr>
      <vt:lpstr>Bases de travail</vt:lpstr>
      <vt:lpstr>Procédure de travail</vt:lpstr>
      <vt:lpstr>Calendrier</vt:lpstr>
      <vt:lpstr>Standard et son écosytème </vt:lpstr>
      <vt:lpstr>Cas d’usages</vt:lpstr>
      <vt:lpstr>Références</vt:lpstr>
      <vt:lpstr>Références</vt:lpstr>
      <vt:lpstr>Catalogue d’objets</vt:lpstr>
      <vt:lpstr>Catalogue d’objets - Linéaire</vt:lpstr>
      <vt:lpstr>Catalogue d’objets - Ponctuels</vt:lpstr>
      <vt:lpstr>Précision sur la diffusion nationale</vt:lpstr>
      <vt:lpstr>Changements induits par l’appel à comm.</vt:lpstr>
      <vt:lpstr>Données Ressources en eau </vt:lpstr>
      <vt:lpstr>Standard et outils</vt:lpstr>
      <vt:lpstr>SAV</vt:lpstr>
      <vt:lpstr>Schema</vt:lpstr>
      <vt:lpstr>Table de correspondance</vt:lpstr>
      <vt:lpstr>Table de correspondance</vt:lpstr>
      <vt:lpstr>Planning prévisionnel</vt:lpstr>
      <vt:lpstr>Merci de votre attention</vt:lpstr>
    </vt:vector>
  </TitlesOfParts>
  <Company>FCBA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SCENARIO PLANNING FOR SKID TRAIL IMPLEMENTATION  AND LONG TERM TRAFFICABILITY</dc:title>
  <dc:creator>GINET Christophe</dc:creator>
  <cp:lastModifiedBy>Marion Lacroix</cp:lastModifiedBy>
  <cp:revision>149</cp:revision>
  <cp:lastPrinted>2023-06-26T09:08:24Z</cp:lastPrinted>
  <dcterms:created xsi:type="dcterms:W3CDTF">2017-08-17T05:12:22Z</dcterms:created>
  <dcterms:modified xsi:type="dcterms:W3CDTF">2026-10-07T08:54:44Z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0x01010054AA600EF525E845A794782CB692D6B7</vt:lpwstr>
  </property>
  <property fmtid="{D5CDD505-2E9C-101B-9397-08002B2CF9AE}" pid="3" name="MediaServiceImageTags">
    <vt:lpwstr/>
  </property>
</Properties>
</file>