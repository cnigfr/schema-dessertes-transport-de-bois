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notesSlides/notesSlide7.xml" ContentType="application/vnd.openxmlformats-officedocument.presentationml.notesSlide+xml"/>
  <Override PartName="/ppt/ink/ink7.xml" ContentType="application/inkml+xml"/>
  <Override PartName="/ppt/notesSlides/notesSlide8.xml" ContentType="application/vnd.openxmlformats-officedocument.presentationml.notesSlide+xml"/>
  <Override PartName="/ppt/ink/ink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5"/>
  </p:notesMasterIdLst>
  <p:sldIdLst>
    <p:sldId id="326" r:id="rId5"/>
    <p:sldId id="802" r:id="rId6"/>
    <p:sldId id="805" r:id="rId7"/>
    <p:sldId id="666" r:id="rId8"/>
    <p:sldId id="803" r:id="rId9"/>
    <p:sldId id="712" r:id="rId10"/>
    <p:sldId id="798" r:id="rId11"/>
    <p:sldId id="804" r:id="rId12"/>
    <p:sldId id="799" r:id="rId13"/>
    <p:sldId id="793" r:id="rId14"/>
    <p:sldId id="770" r:id="rId15"/>
    <p:sldId id="801" r:id="rId16"/>
    <p:sldId id="774" r:id="rId17"/>
    <p:sldId id="807" r:id="rId18"/>
    <p:sldId id="777" r:id="rId19"/>
    <p:sldId id="809" r:id="rId20"/>
    <p:sldId id="808" r:id="rId21"/>
    <p:sldId id="784" r:id="rId22"/>
    <p:sldId id="780" r:id="rId23"/>
    <p:sldId id="704" r:id="rId24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ÉRATEURS" id="{0B896E98-F45E-4768-8620-EDDF394BE181}">
          <p14:sldIdLst>
            <p14:sldId id="326"/>
            <p14:sldId id="802"/>
            <p14:sldId id="805"/>
            <p14:sldId id="666"/>
            <p14:sldId id="803"/>
            <p14:sldId id="712"/>
            <p14:sldId id="798"/>
            <p14:sldId id="804"/>
            <p14:sldId id="799"/>
            <p14:sldId id="793"/>
            <p14:sldId id="770"/>
            <p14:sldId id="801"/>
            <p14:sldId id="774"/>
            <p14:sldId id="807"/>
            <p14:sldId id="777"/>
            <p14:sldId id="809"/>
            <p14:sldId id="808"/>
            <p14:sldId id="784"/>
            <p14:sldId id="780"/>
            <p14:sldId id="7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33339A"/>
    <a:srgbClr val="000000"/>
    <a:srgbClr val="008000"/>
    <a:srgbClr val="00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6DB9A3-34DB-4950-8D16-DE1E511B222D}" v="263" dt="2026-03-23T16:59:59.1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014" y="120"/>
      </p:cViewPr>
      <p:guideLst>
        <p:guide orient="horz" pos="1620"/>
        <p:guide orient="horz" pos="191"/>
        <p:guide orient="horz" pos="854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n Lacroix" userId="9df64882-6113-4c49-9d2b-3e68714ee988" providerId="ADAL" clId="{312BE368-1ED9-4C89-9F56-93BF55744060}"/>
    <pc:docChg chg="undo custSel addSld delSld modSld sldOrd modSection">
      <pc:chgData name="Marion Lacroix" userId="9df64882-6113-4c49-9d2b-3e68714ee988" providerId="ADAL" clId="{312BE368-1ED9-4C89-9F56-93BF55744060}" dt="2026-03-23T16:59:59.175" v="5002" actId="478"/>
      <pc:docMkLst>
        <pc:docMk/>
      </pc:docMkLst>
      <pc:sldChg chg="addSp delSp modSp mod">
        <pc:chgData name="Marion Lacroix" userId="9df64882-6113-4c49-9d2b-3e68714ee988" providerId="ADAL" clId="{312BE368-1ED9-4C89-9F56-93BF55744060}" dt="2026-03-23T16:59:59.175" v="5002" actId="478"/>
        <pc:sldMkLst>
          <pc:docMk/>
          <pc:sldMk cId="624296918" sldId="326"/>
        </pc:sldMkLst>
        <pc:spChg chg="mod">
          <ac:chgData name="Marion Lacroix" userId="9df64882-6113-4c49-9d2b-3e68714ee988" providerId="ADAL" clId="{312BE368-1ED9-4C89-9F56-93BF55744060}" dt="2026-03-23T11:20:04.249" v="68" actId="20577"/>
          <ac:spMkLst>
            <pc:docMk/>
            <pc:sldMk cId="624296918" sldId="326"/>
            <ac:spMk id="3" creationId="{00000000-0000-0000-0000-000000000000}"/>
          </ac:spMkLst>
        </pc:spChg>
        <pc:picChg chg="add del mod">
          <ac:chgData name="Marion Lacroix" userId="9df64882-6113-4c49-9d2b-3e68714ee988" providerId="ADAL" clId="{312BE368-1ED9-4C89-9F56-93BF55744060}" dt="2026-03-23T16:59:59.175" v="5002" actId="478"/>
          <ac:picMkLst>
            <pc:docMk/>
            <pc:sldMk cId="624296918" sldId="326"/>
            <ac:picMk id="4" creationId="{AB20C48A-786F-3FDA-6FB0-3327C6FF206E}"/>
          </ac:picMkLst>
        </pc:picChg>
      </pc:sldChg>
      <pc:sldChg chg="addSp delSp modSp add mod modAnim">
        <pc:chgData name="Marion Lacroix" userId="9df64882-6113-4c49-9d2b-3e68714ee988" providerId="ADAL" clId="{312BE368-1ED9-4C89-9F56-93BF55744060}" dt="2026-03-23T16:55:30.352" v="4956" actId="12789"/>
        <pc:sldMkLst>
          <pc:docMk/>
          <pc:sldMk cId="2078013151" sldId="666"/>
        </pc:sldMkLst>
        <pc:spChg chg="add del mod">
          <ac:chgData name="Marion Lacroix" userId="9df64882-6113-4c49-9d2b-3e68714ee988" providerId="ADAL" clId="{312BE368-1ED9-4C89-9F56-93BF55744060}" dt="2026-03-23T14:32:25.146" v="1942" actId="478"/>
          <ac:spMkLst>
            <pc:docMk/>
            <pc:sldMk cId="2078013151" sldId="666"/>
            <ac:spMk id="2" creationId="{18EA6972-8006-DE63-8701-BF50D919E115}"/>
          </ac:spMkLst>
        </pc:spChg>
        <pc:spChg chg="add mod">
          <ac:chgData name="Marion Lacroix" userId="9df64882-6113-4c49-9d2b-3e68714ee988" providerId="ADAL" clId="{312BE368-1ED9-4C89-9F56-93BF55744060}" dt="2026-03-23T14:32:07.236" v="1939"/>
          <ac:spMkLst>
            <pc:docMk/>
            <pc:sldMk cId="2078013151" sldId="666"/>
            <ac:spMk id="4" creationId="{B301E6C4-6E58-2E55-0CB9-9AFEEB96B22F}"/>
          </ac:spMkLst>
        </pc:spChg>
        <pc:spChg chg="add mod">
          <ac:chgData name="Marion Lacroix" userId="9df64882-6113-4c49-9d2b-3e68714ee988" providerId="ADAL" clId="{312BE368-1ED9-4C89-9F56-93BF55744060}" dt="2026-03-23T16:55:30.352" v="4956" actId="12789"/>
          <ac:spMkLst>
            <pc:docMk/>
            <pc:sldMk cId="2078013151" sldId="666"/>
            <ac:spMk id="6" creationId="{DEB02D24-8714-A1B8-D0BE-38671CAEFF77}"/>
          </ac:spMkLst>
        </pc:spChg>
        <pc:spChg chg="add mod">
          <ac:chgData name="Marion Lacroix" userId="9df64882-6113-4c49-9d2b-3e68714ee988" providerId="ADAL" clId="{312BE368-1ED9-4C89-9F56-93BF55744060}" dt="2026-03-23T16:55:30.352" v="4956" actId="12789"/>
          <ac:spMkLst>
            <pc:docMk/>
            <pc:sldMk cId="2078013151" sldId="666"/>
            <ac:spMk id="7" creationId="{AC582FBE-B2A0-4D68-6743-3C94A900DC5D}"/>
          </ac:spMkLst>
        </pc:spChg>
        <pc:spChg chg="mod">
          <ac:chgData name="Marion Lacroix" userId="9df64882-6113-4c49-9d2b-3e68714ee988" providerId="ADAL" clId="{312BE368-1ED9-4C89-9F56-93BF55744060}" dt="2026-03-23T14:14:51.878" v="1765" actId="20577"/>
          <ac:spMkLst>
            <pc:docMk/>
            <pc:sldMk cId="2078013151" sldId="666"/>
            <ac:spMk id="14" creationId="{00000000-0000-0000-0000-000000000000}"/>
          </ac:spMkLst>
        </pc:spChg>
        <pc:spChg chg="mod">
          <ac:chgData name="Marion Lacroix" userId="9df64882-6113-4c49-9d2b-3e68714ee988" providerId="ADAL" clId="{312BE368-1ED9-4C89-9F56-93BF55744060}" dt="2026-03-23T14:14:43.812" v="1764" actId="207"/>
          <ac:spMkLst>
            <pc:docMk/>
            <pc:sldMk cId="2078013151" sldId="666"/>
            <ac:spMk id="28" creationId="{00000000-0000-0000-0000-000000000000}"/>
          </ac:spMkLst>
        </pc:spChg>
        <pc:spChg chg="del">
          <ac:chgData name="Marion Lacroix" userId="9df64882-6113-4c49-9d2b-3e68714ee988" providerId="ADAL" clId="{312BE368-1ED9-4C89-9F56-93BF55744060}" dt="2026-03-23T16:48:24.696" v="4841" actId="478"/>
          <ac:spMkLst>
            <pc:docMk/>
            <pc:sldMk cId="2078013151" sldId="666"/>
            <ac:spMk id="35" creationId="{00000000-0000-0000-0000-000000000000}"/>
          </ac:spMkLst>
        </pc:spChg>
        <pc:spChg chg="mod">
          <ac:chgData name="Marion Lacroix" userId="9df64882-6113-4c49-9d2b-3e68714ee988" providerId="ADAL" clId="{312BE368-1ED9-4C89-9F56-93BF55744060}" dt="2026-03-23T16:55:30.352" v="4956" actId="12789"/>
          <ac:spMkLst>
            <pc:docMk/>
            <pc:sldMk cId="2078013151" sldId="666"/>
            <ac:spMk id="38" creationId="{00000000-0000-0000-0000-000000000000}"/>
          </ac:spMkLst>
        </pc:spChg>
        <pc:spChg chg="del">
          <ac:chgData name="Marion Lacroix" userId="9df64882-6113-4c49-9d2b-3e68714ee988" providerId="ADAL" clId="{312BE368-1ED9-4C89-9F56-93BF55744060}" dt="2026-03-23T16:48:20.520" v="4839" actId="478"/>
          <ac:spMkLst>
            <pc:docMk/>
            <pc:sldMk cId="2078013151" sldId="666"/>
            <ac:spMk id="39" creationId="{00000000-0000-0000-0000-000000000000}"/>
          </ac:spMkLst>
        </pc:spChg>
        <pc:spChg chg="mod">
          <ac:chgData name="Marion Lacroix" userId="9df64882-6113-4c49-9d2b-3e68714ee988" providerId="ADAL" clId="{312BE368-1ED9-4C89-9F56-93BF55744060}" dt="2026-03-23T14:32:31.902" v="1943" actId="693"/>
          <ac:spMkLst>
            <pc:docMk/>
            <pc:sldMk cId="2078013151" sldId="666"/>
            <ac:spMk id="44" creationId="{00000000-0000-0000-0000-000000000000}"/>
          </ac:spMkLst>
        </pc:spChg>
        <pc:spChg chg="mod">
          <ac:chgData name="Marion Lacroix" userId="9df64882-6113-4c49-9d2b-3e68714ee988" providerId="ADAL" clId="{312BE368-1ED9-4C89-9F56-93BF55744060}" dt="2026-03-23T14:17:20.438" v="1797" actId="404"/>
          <ac:spMkLst>
            <pc:docMk/>
            <pc:sldMk cId="2078013151" sldId="666"/>
            <ac:spMk id="48" creationId="{5606BA2C-A428-4647-A584-4C97775E2E63}"/>
          </ac:spMkLst>
        </pc:spChg>
        <pc:picChg chg="add del mod">
          <ac:chgData name="Marion Lacroix" userId="9df64882-6113-4c49-9d2b-3e68714ee988" providerId="ADAL" clId="{312BE368-1ED9-4C89-9F56-93BF55744060}" dt="2026-03-23T14:32:43.991" v="1944" actId="478"/>
          <ac:picMkLst>
            <pc:docMk/>
            <pc:sldMk cId="2078013151" sldId="666"/>
            <ac:picMk id="3" creationId="{C2B20B5E-EE6D-8682-704D-0D8F2AE87144}"/>
          </ac:picMkLst>
        </pc:picChg>
        <pc:picChg chg="add mod">
          <ac:chgData name="Marion Lacroix" userId="9df64882-6113-4c49-9d2b-3e68714ee988" providerId="ADAL" clId="{312BE368-1ED9-4C89-9F56-93BF55744060}" dt="2026-03-23T14:32:07.236" v="1939"/>
          <ac:picMkLst>
            <pc:docMk/>
            <pc:sldMk cId="2078013151" sldId="666"/>
            <ac:picMk id="5" creationId="{227E398D-88EF-C86C-175A-39C3370C6617}"/>
          </ac:picMkLst>
        </pc:picChg>
        <pc:picChg chg="mod">
          <ac:chgData name="Marion Lacroix" userId="9df64882-6113-4c49-9d2b-3e68714ee988" providerId="ADAL" clId="{312BE368-1ED9-4C89-9F56-93BF55744060}" dt="2026-03-23T14:29:26.902" v="1916" actId="14100"/>
          <ac:picMkLst>
            <pc:docMk/>
            <pc:sldMk cId="2078013151" sldId="666"/>
            <ac:picMk id="62" creationId="{00000000-0000-0000-0000-000000000000}"/>
          </ac:picMkLst>
        </pc:picChg>
      </pc:sldChg>
      <pc:sldChg chg="addSp delSp modSp mod">
        <pc:chgData name="Marion Lacroix" userId="9df64882-6113-4c49-9d2b-3e68714ee988" providerId="ADAL" clId="{312BE368-1ED9-4C89-9F56-93BF55744060}" dt="2026-03-23T16:59:21.654" v="4999" actId="12789"/>
        <pc:sldMkLst>
          <pc:docMk/>
          <pc:sldMk cId="2662649589" sldId="704"/>
        </pc:sldMkLst>
        <pc:spChg chg="add mod">
          <ac:chgData name="Marion Lacroix" userId="9df64882-6113-4c49-9d2b-3e68714ee988" providerId="ADAL" clId="{312BE368-1ED9-4C89-9F56-93BF55744060}" dt="2026-03-23T16:59:21.654" v="4999" actId="12789"/>
          <ac:spMkLst>
            <pc:docMk/>
            <pc:sldMk cId="2662649589" sldId="704"/>
            <ac:spMk id="3" creationId="{1AAFF310-953B-83DC-E980-C0EE2FA9CBB1}"/>
          </ac:spMkLst>
        </pc:spChg>
        <pc:spChg chg="mod">
          <ac:chgData name="Marion Lacroix" userId="9df64882-6113-4c49-9d2b-3e68714ee988" providerId="ADAL" clId="{312BE368-1ED9-4C89-9F56-93BF55744060}" dt="2026-03-23T16:59:21.654" v="4999" actId="12789"/>
          <ac:spMkLst>
            <pc:docMk/>
            <pc:sldMk cId="2662649589" sldId="704"/>
            <ac:spMk id="4" creationId="{09AA0C9B-DA46-49C6-A95A-987C2407B63A}"/>
          </ac:spMkLst>
        </pc:spChg>
        <pc:spChg chg="mod">
          <ac:chgData name="Marion Lacroix" userId="9df64882-6113-4c49-9d2b-3e68714ee988" providerId="ADAL" clId="{312BE368-1ED9-4C89-9F56-93BF55744060}" dt="2026-03-23T16:14:30.806" v="4023" actId="12788"/>
          <ac:spMkLst>
            <pc:docMk/>
            <pc:sldMk cId="2662649589" sldId="704"/>
            <ac:spMk id="5" creationId="{189350E8-9884-46C2-85FB-4612CC68ACD7}"/>
          </ac:spMkLst>
        </pc:spChg>
        <pc:spChg chg="mod">
          <ac:chgData name="Marion Lacroix" userId="9df64882-6113-4c49-9d2b-3e68714ee988" providerId="ADAL" clId="{312BE368-1ED9-4C89-9F56-93BF55744060}" dt="2026-03-23T16:59:21.654" v="4999" actId="12789"/>
          <ac:spMkLst>
            <pc:docMk/>
            <pc:sldMk cId="2662649589" sldId="704"/>
            <ac:spMk id="7" creationId="{00000000-0000-0000-0000-000000000000}"/>
          </ac:spMkLst>
        </pc:spChg>
        <pc:picChg chg="mod">
          <ac:chgData name="Marion Lacroix" userId="9df64882-6113-4c49-9d2b-3e68714ee988" providerId="ADAL" clId="{312BE368-1ED9-4C89-9F56-93BF55744060}" dt="2026-03-23T16:14:30.806" v="4023" actId="12788"/>
          <ac:picMkLst>
            <pc:docMk/>
            <pc:sldMk cId="2662649589" sldId="704"/>
            <ac:picMk id="12" creationId="{3A6631EC-59E6-45B0-8D2A-88D884818E94}"/>
          </ac:picMkLst>
        </pc:picChg>
        <pc:picChg chg="del">
          <ac:chgData name="Marion Lacroix" userId="9df64882-6113-4c49-9d2b-3e68714ee988" providerId="ADAL" clId="{312BE368-1ED9-4C89-9F56-93BF55744060}" dt="2026-03-23T16:14:21.204" v="4021" actId="478"/>
          <ac:picMkLst>
            <pc:docMk/>
            <pc:sldMk cId="2662649589" sldId="704"/>
            <ac:picMk id="14" creationId="{02502BEB-F10D-4AF7-95F2-11CB38BAD861}"/>
          </ac:picMkLst>
        </pc:picChg>
      </pc:sldChg>
      <pc:sldChg chg="del">
        <pc:chgData name="Marion Lacroix" userId="9df64882-6113-4c49-9d2b-3e68714ee988" providerId="ADAL" clId="{312BE368-1ED9-4C89-9F56-93BF55744060}" dt="2026-03-23T13:40:00.534" v="723" actId="47"/>
        <pc:sldMkLst>
          <pc:docMk/>
          <pc:sldMk cId="2199335285" sldId="711"/>
        </pc:sldMkLst>
      </pc:sldChg>
      <pc:sldChg chg="addSp delSp modSp add mod modAnim">
        <pc:chgData name="Marion Lacroix" userId="9df64882-6113-4c49-9d2b-3e68714ee988" providerId="ADAL" clId="{312BE368-1ED9-4C89-9F56-93BF55744060}" dt="2026-03-23T16:54:22.280" v="4947" actId="121"/>
        <pc:sldMkLst>
          <pc:docMk/>
          <pc:sldMk cId="1394016723" sldId="712"/>
        </pc:sldMkLst>
        <pc:spChg chg="add mod">
          <ac:chgData name="Marion Lacroix" userId="9df64882-6113-4c49-9d2b-3e68714ee988" providerId="ADAL" clId="{312BE368-1ED9-4C89-9F56-93BF55744060}" dt="2026-03-23T14:31:14.058" v="1935" actId="14100"/>
          <ac:spMkLst>
            <pc:docMk/>
            <pc:sldMk cId="1394016723" sldId="712"/>
            <ac:spMk id="18" creationId="{2DC52FAD-9A56-6B41-1C8B-2A9A5D9FF2DE}"/>
          </ac:spMkLst>
        </pc:spChg>
        <pc:spChg chg="add mod">
          <ac:chgData name="Marion Lacroix" userId="9df64882-6113-4c49-9d2b-3e68714ee988" providerId="ADAL" clId="{312BE368-1ED9-4C89-9F56-93BF55744060}" dt="2026-03-23T16:48:35.607" v="4845"/>
          <ac:spMkLst>
            <pc:docMk/>
            <pc:sldMk cId="1394016723" sldId="712"/>
            <ac:spMk id="19" creationId="{1BB5E0EF-D331-984A-12DA-FCB11221B11F}"/>
          </ac:spMkLst>
        </pc:spChg>
        <pc:spChg chg="add mod">
          <ac:chgData name="Marion Lacroix" userId="9df64882-6113-4c49-9d2b-3e68714ee988" providerId="ADAL" clId="{312BE368-1ED9-4C89-9F56-93BF55744060}" dt="2026-03-23T16:54:22.280" v="4947" actId="121"/>
          <ac:spMkLst>
            <pc:docMk/>
            <pc:sldMk cId="1394016723" sldId="712"/>
            <ac:spMk id="20" creationId="{5DF7FF75-C2AB-F782-258A-634C0462CD1E}"/>
          </ac:spMkLst>
        </pc:spChg>
        <pc:spChg chg="mod">
          <ac:chgData name="Marion Lacroix" userId="9df64882-6113-4c49-9d2b-3e68714ee988" providerId="ADAL" clId="{312BE368-1ED9-4C89-9F56-93BF55744060}" dt="2026-03-23T14:31:20.981" v="1937" actId="1076"/>
          <ac:spMkLst>
            <pc:docMk/>
            <pc:sldMk cId="1394016723" sldId="712"/>
            <ac:spMk id="28" creationId="{00000000-0000-0000-0000-000000000000}"/>
          </ac:spMkLst>
        </pc:spChg>
        <pc:spChg chg="del">
          <ac:chgData name="Marion Lacroix" userId="9df64882-6113-4c49-9d2b-3e68714ee988" providerId="ADAL" clId="{312BE368-1ED9-4C89-9F56-93BF55744060}" dt="2026-03-23T16:54:19.364" v="4944" actId="478"/>
          <ac:spMkLst>
            <pc:docMk/>
            <pc:sldMk cId="1394016723" sldId="712"/>
            <ac:spMk id="35" creationId="{00000000-0000-0000-0000-000000000000}"/>
          </ac:spMkLst>
        </pc:spChg>
        <pc:spChg chg="mod">
          <ac:chgData name="Marion Lacroix" userId="9df64882-6113-4c49-9d2b-3e68714ee988" providerId="ADAL" clId="{312BE368-1ED9-4C89-9F56-93BF55744060}" dt="2026-03-23T16:50:25.624" v="4873" actId="121"/>
          <ac:spMkLst>
            <pc:docMk/>
            <pc:sldMk cId="1394016723" sldId="712"/>
            <ac:spMk id="38" creationId="{00000000-0000-0000-0000-000000000000}"/>
          </ac:spMkLst>
        </pc:spChg>
        <pc:spChg chg="del">
          <ac:chgData name="Marion Lacroix" userId="9df64882-6113-4c49-9d2b-3e68714ee988" providerId="ADAL" clId="{312BE368-1ED9-4C89-9F56-93BF55744060}" dt="2026-03-23T16:48:35.353" v="4844" actId="478"/>
          <ac:spMkLst>
            <pc:docMk/>
            <pc:sldMk cId="1394016723" sldId="712"/>
            <ac:spMk id="39" creationId="{00000000-0000-0000-0000-000000000000}"/>
          </ac:spMkLst>
        </pc:spChg>
        <pc:spChg chg="mod">
          <ac:chgData name="Marion Lacroix" userId="9df64882-6113-4c49-9d2b-3e68714ee988" providerId="ADAL" clId="{312BE368-1ED9-4C89-9F56-93BF55744060}" dt="2026-03-23T14:30:31.057" v="1924" actId="693"/>
          <ac:spMkLst>
            <pc:docMk/>
            <pc:sldMk cId="1394016723" sldId="712"/>
            <ac:spMk id="44" creationId="{00000000-0000-0000-0000-000000000000}"/>
          </ac:spMkLst>
        </pc:spChg>
        <pc:picChg chg="add del mod">
          <ac:chgData name="Marion Lacroix" userId="9df64882-6113-4c49-9d2b-3e68714ee988" providerId="ADAL" clId="{312BE368-1ED9-4C89-9F56-93BF55744060}" dt="2026-03-23T14:24:49.344" v="1880" actId="478"/>
          <ac:picMkLst>
            <pc:docMk/>
            <pc:sldMk cId="1394016723" sldId="712"/>
            <ac:picMk id="3" creationId="{4FB9506A-192A-E6CD-5E1D-075EF1DB6EE1}"/>
          </ac:picMkLst>
        </pc:picChg>
        <pc:picChg chg="add mod">
          <ac:chgData name="Marion Lacroix" userId="9df64882-6113-4c49-9d2b-3e68714ee988" providerId="ADAL" clId="{312BE368-1ED9-4C89-9F56-93BF55744060}" dt="2026-03-23T14:25:42.186" v="1886" actId="1076"/>
          <ac:picMkLst>
            <pc:docMk/>
            <pc:sldMk cId="1394016723" sldId="712"/>
            <ac:picMk id="5" creationId="{7F3C707F-302A-0604-ECA6-DB7941573F5C}"/>
          </ac:picMkLst>
        </pc:picChg>
        <pc:picChg chg="del mod">
          <ac:chgData name="Marion Lacroix" userId="9df64882-6113-4c49-9d2b-3e68714ee988" providerId="ADAL" clId="{312BE368-1ED9-4C89-9F56-93BF55744060}" dt="2026-03-23T14:22:14.276" v="1873" actId="478"/>
          <ac:picMkLst>
            <pc:docMk/>
            <pc:sldMk cId="1394016723" sldId="712"/>
            <ac:picMk id="7" creationId="{2DDAD170-8CE0-4D33-9A49-A4C5BBA13C2D}"/>
          </ac:picMkLst>
        </pc:picChg>
        <pc:picChg chg="add mod ord">
          <ac:chgData name="Marion Lacroix" userId="9df64882-6113-4c49-9d2b-3e68714ee988" providerId="ADAL" clId="{312BE368-1ED9-4C89-9F56-93BF55744060}" dt="2026-03-23T14:29:57.001" v="1922" actId="1076"/>
          <ac:picMkLst>
            <pc:docMk/>
            <pc:sldMk cId="1394016723" sldId="712"/>
            <ac:picMk id="9" creationId="{0CA0E823-B9D6-00BF-D753-10BDBD6CD7AA}"/>
          </ac:picMkLst>
        </pc:picChg>
        <pc:picChg chg="del">
          <ac:chgData name="Marion Lacroix" userId="9df64882-6113-4c49-9d2b-3e68714ee988" providerId="ADAL" clId="{312BE368-1ED9-4C89-9F56-93BF55744060}" dt="2026-03-23T14:28:47.112" v="1903" actId="478"/>
          <ac:picMkLst>
            <pc:docMk/>
            <pc:sldMk cId="1394016723" sldId="712"/>
            <ac:picMk id="13" creationId="{BE54882D-85A0-450F-9301-E56477D5C265}"/>
          </ac:picMkLst>
        </pc:picChg>
        <pc:picChg chg="add mod">
          <ac:chgData name="Marion Lacroix" userId="9df64882-6113-4c49-9d2b-3e68714ee988" providerId="ADAL" clId="{312BE368-1ED9-4C89-9F56-93BF55744060}" dt="2026-03-23T14:31:07.484" v="1934" actId="1076"/>
          <ac:picMkLst>
            <pc:docMk/>
            <pc:sldMk cId="1394016723" sldId="712"/>
            <ac:picMk id="15" creationId="{9C754014-A933-EF2F-FD2D-4F2DC27B1BD5}"/>
          </ac:picMkLst>
        </pc:picChg>
        <pc:picChg chg="add del mod">
          <ac:chgData name="Marion Lacroix" userId="9df64882-6113-4c49-9d2b-3e68714ee988" providerId="ADAL" clId="{312BE368-1ED9-4C89-9F56-93BF55744060}" dt="2026-03-23T14:29:33.977" v="1918" actId="478"/>
          <ac:picMkLst>
            <pc:docMk/>
            <pc:sldMk cId="1394016723" sldId="712"/>
            <ac:picMk id="16" creationId="{080EF9C5-2DCD-49CC-D760-4182BF39C08B}"/>
          </ac:picMkLst>
        </pc:picChg>
        <pc:picChg chg="add mod">
          <ac:chgData name="Marion Lacroix" userId="9df64882-6113-4c49-9d2b-3e68714ee988" providerId="ADAL" clId="{312BE368-1ED9-4C89-9F56-93BF55744060}" dt="2026-03-23T14:30:56.233" v="1933" actId="166"/>
          <ac:picMkLst>
            <pc:docMk/>
            <pc:sldMk cId="1394016723" sldId="712"/>
            <ac:picMk id="17" creationId="{59F3C058-91C3-89D6-0235-10C082B6133B}"/>
          </ac:picMkLst>
        </pc:picChg>
      </pc:sldChg>
      <pc:sldChg chg="del">
        <pc:chgData name="Marion Lacroix" userId="9df64882-6113-4c49-9d2b-3e68714ee988" providerId="ADAL" clId="{312BE368-1ED9-4C89-9F56-93BF55744060}" dt="2026-03-23T14:07:57.482" v="1617" actId="47"/>
        <pc:sldMkLst>
          <pc:docMk/>
          <pc:sldMk cId="1636120093" sldId="754"/>
        </pc:sldMkLst>
      </pc:sldChg>
      <pc:sldChg chg="del">
        <pc:chgData name="Marion Lacroix" userId="9df64882-6113-4c49-9d2b-3e68714ee988" providerId="ADAL" clId="{312BE368-1ED9-4C89-9F56-93BF55744060}" dt="2026-03-23T13:40:08.840" v="724" actId="47"/>
        <pc:sldMkLst>
          <pc:docMk/>
          <pc:sldMk cId="3391556035" sldId="765"/>
        </pc:sldMkLst>
      </pc:sldChg>
      <pc:sldChg chg="addSp delSp modSp mod ord">
        <pc:chgData name="Marion Lacroix" userId="9df64882-6113-4c49-9d2b-3e68714ee988" providerId="ADAL" clId="{312BE368-1ED9-4C89-9F56-93BF55744060}" dt="2026-03-23T16:57:30.183" v="4979" actId="478"/>
        <pc:sldMkLst>
          <pc:docMk/>
          <pc:sldMk cId="3686782687" sldId="770"/>
        </pc:sldMkLst>
        <pc:spChg chg="mod">
          <ac:chgData name="Marion Lacroix" userId="9df64882-6113-4c49-9d2b-3e68714ee988" providerId="ADAL" clId="{312BE368-1ED9-4C89-9F56-93BF55744060}" dt="2026-03-23T16:07:27.068" v="3689" actId="20577"/>
          <ac:spMkLst>
            <pc:docMk/>
            <pc:sldMk cId="3686782687" sldId="770"/>
            <ac:spMk id="3" creationId="{BE34F1E9-E0B0-4D42-8B7D-D8AAF906B584}"/>
          </ac:spMkLst>
        </pc:spChg>
        <pc:spChg chg="del">
          <ac:chgData name="Marion Lacroix" userId="9df64882-6113-4c49-9d2b-3e68714ee988" providerId="ADAL" clId="{312BE368-1ED9-4C89-9F56-93BF55744060}" dt="2026-03-23T16:57:30.183" v="4979" actId="478"/>
          <ac:spMkLst>
            <pc:docMk/>
            <pc:sldMk cId="3686782687" sldId="770"/>
            <ac:spMk id="4" creationId="{C465A94C-A29D-49E0-AD1A-F280953E436B}"/>
          </ac:spMkLst>
        </pc:spChg>
        <pc:spChg chg="add mod">
          <ac:chgData name="Marion Lacroix" userId="9df64882-6113-4c49-9d2b-3e68714ee988" providerId="ADAL" clId="{312BE368-1ED9-4C89-9F56-93BF55744060}" dt="2026-03-23T16:57:26.587" v="4978" actId="12789"/>
          <ac:spMkLst>
            <pc:docMk/>
            <pc:sldMk cId="3686782687" sldId="770"/>
            <ac:spMk id="5" creationId="{5A69631B-C1F1-6759-B1CF-CEF088653F02}"/>
          </ac:spMkLst>
        </pc:spChg>
        <pc:spChg chg="add mod">
          <ac:chgData name="Marion Lacroix" userId="9df64882-6113-4c49-9d2b-3e68714ee988" providerId="ADAL" clId="{312BE368-1ED9-4C89-9F56-93BF55744060}" dt="2026-03-23T16:57:26.587" v="4978" actId="12789"/>
          <ac:spMkLst>
            <pc:docMk/>
            <pc:sldMk cId="3686782687" sldId="770"/>
            <ac:spMk id="7" creationId="{7909CA81-E102-EA9E-4052-7F4EEE105594}"/>
          </ac:spMkLst>
        </pc:spChg>
        <pc:spChg chg="add mod">
          <ac:chgData name="Marion Lacroix" userId="9df64882-6113-4c49-9d2b-3e68714ee988" providerId="ADAL" clId="{312BE368-1ED9-4C89-9F56-93BF55744060}" dt="2026-03-23T16:57:26.587" v="4978" actId="12789"/>
          <ac:spMkLst>
            <pc:docMk/>
            <pc:sldMk cId="3686782687" sldId="770"/>
            <ac:spMk id="10" creationId="{5778D34D-61D2-11F3-E97E-CD2FFA4FE1F7}"/>
          </ac:spMkLst>
        </pc:spChg>
        <pc:spChg chg="mod">
          <ac:chgData name="Marion Lacroix" userId="9df64882-6113-4c49-9d2b-3e68714ee988" providerId="ADAL" clId="{312BE368-1ED9-4C89-9F56-93BF55744060}" dt="2026-03-23T16:07:36.100" v="3726" actId="1035"/>
          <ac:spMkLst>
            <pc:docMk/>
            <pc:sldMk cId="3686782687" sldId="770"/>
            <ac:spMk id="12" creationId="{176B83BD-B4A7-46E2-BA65-69DA73B2ED84}"/>
          </ac:spMkLst>
        </pc:spChg>
        <pc:spChg chg="mod">
          <ac:chgData name="Marion Lacroix" userId="9df64882-6113-4c49-9d2b-3e68714ee988" providerId="ADAL" clId="{312BE368-1ED9-4C89-9F56-93BF55744060}" dt="2026-03-23T13:58:52.419" v="1300" actId="1076"/>
          <ac:spMkLst>
            <pc:docMk/>
            <pc:sldMk cId="3686782687" sldId="770"/>
            <ac:spMk id="13" creationId="{389C902C-B7AF-45C3-8938-A98B42336D2F}"/>
          </ac:spMkLst>
        </pc:spChg>
        <pc:spChg chg="mod">
          <ac:chgData name="Marion Lacroix" userId="9df64882-6113-4c49-9d2b-3e68714ee988" providerId="ADAL" clId="{312BE368-1ED9-4C89-9F56-93BF55744060}" dt="2026-03-23T16:07:36.100" v="3726" actId="1035"/>
          <ac:spMkLst>
            <pc:docMk/>
            <pc:sldMk cId="3686782687" sldId="770"/>
            <ac:spMk id="14" creationId="{E090DFCB-E332-42CF-93CF-4B422CF17AF9}"/>
          </ac:spMkLst>
        </pc:spChg>
        <pc:spChg chg="mod">
          <ac:chgData name="Marion Lacroix" userId="9df64882-6113-4c49-9d2b-3e68714ee988" providerId="ADAL" clId="{312BE368-1ED9-4C89-9F56-93BF55744060}" dt="2026-03-23T13:58:52.419" v="1300" actId="1076"/>
          <ac:spMkLst>
            <pc:docMk/>
            <pc:sldMk cId="3686782687" sldId="770"/>
            <ac:spMk id="17" creationId="{70D06BF4-43A9-46C0-80ED-20245F75F7DB}"/>
          </ac:spMkLst>
        </pc:spChg>
        <pc:spChg chg="mod">
          <ac:chgData name="Marion Lacroix" userId="9df64882-6113-4c49-9d2b-3e68714ee988" providerId="ADAL" clId="{312BE368-1ED9-4C89-9F56-93BF55744060}" dt="2026-03-23T16:07:36.100" v="3726" actId="1035"/>
          <ac:spMkLst>
            <pc:docMk/>
            <pc:sldMk cId="3686782687" sldId="770"/>
            <ac:spMk id="18" creationId="{B8A44BCC-2C58-428D-AFBA-723D9F139340}"/>
          </ac:spMkLst>
        </pc:spChg>
        <pc:spChg chg="mod">
          <ac:chgData name="Marion Lacroix" userId="9df64882-6113-4c49-9d2b-3e68714ee988" providerId="ADAL" clId="{312BE368-1ED9-4C89-9F56-93BF55744060}" dt="2026-03-23T13:58:52.419" v="1300" actId="1076"/>
          <ac:spMkLst>
            <pc:docMk/>
            <pc:sldMk cId="3686782687" sldId="770"/>
            <ac:spMk id="20" creationId="{88FAA2DD-74D1-4D9D-8958-B767C30A9019}"/>
          </ac:spMkLst>
        </pc:spChg>
        <pc:spChg chg="mod">
          <ac:chgData name="Marion Lacroix" userId="9df64882-6113-4c49-9d2b-3e68714ee988" providerId="ADAL" clId="{312BE368-1ED9-4C89-9F56-93BF55744060}" dt="2026-03-23T16:07:36.100" v="3726" actId="1035"/>
          <ac:spMkLst>
            <pc:docMk/>
            <pc:sldMk cId="3686782687" sldId="770"/>
            <ac:spMk id="21" creationId="{216807BD-A839-43F2-818D-A1B45D2AF318}"/>
          </ac:spMkLst>
        </pc:spChg>
        <pc:spChg chg="mod">
          <ac:chgData name="Marion Lacroix" userId="9df64882-6113-4c49-9d2b-3e68714ee988" providerId="ADAL" clId="{312BE368-1ED9-4C89-9F56-93BF55744060}" dt="2026-03-23T13:58:52.419" v="1300" actId="1076"/>
          <ac:spMkLst>
            <pc:docMk/>
            <pc:sldMk cId="3686782687" sldId="770"/>
            <ac:spMk id="22" creationId="{2EAAA130-19E2-4154-876E-45483716FDA9}"/>
          </ac:spMkLst>
        </pc:spChg>
        <pc:picChg chg="mod">
          <ac:chgData name="Marion Lacroix" userId="9df64882-6113-4c49-9d2b-3e68714ee988" providerId="ADAL" clId="{312BE368-1ED9-4C89-9F56-93BF55744060}" dt="2026-03-23T13:58:52.419" v="1300" actId="1076"/>
          <ac:picMkLst>
            <pc:docMk/>
            <pc:sldMk cId="3686782687" sldId="770"/>
            <ac:picMk id="8" creationId="{5D79A647-6EB7-4499-8224-18211A4F67F0}"/>
          </ac:picMkLst>
        </pc:picChg>
        <pc:picChg chg="mod">
          <ac:chgData name="Marion Lacroix" userId="9df64882-6113-4c49-9d2b-3e68714ee988" providerId="ADAL" clId="{312BE368-1ED9-4C89-9F56-93BF55744060}" dt="2026-03-23T14:39:02.602" v="2044" actId="1076"/>
          <ac:picMkLst>
            <pc:docMk/>
            <pc:sldMk cId="3686782687" sldId="770"/>
            <ac:picMk id="9" creationId="{979C9660-3FC5-4568-9ABD-92A1CB5D4C66}"/>
          </ac:picMkLst>
        </pc:picChg>
      </pc:sldChg>
      <pc:sldChg chg="modSp del mod">
        <pc:chgData name="Marion Lacroix" userId="9df64882-6113-4c49-9d2b-3e68714ee988" providerId="ADAL" clId="{312BE368-1ED9-4C89-9F56-93BF55744060}" dt="2026-03-23T14:10:19.115" v="1667" actId="47"/>
        <pc:sldMkLst>
          <pc:docMk/>
          <pc:sldMk cId="391908494" sldId="773"/>
        </pc:sldMkLst>
        <pc:spChg chg="mod">
          <ac:chgData name="Marion Lacroix" userId="9df64882-6113-4c49-9d2b-3e68714ee988" providerId="ADAL" clId="{312BE368-1ED9-4C89-9F56-93BF55744060}" dt="2026-03-23T14:09:48.490" v="1657" actId="1076"/>
          <ac:spMkLst>
            <pc:docMk/>
            <pc:sldMk cId="391908494" sldId="773"/>
            <ac:spMk id="6" creationId="{00000000-0000-0000-0000-000000000000}"/>
          </ac:spMkLst>
        </pc:spChg>
      </pc:sldChg>
      <pc:sldChg chg="addSp delSp modSp mod">
        <pc:chgData name="Marion Lacroix" userId="9df64882-6113-4c49-9d2b-3e68714ee988" providerId="ADAL" clId="{312BE368-1ED9-4C89-9F56-93BF55744060}" dt="2026-03-23T16:57:54.559" v="4984" actId="242"/>
        <pc:sldMkLst>
          <pc:docMk/>
          <pc:sldMk cId="1522850905" sldId="774"/>
        </pc:sldMkLst>
        <pc:spChg chg="mod">
          <ac:chgData name="Marion Lacroix" userId="9df64882-6113-4c49-9d2b-3e68714ee988" providerId="ADAL" clId="{312BE368-1ED9-4C89-9F56-93BF55744060}" dt="2026-03-23T14:38:02.343" v="2016" actId="20577"/>
          <ac:spMkLst>
            <pc:docMk/>
            <pc:sldMk cId="1522850905" sldId="774"/>
            <ac:spMk id="2" creationId="{00000000-0000-0000-0000-000000000000}"/>
          </ac:spMkLst>
        </pc:spChg>
        <pc:spChg chg="del mod">
          <ac:chgData name="Marion Lacroix" userId="9df64882-6113-4c49-9d2b-3e68714ee988" providerId="ADAL" clId="{312BE368-1ED9-4C89-9F56-93BF55744060}" dt="2026-03-23T16:51:19.235" v="4895" actId="478"/>
          <ac:spMkLst>
            <pc:docMk/>
            <pc:sldMk cId="1522850905" sldId="774"/>
            <ac:spMk id="4" creationId="{00000000-0000-0000-0000-000000000000}"/>
          </ac:spMkLst>
        </pc:spChg>
        <pc:spChg chg="add mod">
          <ac:chgData name="Marion Lacroix" userId="9df64882-6113-4c49-9d2b-3e68714ee988" providerId="ADAL" clId="{312BE368-1ED9-4C89-9F56-93BF55744060}" dt="2026-03-23T15:54:12.599" v="2890" actId="12788"/>
          <ac:spMkLst>
            <pc:docMk/>
            <pc:sldMk cId="1522850905" sldId="774"/>
            <ac:spMk id="5" creationId="{D8CEDE8D-206A-DEFA-A214-DC409877577F}"/>
          </ac:spMkLst>
        </pc:spChg>
        <pc:spChg chg="add del mod">
          <ac:chgData name="Marion Lacroix" userId="9df64882-6113-4c49-9d2b-3e68714ee988" providerId="ADAL" clId="{312BE368-1ED9-4C89-9F56-93BF55744060}" dt="2026-03-23T13:44:40.727" v="829" actId="478"/>
          <ac:spMkLst>
            <pc:docMk/>
            <pc:sldMk cId="1522850905" sldId="774"/>
            <ac:spMk id="6" creationId="{2F2530C8-C0BF-A460-6DDB-F61364C2DCFB}"/>
          </ac:spMkLst>
        </pc:spChg>
        <pc:spChg chg="mod">
          <ac:chgData name="Marion Lacroix" userId="9df64882-6113-4c49-9d2b-3e68714ee988" providerId="ADAL" clId="{312BE368-1ED9-4C89-9F56-93BF55744060}" dt="2026-03-23T13:41:25.180" v="732" actId="1076"/>
          <ac:spMkLst>
            <pc:docMk/>
            <pc:sldMk cId="1522850905" sldId="774"/>
            <ac:spMk id="7" creationId="{41114B76-0EAD-492D-B12C-3059C9651E4E}"/>
          </ac:spMkLst>
        </pc:spChg>
        <pc:spChg chg="add mod">
          <ac:chgData name="Marion Lacroix" userId="9df64882-6113-4c49-9d2b-3e68714ee988" providerId="ADAL" clId="{312BE368-1ED9-4C89-9F56-93BF55744060}" dt="2026-03-23T14:36:09.370" v="2006" actId="1076"/>
          <ac:spMkLst>
            <pc:docMk/>
            <pc:sldMk cId="1522850905" sldId="774"/>
            <ac:spMk id="8" creationId="{11990EB1-9889-A037-E230-091C3F888F12}"/>
          </ac:spMkLst>
        </pc:spChg>
        <pc:spChg chg="mod">
          <ac:chgData name="Marion Lacroix" userId="9df64882-6113-4c49-9d2b-3e68714ee988" providerId="ADAL" clId="{312BE368-1ED9-4C89-9F56-93BF55744060}" dt="2026-03-23T13:46:59.998" v="907" actId="14100"/>
          <ac:spMkLst>
            <pc:docMk/>
            <pc:sldMk cId="1522850905" sldId="774"/>
            <ac:spMk id="11" creationId="{DABF3E08-D7F9-4293-9B2E-489104FDDAF8}"/>
          </ac:spMkLst>
        </pc:spChg>
        <pc:spChg chg="mod">
          <ac:chgData name="Marion Lacroix" userId="9df64882-6113-4c49-9d2b-3e68714ee988" providerId="ADAL" clId="{312BE368-1ED9-4C89-9F56-93BF55744060}" dt="2026-03-23T14:35:00.056" v="1977" actId="5793"/>
          <ac:spMkLst>
            <pc:docMk/>
            <pc:sldMk cId="1522850905" sldId="774"/>
            <ac:spMk id="16" creationId="{5A07366D-17AC-4FDC-AD4D-AFAC5997A646}"/>
          </ac:spMkLst>
        </pc:spChg>
        <pc:spChg chg="mod">
          <ac:chgData name="Marion Lacroix" userId="9df64882-6113-4c49-9d2b-3e68714ee988" providerId="ADAL" clId="{312BE368-1ED9-4C89-9F56-93BF55744060}" dt="2026-03-23T14:03:48.752" v="1421" actId="1037"/>
          <ac:spMkLst>
            <pc:docMk/>
            <pc:sldMk cId="1522850905" sldId="774"/>
            <ac:spMk id="17" creationId="{B3C913EC-43DD-45D0-AE71-DC07AA782CFA}"/>
          </ac:spMkLst>
        </pc:spChg>
        <pc:spChg chg="del">
          <ac:chgData name="Marion Lacroix" userId="9df64882-6113-4c49-9d2b-3e68714ee988" providerId="ADAL" clId="{312BE368-1ED9-4C89-9F56-93BF55744060}" dt="2026-03-23T13:40:55.973" v="725" actId="478"/>
          <ac:spMkLst>
            <pc:docMk/>
            <pc:sldMk cId="1522850905" sldId="774"/>
            <ac:spMk id="18" creationId="{DF117B8F-B6D4-4D51-8F8E-85528445702D}"/>
          </ac:spMkLst>
        </pc:spChg>
        <pc:spChg chg="mod">
          <ac:chgData name="Marion Lacroix" userId="9df64882-6113-4c49-9d2b-3e68714ee988" providerId="ADAL" clId="{312BE368-1ED9-4C89-9F56-93BF55744060}" dt="2026-03-23T14:36:00.786" v="2005" actId="1076"/>
          <ac:spMkLst>
            <pc:docMk/>
            <pc:sldMk cId="1522850905" sldId="774"/>
            <ac:spMk id="20" creationId="{3C1BC93A-11CD-4BCD-B044-C1E4A1E20138}"/>
          </ac:spMkLst>
        </pc:spChg>
        <pc:spChg chg="mod">
          <ac:chgData name="Marion Lacroix" userId="9df64882-6113-4c49-9d2b-3e68714ee988" providerId="ADAL" clId="{312BE368-1ED9-4C89-9F56-93BF55744060}" dt="2026-03-23T13:47:18.366" v="910" actId="1076"/>
          <ac:spMkLst>
            <pc:docMk/>
            <pc:sldMk cId="1522850905" sldId="774"/>
            <ac:spMk id="24" creationId="{3A932B74-7272-4F75-9A77-0A0B99BF40B1}"/>
          </ac:spMkLst>
        </pc:spChg>
        <pc:spChg chg="add mod">
          <ac:chgData name="Marion Lacroix" userId="9df64882-6113-4c49-9d2b-3e68714ee988" providerId="ADAL" clId="{312BE368-1ED9-4C89-9F56-93BF55744060}" dt="2026-03-23T16:57:54.559" v="4984" actId="242"/>
          <ac:spMkLst>
            <pc:docMk/>
            <pc:sldMk cId="1522850905" sldId="774"/>
            <ac:spMk id="53" creationId="{A518B05E-2359-75BC-3499-5C9AAC163348}"/>
          </ac:spMkLst>
        </pc:spChg>
        <pc:spChg chg="add mod">
          <ac:chgData name="Marion Lacroix" userId="9df64882-6113-4c49-9d2b-3e68714ee988" providerId="ADAL" clId="{312BE368-1ED9-4C89-9F56-93BF55744060}" dt="2026-03-23T16:57:54.559" v="4984" actId="242"/>
          <ac:spMkLst>
            <pc:docMk/>
            <pc:sldMk cId="1522850905" sldId="774"/>
            <ac:spMk id="54" creationId="{941209A6-64A8-CFD9-A669-EDD6EB07533D}"/>
          </ac:spMkLst>
        </pc:spChg>
        <pc:spChg chg="add mod">
          <ac:chgData name="Marion Lacroix" userId="9df64882-6113-4c49-9d2b-3e68714ee988" providerId="ADAL" clId="{312BE368-1ED9-4C89-9F56-93BF55744060}" dt="2026-03-23T16:57:54.559" v="4984" actId="242"/>
          <ac:spMkLst>
            <pc:docMk/>
            <pc:sldMk cId="1522850905" sldId="774"/>
            <ac:spMk id="55" creationId="{2B4810A3-0506-E3F0-465A-67A824810AD8}"/>
          </ac:spMkLst>
        </pc:spChg>
        <pc:picChg chg="mod">
          <ac:chgData name="Marion Lacroix" userId="9df64882-6113-4c49-9d2b-3e68714ee988" providerId="ADAL" clId="{312BE368-1ED9-4C89-9F56-93BF55744060}" dt="2026-03-23T13:47:03.902" v="908" actId="1076"/>
          <ac:picMkLst>
            <pc:docMk/>
            <pc:sldMk cId="1522850905" sldId="774"/>
            <ac:picMk id="10" creationId="{1B036811-41E6-4126-BA53-B2CEADDF92D9}"/>
          </ac:picMkLst>
        </pc:picChg>
        <pc:picChg chg="mod">
          <ac:chgData name="Marion Lacroix" userId="9df64882-6113-4c49-9d2b-3e68714ee988" providerId="ADAL" clId="{312BE368-1ED9-4C89-9F56-93BF55744060}" dt="2026-03-23T13:46:51.312" v="906" actId="1076"/>
          <ac:picMkLst>
            <pc:docMk/>
            <pc:sldMk cId="1522850905" sldId="774"/>
            <ac:picMk id="15" creationId="{DA479655-5F69-46C1-A1A7-03ABFB257F60}"/>
          </ac:picMkLst>
        </pc:picChg>
        <pc:picChg chg="mod">
          <ac:chgData name="Marion Lacroix" userId="9df64882-6113-4c49-9d2b-3e68714ee988" providerId="ADAL" clId="{312BE368-1ED9-4C89-9F56-93BF55744060}" dt="2026-03-23T14:35:37.984" v="2000" actId="1076"/>
          <ac:picMkLst>
            <pc:docMk/>
            <pc:sldMk cId="1522850905" sldId="774"/>
            <ac:picMk id="19" creationId="{CC9AB61A-28DE-4371-BD5C-228C9DF2BBBE}"/>
          </ac:picMkLst>
        </pc:picChg>
        <pc:picChg chg="add del mod">
          <ac:chgData name="Marion Lacroix" userId="9df64882-6113-4c49-9d2b-3e68714ee988" providerId="ADAL" clId="{312BE368-1ED9-4C89-9F56-93BF55744060}" dt="2026-03-23T13:48:15.549" v="922" actId="1076"/>
          <ac:picMkLst>
            <pc:docMk/>
            <pc:sldMk cId="1522850905" sldId="774"/>
            <ac:picMk id="43" creationId="{F0B07EC7-4B72-4890-83EE-2C06AD6BC078}"/>
          </ac:picMkLst>
        </pc:picChg>
        <pc:picChg chg="add mod">
          <ac:chgData name="Marion Lacroix" userId="9df64882-6113-4c49-9d2b-3e68714ee988" providerId="ADAL" clId="{312BE368-1ED9-4C89-9F56-93BF55744060}" dt="2026-03-23T15:53:46.419" v="2884" actId="1076"/>
          <ac:picMkLst>
            <pc:docMk/>
            <pc:sldMk cId="1522850905" sldId="774"/>
            <ac:picMk id="52" creationId="{169DF0E6-8EEC-7DF7-B3A0-5CA455295A4C}"/>
          </ac:picMkLst>
        </pc:picChg>
        <pc:cxnChg chg="mod">
          <ac:chgData name="Marion Lacroix" userId="9df64882-6113-4c49-9d2b-3e68714ee988" providerId="ADAL" clId="{312BE368-1ED9-4C89-9F56-93BF55744060}" dt="2026-03-23T13:46:59.998" v="907" actId="14100"/>
          <ac:cxnSpMkLst>
            <pc:docMk/>
            <pc:sldMk cId="1522850905" sldId="774"/>
            <ac:cxnSpMk id="13" creationId="{8E83658F-B872-4B17-AF0B-ACDAAA8972CB}"/>
          </ac:cxnSpMkLst>
        </pc:cxnChg>
        <pc:cxnChg chg="mod">
          <ac:chgData name="Marion Lacroix" userId="9df64882-6113-4c49-9d2b-3e68714ee988" providerId="ADAL" clId="{312BE368-1ED9-4C89-9F56-93BF55744060}" dt="2026-03-23T14:36:00.786" v="2005" actId="1076"/>
          <ac:cxnSpMkLst>
            <pc:docMk/>
            <pc:sldMk cId="1522850905" sldId="774"/>
            <ac:cxnSpMk id="21" creationId="{24EBB392-50A9-4762-89A7-2EEE33D139A1}"/>
          </ac:cxnSpMkLst>
        </pc:cxnChg>
        <pc:cxnChg chg="mod">
          <ac:chgData name="Marion Lacroix" userId="9df64882-6113-4c49-9d2b-3e68714ee988" providerId="ADAL" clId="{312BE368-1ED9-4C89-9F56-93BF55744060}" dt="2026-03-23T14:35:37.984" v="2000" actId="1076"/>
          <ac:cxnSpMkLst>
            <pc:docMk/>
            <pc:sldMk cId="1522850905" sldId="774"/>
            <ac:cxnSpMk id="22" creationId="{B4C8B362-805A-4EAE-BBA7-8DDF88FFB931}"/>
          </ac:cxnSpMkLst>
        </pc:cxnChg>
      </pc:sldChg>
      <pc:sldChg chg="del">
        <pc:chgData name="Marion Lacroix" userId="9df64882-6113-4c49-9d2b-3e68714ee988" providerId="ADAL" clId="{312BE368-1ED9-4C89-9F56-93BF55744060}" dt="2026-03-23T13:49:51.856" v="932" actId="47"/>
        <pc:sldMkLst>
          <pc:docMk/>
          <pc:sldMk cId="150817860" sldId="776"/>
        </pc:sldMkLst>
      </pc:sldChg>
      <pc:sldChg chg="addSp delSp modSp mod addAnim delAnim modAnim">
        <pc:chgData name="Marion Lacroix" userId="9df64882-6113-4c49-9d2b-3e68714ee988" providerId="ADAL" clId="{312BE368-1ED9-4C89-9F56-93BF55744060}" dt="2026-03-23T16:58:12.789" v="4987" actId="242"/>
        <pc:sldMkLst>
          <pc:docMk/>
          <pc:sldMk cId="3209164075" sldId="777"/>
        </pc:sldMkLst>
        <pc:spChg chg="mod">
          <ac:chgData name="Marion Lacroix" userId="9df64882-6113-4c49-9d2b-3e68714ee988" providerId="ADAL" clId="{312BE368-1ED9-4C89-9F56-93BF55744060}" dt="2026-03-23T16:34:13.819" v="4525" actId="20577"/>
          <ac:spMkLst>
            <pc:docMk/>
            <pc:sldMk cId="3209164075" sldId="777"/>
            <ac:spMk id="2" creationId="{00000000-0000-0000-0000-000000000000}"/>
          </ac:spMkLst>
        </pc:spChg>
        <pc:spChg chg="del">
          <ac:chgData name="Marion Lacroix" userId="9df64882-6113-4c49-9d2b-3e68714ee988" providerId="ADAL" clId="{312BE368-1ED9-4C89-9F56-93BF55744060}" dt="2026-03-23T16:51:40.524" v="4902" actId="478"/>
          <ac:spMkLst>
            <pc:docMk/>
            <pc:sldMk cId="3209164075" sldId="777"/>
            <ac:spMk id="4" creationId="{00000000-0000-0000-0000-000000000000}"/>
          </ac:spMkLst>
        </pc:spChg>
        <pc:spChg chg="add del mod">
          <ac:chgData name="Marion Lacroix" userId="9df64882-6113-4c49-9d2b-3e68714ee988" providerId="ADAL" clId="{312BE368-1ED9-4C89-9F56-93BF55744060}" dt="2026-03-23T14:11:00.352" v="1669" actId="478"/>
          <ac:spMkLst>
            <pc:docMk/>
            <pc:sldMk cId="3209164075" sldId="777"/>
            <ac:spMk id="5" creationId="{ADBB2670-CC07-6A9F-2CF7-DD20E7064652}"/>
          </ac:spMkLst>
        </pc:spChg>
        <pc:spChg chg="add del">
          <ac:chgData name="Marion Lacroix" userId="9df64882-6113-4c49-9d2b-3e68714ee988" providerId="ADAL" clId="{312BE368-1ED9-4C89-9F56-93BF55744060}" dt="2026-03-23T16:32:33.910" v="4479" actId="22"/>
          <ac:spMkLst>
            <pc:docMk/>
            <pc:sldMk cId="3209164075" sldId="777"/>
            <ac:spMk id="7" creationId="{359B3DDE-000D-79A6-19BF-337D92DA0A57}"/>
          </ac:spMkLst>
        </pc:spChg>
        <pc:spChg chg="add mod">
          <ac:chgData name="Marion Lacroix" userId="9df64882-6113-4c49-9d2b-3e68714ee988" providerId="ADAL" clId="{312BE368-1ED9-4C89-9F56-93BF55744060}" dt="2026-03-23T16:58:12.789" v="4987" actId="242"/>
          <ac:spMkLst>
            <pc:docMk/>
            <pc:sldMk cId="3209164075" sldId="777"/>
            <ac:spMk id="8" creationId="{0F2E4390-42F9-6B94-5D22-CCCD6D30627F}"/>
          </ac:spMkLst>
        </pc:spChg>
        <pc:spChg chg="add mod">
          <ac:chgData name="Marion Lacroix" userId="9df64882-6113-4c49-9d2b-3e68714ee988" providerId="ADAL" clId="{312BE368-1ED9-4C89-9F56-93BF55744060}" dt="2026-03-23T16:58:12.789" v="4987" actId="242"/>
          <ac:spMkLst>
            <pc:docMk/>
            <pc:sldMk cId="3209164075" sldId="777"/>
            <ac:spMk id="9" creationId="{49954402-10BA-3F6F-3845-1344327026F4}"/>
          </ac:spMkLst>
        </pc:spChg>
        <pc:spChg chg="add mod">
          <ac:chgData name="Marion Lacroix" userId="9df64882-6113-4c49-9d2b-3e68714ee988" providerId="ADAL" clId="{312BE368-1ED9-4C89-9F56-93BF55744060}" dt="2026-03-23T16:58:12.789" v="4987" actId="242"/>
          <ac:spMkLst>
            <pc:docMk/>
            <pc:sldMk cId="3209164075" sldId="777"/>
            <ac:spMk id="10" creationId="{7F74D531-EC65-66B4-3FE4-F1C46CCC5138}"/>
          </ac:spMkLst>
        </pc:spChg>
        <pc:spChg chg="add del mod">
          <ac:chgData name="Marion Lacroix" userId="9df64882-6113-4c49-9d2b-3e68714ee988" providerId="ADAL" clId="{312BE368-1ED9-4C89-9F56-93BF55744060}" dt="2026-03-23T16:36:19.077" v="4593" actId="1076"/>
          <ac:spMkLst>
            <pc:docMk/>
            <pc:sldMk cId="3209164075" sldId="777"/>
            <ac:spMk id="13" creationId="{BA0369C6-9D4A-40E2-87F7-710D69EF4982}"/>
          </ac:spMkLst>
        </pc:spChg>
        <pc:picChg chg="del mod">
          <ac:chgData name="Marion Lacroix" userId="9df64882-6113-4c49-9d2b-3e68714ee988" providerId="ADAL" clId="{312BE368-1ED9-4C89-9F56-93BF55744060}" dt="2026-03-23T16:13:25.451" v="4005" actId="478"/>
          <ac:picMkLst>
            <pc:docMk/>
            <pc:sldMk cId="3209164075" sldId="777"/>
            <ac:picMk id="17" creationId="{9F21935F-9BA6-4113-BCCE-75BECC7FAA4A}"/>
          </ac:picMkLst>
        </pc:picChg>
        <pc:picChg chg="add del mod">
          <ac:chgData name="Marion Lacroix" userId="9df64882-6113-4c49-9d2b-3e68714ee988" providerId="ADAL" clId="{312BE368-1ED9-4C89-9F56-93BF55744060}" dt="2026-03-23T16:34:08.268" v="4509" actId="478"/>
          <ac:picMkLst>
            <pc:docMk/>
            <pc:sldMk cId="3209164075" sldId="777"/>
            <ac:picMk id="29" creationId="{F370BBC9-4232-41E6-9037-FE529BB9F6CB}"/>
          </ac:picMkLst>
        </pc:picChg>
        <pc:picChg chg="add">
          <ac:chgData name="Marion Lacroix" userId="9df64882-6113-4c49-9d2b-3e68714ee988" providerId="ADAL" clId="{312BE368-1ED9-4C89-9F56-93BF55744060}" dt="2026-03-23T16:32:17.431" v="4476"/>
          <ac:picMkLst>
            <pc:docMk/>
            <pc:sldMk cId="3209164075" sldId="777"/>
            <ac:picMk id="3074" creationId="{D263EAFA-57E6-0045-4D1F-45F3708280EE}"/>
          </ac:picMkLst>
        </pc:picChg>
        <pc:picChg chg="add">
          <ac:chgData name="Marion Lacroix" userId="9df64882-6113-4c49-9d2b-3e68714ee988" providerId="ADAL" clId="{312BE368-1ED9-4C89-9F56-93BF55744060}" dt="2026-03-23T16:32:17.431" v="4476"/>
          <ac:picMkLst>
            <pc:docMk/>
            <pc:sldMk cId="3209164075" sldId="777"/>
            <ac:picMk id="3075" creationId="{8B40096B-3FBA-1174-DA5F-9F1666D6BA7C}"/>
          </ac:picMkLst>
        </pc:picChg>
        <pc:picChg chg="add">
          <ac:chgData name="Marion Lacroix" userId="9df64882-6113-4c49-9d2b-3e68714ee988" providerId="ADAL" clId="{312BE368-1ED9-4C89-9F56-93BF55744060}" dt="2026-03-23T16:32:17.431" v="4476"/>
          <ac:picMkLst>
            <pc:docMk/>
            <pc:sldMk cId="3209164075" sldId="777"/>
            <ac:picMk id="3076" creationId="{DC157E99-CDF2-A08D-1EE2-1801AF6F6F57}"/>
          </ac:picMkLst>
        </pc:picChg>
        <pc:picChg chg="add">
          <ac:chgData name="Marion Lacroix" userId="9df64882-6113-4c49-9d2b-3e68714ee988" providerId="ADAL" clId="{312BE368-1ED9-4C89-9F56-93BF55744060}" dt="2026-03-23T16:32:17.431" v="4476"/>
          <ac:picMkLst>
            <pc:docMk/>
            <pc:sldMk cId="3209164075" sldId="777"/>
            <ac:picMk id="3077" creationId="{82FEA848-0A1F-3828-F2EC-A21BCD00BE38}"/>
          </ac:picMkLst>
        </pc:picChg>
        <pc:picChg chg="add">
          <ac:chgData name="Marion Lacroix" userId="9df64882-6113-4c49-9d2b-3e68714ee988" providerId="ADAL" clId="{312BE368-1ED9-4C89-9F56-93BF55744060}" dt="2026-03-23T16:32:17.431" v="4476"/>
          <ac:picMkLst>
            <pc:docMk/>
            <pc:sldMk cId="3209164075" sldId="777"/>
            <ac:picMk id="3078" creationId="{13BC8131-D0A2-BB8C-51C4-F7E79510B7D2}"/>
          </ac:picMkLst>
        </pc:picChg>
        <pc:picChg chg="add">
          <ac:chgData name="Marion Lacroix" userId="9df64882-6113-4c49-9d2b-3e68714ee988" providerId="ADAL" clId="{312BE368-1ED9-4C89-9F56-93BF55744060}" dt="2026-03-23T16:32:17.431" v="4476"/>
          <ac:picMkLst>
            <pc:docMk/>
            <pc:sldMk cId="3209164075" sldId="777"/>
            <ac:picMk id="3079" creationId="{24EC7C51-FFA4-9E0C-80D5-CBCFD3732D07}"/>
          </ac:picMkLst>
        </pc:picChg>
        <pc:picChg chg="add">
          <ac:chgData name="Marion Lacroix" userId="9df64882-6113-4c49-9d2b-3e68714ee988" providerId="ADAL" clId="{312BE368-1ED9-4C89-9F56-93BF55744060}" dt="2026-03-23T16:32:17.431" v="4476"/>
          <ac:picMkLst>
            <pc:docMk/>
            <pc:sldMk cId="3209164075" sldId="777"/>
            <ac:picMk id="3080" creationId="{16FBA106-E6B9-4896-B712-7AAA6BBA41D2}"/>
          </ac:picMkLst>
        </pc:picChg>
        <pc:picChg chg="add">
          <ac:chgData name="Marion Lacroix" userId="9df64882-6113-4c49-9d2b-3e68714ee988" providerId="ADAL" clId="{312BE368-1ED9-4C89-9F56-93BF55744060}" dt="2026-03-23T16:32:25.163" v="4477"/>
          <ac:picMkLst>
            <pc:docMk/>
            <pc:sldMk cId="3209164075" sldId="777"/>
            <ac:picMk id="3082" creationId="{FED74991-DA6C-0A85-1CC7-D3633180DDC7}"/>
          </ac:picMkLst>
        </pc:picChg>
        <pc:picChg chg="add">
          <ac:chgData name="Marion Lacroix" userId="9df64882-6113-4c49-9d2b-3e68714ee988" providerId="ADAL" clId="{312BE368-1ED9-4C89-9F56-93BF55744060}" dt="2026-03-23T16:32:25.163" v="4477"/>
          <ac:picMkLst>
            <pc:docMk/>
            <pc:sldMk cId="3209164075" sldId="777"/>
            <ac:picMk id="3083" creationId="{C903E08D-4F00-8D34-1BFD-8D99B38BE5E8}"/>
          </ac:picMkLst>
        </pc:picChg>
        <pc:picChg chg="add">
          <ac:chgData name="Marion Lacroix" userId="9df64882-6113-4c49-9d2b-3e68714ee988" providerId="ADAL" clId="{312BE368-1ED9-4C89-9F56-93BF55744060}" dt="2026-03-23T16:32:25.163" v="4477"/>
          <ac:picMkLst>
            <pc:docMk/>
            <pc:sldMk cId="3209164075" sldId="777"/>
            <ac:picMk id="3084" creationId="{3377B2FB-97A8-BC2C-41AB-9C8CF939002B}"/>
          </ac:picMkLst>
        </pc:picChg>
        <pc:picChg chg="add">
          <ac:chgData name="Marion Lacroix" userId="9df64882-6113-4c49-9d2b-3e68714ee988" providerId="ADAL" clId="{312BE368-1ED9-4C89-9F56-93BF55744060}" dt="2026-03-23T16:32:25.163" v="4477"/>
          <ac:picMkLst>
            <pc:docMk/>
            <pc:sldMk cId="3209164075" sldId="777"/>
            <ac:picMk id="3085" creationId="{00B4BE45-9A4A-CE9A-258E-A89A9E6023E0}"/>
          </ac:picMkLst>
        </pc:picChg>
        <pc:picChg chg="add">
          <ac:chgData name="Marion Lacroix" userId="9df64882-6113-4c49-9d2b-3e68714ee988" providerId="ADAL" clId="{312BE368-1ED9-4C89-9F56-93BF55744060}" dt="2026-03-23T16:32:25.163" v="4477"/>
          <ac:picMkLst>
            <pc:docMk/>
            <pc:sldMk cId="3209164075" sldId="777"/>
            <ac:picMk id="3086" creationId="{C764D8F6-8CE4-FE12-8996-9EBF3D2CCECD}"/>
          </ac:picMkLst>
        </pc:picChg>
        <pc:picChg chg="add">
          <ac:chgData name="Marion Lacroix" userId="9df64882-6113-4c49-9d2b-3e68714ee988" providerId="ADAL" clId="{312BE368-1ED9-4C89-9F56-93BF55744060}" dt="2026-03-23T16:32:25.163" v="4477"/>
          <ac:picMkLst>
            <pc:docMk/>
            <pc:sldMk cId="3209164075" sldId="777"/>
            <ac:picMk id="3087" creationId="{5B24651C-8A61-1384-0D8D-2B674000C74B}"/>
          </ac:picMkLst>
        </pc:picChg>
        <pc:picChg chg="add">
          <ac:chgData name="Marion Lacroix" userId="9df64882-6113-4c49-9d2b-3e68714ee988" providerId="ADAL" clId="{312BE368-1ED9-4C89-9F56-93BF55744060}" dt="2026-03-23T16:32:25.163" v="4477"/>
          <ac:picMkLst>
            <pc:docMk/>
            <pc:sldMk cId="3209164075" sldId="777"/>
            <ac:picMk id="3088" creationId="{EC3ADF12-2BE6-6F64-0518-3E9F2B52E150}"/>
          </ac:picMkLst>
        </pc:picChg>
        <pc:picChg chg="add mod">
          <ac:chgData name="Marion Lacroix" userId="9df64882-6113-4c49-9d2b-3e68714ee988" providerId="ADAL" clId="{312BE368-1ED9-4C89-9F56-93BF55744060}" dt="2026-03-23T16:37:02.222" v="4615" actId="14100"/>
          <ac:picMkLst>
            <pc:docMk/>
            <pc:sldMk cId="3209164075" sldId="777"/>
            <ac:picMk id="3090" creationId="{5E84BC35-A764-07D8-B702-69AD4D75B263}"/>
          </ac:picMkLst>
        </pc:picChg>
        <pc:picChg chg="add mod">
          <ac:chgData name="Marion Lacroix" userId="9df64882-6113-4c49-9d2b-3e68714ee988" providerId="ADAL" clId="{312BE368-1ED9-4C89-9F56-93BF55744060}" dt="2026-03-23T16:36:50.390" v="4610" actId="1076"/>
          <ac:picMkLst>
            <pc:docMk/>
            <pc:sldMk cId="3209164075" sldId="777"/>
            <ac:picMk id="3091" creationId="{7351F63E-52F5-BB86-E737-D956F662C62B}"/>
          </ac:picMkLst>
        </pc:picChg>
        <pc:picChg chg="add">
          <ac:chgData name="Marion Lacroix" userId="9df64882-6113-4c49-9d2b-3e68714ee988" providerId="ADAL" clId="{312BE368-1ED9-4C89-9F56-93BF55744060}" dt="2026-03-23T16:36:34.165" v="4600"/>
          <ac:picMkLst>
            <pc:docMk/>
            <pc:sldMk cId="3209164075" sldId="777"/>
            <ac:picMk id="3093" creationId="{40B019A3-6F42-C01D-49B1-84DBC7C61093}"/>
          </ac:picMkLst>
        </pc:picChg>
        <pc:picChg chg="add">
          <ac:chgData name="Marion Lacroix" userId="9df64882-6113-4c49-9d2b-3e68714ee988" providerId="ADAL" clId="{312BE368-1ED9-4C89-9F56-93BF55744060}" dt="2026-03-23T16:36:34.165" v="4600"/>
          <ac:picMkLst>
            <pc:docMk/>
            <pc:sldMk cId="3209164075" sldId="777"/>
            <ac:picMk id="3094" creationId="{4259CF4D-AD33-F520-00B7-371AB03784B7}"/>
          </ac:picMkLst>
        </pc:picChg>
        <pc:picChg chg="add mod">
          <ac:chgData name="Marion Lacroix" userId="9df64882-6113-4c49-9d2b-3e68714ee988" providerId="ADAL" clId="{312BE368-1ED9-4C89-9F56-93BF55744060}" dt="2026-03-23T16:37:11.367" v="4622" actId="1076"/>
          <ac:picMkLst>
            <pc:docMk/>
            <pc:sldMk cId="3209164075" sldId="777"/>
            <ac:picMk id="3096" creationId="{990B230A-AA87-6325-C64C-F2C603FDA60B}"/>
          </ac:picMkLst>
        </pc:picChg>
        <pc:picChg chg="add mod">
          <ac:chgData name="Marion Lacroix" userId="9df64882-6113-4c49-9d2b-3e68714ee988" providerId="ADAL" clId="{312BE368-1ED9-4C89-9F56-93BF55744060}" dt="2026-03-23T16:37:07.455" v="4619" actId="1076"/>
          <ac:picMkLst>
            <pc:docMk/>
            <pc:sldMk cId="3209164075" sldId="777"/>
            <ac:picMk id="3097" creationId="{DD752CCA-80C0-94C1-1810-1886908E42E6}"/>
          </ac:picMkLst>
        </pc:picChg>
        <pc:picChg chg="add mod">
          <ac:chgData name="Marion Lacroix" userId="9df64882-6113-4c49-9d2b-3e68714ee988" providerId="ADAL" clId="{312BE368-1ED9-4C89-9F56-93BF55744060}" dt="2026-03-23T16:37:44.928" v="4633" actId="1076"/>
          <ac:picMkLst>
            <pc:docMk/>
            <pc:sldMk cId="3209164075" sldId="777"/>
            <ac:picMk id="3099" creationId="{BFEA8E00-CB49-209B-F690-709333473270}"/>
          </ac:picMkLst>
        </pc:picChg>
        <pc:picChg chg="add mod">
          <ac:chgData name="Marion Lacroix" userId="9df64882-6113-4c49-9d2b-3e68714ee988" providerId="ADAL" clId="{312BE368-1ED9-4C89-9F56-93BF55744060}" dt="2026-03-23T16:37:43.663" v="4632" actId="1076"/>
          <ac:picMkLst>
            <pc:docMk/>
            <pc:sldMk cId="3209164075" sldId="777"/>
            <ac:picMk id="3100" creationId="{01A73E65-2D4C-C7A1-3F30-2B1559D675C6}"/>
          </ac:picMkLst>
        </pc:picChg>
        <pc:picChg chg="add mod">
          <ac:chgData name="Marion Lacroix" userId="9df64882-6113-4c49-9d2b-3e68714ee988" providerId="ADAL" clId="{312BE368-1ED9-4C89-9F56-93BF55744060}" dt="2026-03-23T16:37:42.119" v="4631" actId="1076"/>
          <ac:picMkLst>
            <pc:docMk/>
            <pc:sldMk cId="3209164075" sldId="777"/>
            <ac:picMk id="3101" creationId="{514E55C6-4FB1-7A42-86E7-36A74D46DDAE}"/>
          </ac:picMkLst>
        </pc:picChg>
      </pc:sldChg>
      <pc:sldChg chg="addSp delSp modSp mod delAnim">
        <pc:chgData name="Marion Lacroix" userId="9df64882-6113-4c49-9d2b-3e68714ee988" providerId="ADAL" clId="{312BE368-1ED9-4C89-9F56-93BF55744060}" dt="2026-03-23T16:52:10.490" v="4911" actId="478"/>
        <pc:sldMkLst>
          <pc:docMk/>
          <pc:sldMk cId="639750093" sldId="780"/>
        </pc:sldMkLst>
        <pc:spChg chg="mod">
          <ac:chgData name="Marion Lacroix" userId="9df64882-6113-4c49-9d2b-3e68714ee988" providerId="ADAL" clId="{312BE368-1ED9-4C89-9F56-93BF55744060}" dt="2026-03-23T16:13:01.585" v="3997" actId="20577"/>
          <ac:spMkLst>
            <pc:docMk/>
            <pc:sldMk cId="639750093" sldId="780"/>
            <ac:spMk id="2" creationId="{D2914144-4E5E-4757-976A-35690A828941}"/>
          </ac:spMkLst>
        </pc:spChg>
        <pc:spChg chg="mod">
          <ac:chgData name="Marion Lacroix" userId="9df64882-6113-4c49-9d2b-3e68714ee988" providerId="ADAL" clId="{312BE368-1ED9-4C89-9F56-93BF55744060}" dt="2026-03-23T16:47:15.572" v="4838" actId="20577"/>
          <ac:spMkLst>
            <pc:docMk/>
            <pc:sldMk cId="639750093" sldId="780"/>
            <ac:spMk id="3" creationId="{BE34F1E9-E0B0-4D42-8B7D-D8AAF906B584}"/>
          </ac:spMkLst>
        </pc:spChg>
        <pc:spChg chg="del mod">
          <ac:chgData name="Marion Lacroix" userId="9df64882-6113-4c49-9d2b-3e68714ee988" providerId="ADAL" clId="{312BE368-1ED9-4C89-9F56-93BF55744060}" dt="2026-03-23T16:52:02.874" v="4909" actId="478"/>
          <ac:spMkLst>
            <pc:docMk/>
            <pc:sldMk cId="639750093" sldId="780"/>
            <ac:spMk id="4" creationId="{C465A94C-A29D-49E0-AD1A-F280953E436B}"/>
          </ac:spMkLst>
        </pc:spChg>
        <pc:spChg chg="add mod">
          <ac:chgData name="Marion Lacroix" userId="9df64882-6113-4c49-9d2b-3e68714ee988" providerId="ADAL" clId="{312BE368-1ED9-4C89-9F56-93BF55744060}" dt="2026-03-23T16:38:15.768" v="4638" actId="1076"/>
          <ac:spMkLst>
            <pc:docMk/>
            <pc:sldMk cId="639750093" sldId="780"/>
            <ac:spMk id="8" creationId="{889AB0F3-38A2-FEDD-19F8-B5BEC15DC103}"/>
          </ac:spMkLst>
        </pc:spChg>
        <pc:spChg chg="add mod">
          <ac:chgData name="Marion Lacroix" userId="9df64882-6113-4c49-9d2b-3e68714ee988" providerId="ADAL" clId="{312BE368-1ED9-4C89-9F56-93BF55744060}" dt="2026-03-23T16:44:55.306" v="4810" actId="1076"/>
          <ac:spMkLst>
            <pc:docMk/>
            <pc:sldMk cId="639750093" sldId="780"/>
            <ac:spMk id="9" creationId="{C9DB42BF-BFAB-4FE0-8269-D946A1640F32}"/>
          </ac:spMkLst>
        </pc:spChg>
        <pc:spChg chg="add mod">
          <ac:chgData name="Marion Lacroix" userId="9df64882-6113-4c49-9d2b-3e68714ee988" providerId="ADAL" clId="{312BE368-1ED9-4C89-9F56-93BF55744060}" dt="2026-03-23T16:44:55.306" v="4810" actId="1076"/>
          <ac:spMkLst>
            <pc:docMk/>
            <pc:sldMk cId="639750093" sldId="780"/>
            <ac:spMk id="10" creationId="{C7B15AAB-74D1-4BB5-A89F-32976974E01A}"/>
          </ac:spMkLst>
        </pc:spChg>
        <pc:spChg chg="add mod">
          <ac:chgData name="Marion Lacroix" userId="9df64882-6113-4c49-9d2b-3e68714ee988" providerId="ADAL" clId="{312BE368-1ED9-4C89-9F56-93BF55744060}" dt="2026-03-23T16:44:55.306" v="4810" actId="1076"/>
          <ac:spMkLst>
            <pc:docMk/>
            <pc:sldMk cId="639750093" sldId="780"/>
            <ac:spMk id="11" creationId="{89AF94F0-3D42-4E45-9D40-A84A479B4236}"/>
          </ac:spMkLst>
        </pc:spChg>
        <pc:spChg chg="add mod">
          <ac:chgData name="Marion Lacroix" userId="9df64882-6113-4c49-9d2b-3e68714ee988" providerId="ADAL" clId="{312BE368-1ED9-4C89-9F56-93BF55744060}" dt="2026-03-23T16:44:55.306" v="4810" actId="1076"/>
          <ac:spMkLst>
            <pc:docMk/>
            <pc:sldMk cId="639750093" sldId="780"/>
            <ac:spMk id="12" creationId="{BF422F7A-1B03-4AC1-9C25-B093389DB031}"/>
          </ac:spMkLst>
        </pc:spChg>
        <pc:spChg chg="add mod">
          <ac:chgData name="Marion Lacroix" userId="9df64882-6113-4c49-9d2b-3e68714ee988" providerId="ADAL" clId="{312BE368-1ED9-4C89-9F56-93BF55744060}" dt="2026-03-23T16:45:09.089" v="4811" actId="207"/>
          <ac:spMkLst>
            <pc:docMk/>
            <pc:sldMk cId="639750093" sldId="780"/>
            <ac:spMk id="16" creationId="{31D1CCD2-2C5A-4351-9CAF-88D920E8C9F9}"/>
          </ac:spMkLst>
        </pc:spChg>
        <pc:spChg chg="add mod">
          <ac:chgData name="Marion Lacroix" userId="9df64882-6113-4c49-9d2b-3e68714ee988" providerId="ADAL" clId="{312BE368-1ED9-4C89-9F56-93BF55744060}" dt="2026-03-23T16:44:55.306" v="4810" actId="1076"/>
          <ac:spMkLst>
            <pc:docMk/>
            <pc:sldMk cId="639750093" sldId="780"/>
            <ac:spMk id="18" creationId="{F3A8994D-3336-E889-664F-C152AB1B3B16}"/>
          </ac:spMkLst>
        </pc:spChg>
        <pc:spChg chg="add mod">
          <ac:chgData name="Marion Lacroix" userId="9df64882-6113-4c49-9d2b-3e68714ee988" providerId="ADAL" clId="{312BE368-1ED9-4C89-9F56-93BF55744060}" dt="2026-03-23T16:49:02.450" v="4856"/>
          <ac:spMkLst>
            <pc:docMk/>
            <pc:sldMk cId="639750093" sldId="780"/>
            <ac:spMk id="32" creationId="{3DE8951A-3F0D-5FC7-DDD7-41CAB3B635B2}"/>
          </ac:spMkLst>
        </pc:spChg>
        <pc:spChg chg="add del mod">
          <ac:chgData name="Marion Lacroix" userId="9df64882-6113-4c49-9d2b-3e68714ee988" providerId="ADAL" clId="{312BE368-1ED9-4C89-9F56-93BF55744060}" dt="2026-03-23T16:52:10.490" v="4911" actId="478"/>
          <ac:spMkLst>
            <pc:docMk/>
            <pc:sldMk cId="639750093" sldId="780"/>
            <ac:spMk id="33" creationId="{73A55084-FA8A-F0FB-B85A-9FC292B550CC}"/>
          </ac:spMkLst>
        </pc:spChg>
        <pc:grpChg chg="add mod">
          <ac:chgData name="Marion Lacroix" userId="9df64882-6113-4c49-9d2b-3e68714ee988" providerId="ADAL" clId="{312BE368-1ED9-4C89-9F56-93BF55744060}" dt="2026-03-23T16:38:15.768" v="4638" actId="1076"/>
          <ac:grpSpMkLst>
            <pc:docMk/>
            <pc:sldMk cId="639750093" sldId="780"/>
            <ac:grpSpMk id="20" creationId="{ACAE030F-1855-E4C7-A844-0848F7C669F3}"/>
          </ac:grpSpMkLst>
        </pc:grpChg>
        <pc:picChg chg="add mod">
          <ac:chgData name="Marion Lacroix" userId="9df64882-6113-4c49-9d2b-3e68714ee988" providerId="ADAL" clId="{312BE368-1ED9-4C89-9F56-93BF55744060}" dt="2026-03-23T16:38:15.768" v="4638" actId="1076"/>
          <ac:picMkLst>
            <pc:docMk/>
            <pc:sldMk cId="639750093" sldId="780"/>
            <ac:picMk id="7" creationId="{2C69B9C9-B34A-AFDA-13D3-0EB8586BD56E}"/>
          </ac:picMkLst>
        </pc:picChg>
        <pc:picChg chg="del">
          <ac:chgData name="Marion Lacroix" userId="9df64882-6113-4c49-9d2b-3e68714ee988" providerId="ADAL" clId="{312BE368-1ED9-4C89-9F56-93BF55744060}" dt="2026-03-23T16:13:34.035" v="4008" actId="21"/>
          <ac:picMkLst>
            <pc:docMk/>
            <pc:sldMk cId="639750093" sldId="780"/>
            <ac:picMk id="29" creationId="{F370BBC9-4232-41E6-9037-FE529BB9F6CB}"/>
          </ac:picMkLst>
        </pc:picChg>
        <pc:picChg chg="del">
          <ac:chgData name="Marion Lacroix" userId="9df64882-6113-4c49-9d2b-3e68714ee988" providerId="ADAL" clId="{312BE368-1ED9-4C89-9F56-93BF55744060}" dt="2026-03-23T16:13:50.664" v="4014" actId="478"/>
          <ac:picMkLst>
            <pc:docMk/>
            <pc:sldMk cId="639750093" sldId="780"/>
            <ac:picMk id="31" creationId="{AACEBA04-7AD9-4F11-BBA7-D0A86ECADB98}"/>
          </ac:picMkLst>
        </pc:picChg>
        <pc:picChg chg="del">
          <ac:chgData name="Marion Lacroix" userId="9df64882-6113-4c49-9d2b-3e68714ee988" providerId="ADAL" clId="{312BE368-1ED9-4C89-9F56-93BF55744060}" dt="2026-03-23T16:13:53.129" v="4015" actId="478"/>
          <ac:picMkLst>
            <pc:docMk/>
            <pc:sldMk cId="639750093" sldId="780"/>
            <ac:picMk id="39" creationId="{13EB3596-9954-4260-BD24-AB9061EF9BA2}"/>
          </ac:picMkLst>
        </pc:picChg>
        <pc:picChg chg="add del mod">
          <ac:chgData name="Marion Lacroix" userId="9df64882-6113-4c49-9d2b-3e68714ee988" providerId="ADAL" clId="{312BE368-1ED9-4C89-9F56-93BF55744060}" dt="2026-03-23T16:19:54.669" v="4029" actId="478"/>
          <ac:picMkLst>
            <pc:docMk/>
            <pc:sldMk cId="639750093" sldId="780"/>
            <ac:picMk id="2050" creationId="{F49A7019-7B53-DD64-C3FC-C3A0402FB027}"/>
          </ac:picMkLst>
        </pc:picChg>
        <pc:picChg chg="add del mod">
          <ac:chgData name="Marion Lacroix" userId="9df64882-6113-4c49-9d2b-3e68714ee988" providerId="ADAL" clId="{312BE368-1ED9-4C89-9F56-93BF55744060}" dt="2026-03-23T16:38:15.768" v="4638" actId="1076"/>
          <ac:picMkLst>
            <pc:docMk/>
            <pc:sldMk cId="639750093" sldId="780"/>
            <ac:picMk id="2052" creationId="{9FB6D488-285D-A2BB-4542-4CEC58F39C34}"/>
          </ac:picMkLst>
        </pc:picChg>
        <pc:cxnChg chg="add mod">
          <ac:chgData name="Marion Lacroix" userId="9df64882-6113-4c49-9d2b-3e68714ee988" providerId="ADAL" clId="{312BE368-1ED9-4C89-9F56-93BF55744060}" dt="2026-03-23T16:44:55.306" v="4810" actId="1076"/>
          <ac:cxnSpMkLst>
            <pc:docMk/>
            <pc:sldMk cId="639750093" sldId="780"/>
            <ac:cxnSpMk id="13" creationId="{31FCC670-3439-4E41-A73F-299E948E7C48}"/>
          </ac:cxnSpMkLst>
        </pc:cxnChg>
        <pc:cxnChg chg="add mod">
          <ac:chgData name="Marion Lacroix" userId="9df64882-6113-4c49-9d2b-3e68714ee988" providerId="ADAL" clId="{312BE368-1ED9-4C89-9F56-93BF55744060}" dt="2026-03-23T16:39:10.274" v="4647" actId="1076"/>
          <ac:cxnSpMkLst>
            <pc:docMk/>
            <pc:sldMk cId="639750093" sldId="780"/>
            <ac:cxnSpMk id="14" creationId="{9F25D5D6-71EE-4D2C-BC7B-E39400DEA665}"/>
          </ac:cxnSpMkLst>
        </pc:cxnChg>
        <pc:cxnChg chg="add mod">
          <ac:chgData name="Marion Lacroix" userId="9df64882-6113-4c49-9d2b-3e68714ee988" providerId="ADAL" clId="{312BE368-1ED9-4C89-9F56-93BF55744060}" dt="2026-03-23T16:44:55.306" v="4810" actId="1076"/>
          <ac:cxnSpMkLst>
            <pc:docMk/>
            <pc:sldMk cId="639750093" sldId="780"/>
            <ac:cxnSpMk id="15" creationId="{F8917B24-C0C5-467F-907E-9CF45E4FAADE}"/>
          </ac:cxnSpMkLst>
        </pc:cxnChg>
        <pc:cxnChg chg="add mod">
          <ac:chgData name="Marion Lacroix" userId="9df64882-6113-4c49-9d2b-3e68714ee988" providerId="ADAL" clId="{312BE368-1ED9-4C89-9F56-93BF55744060}" dt="2026-03-23T16:44:55.306" v="4810" actId="1076"/>
          <ac:cxnSpMkLst>
            <pc:docMk/>
            <pc:sldMk cId="639750093" sldId="780"/>
            <ac:cxnSpMk id="17" creationId="{B07DEDEE-FECC-411C-B69C-0B7396C6B610}"/>
          </ac:cxnSpMkLst>
        </pc:cxnChg>
        <pc:cxnChg chg="add mod">
          <ac:chgData name="Marion Lacroix" userId="9df64882-6113-4c49-9d2b-3e68714ee988" providerId="ADAL" clId="{312BE368-1ED9-4C89-9F56-93BF55744060}" dt="2026-03-23T16:39:48.017" v="4650"/>
          <ac:cxnSpMkLst>
            <pc:docMk/>
            <pc:sldMk cId="639750093" sldId="780"/>
            <ac:cxnSpMk id="19" creationId="{9DE90D50-5B24-BA0D-6BD5-02816573844C}"/>
          </ac:cxnSpMkLst>
        </pc:cxnChg>
      </pc:sldChg>
      <pc:sldChg chg="addSp delSp modSp mod delAnim modAnim">
        <pc:chgData name="Marion Lacroix" userId="9df64882-6113-4c49-9d2b-3e68714ee988" providerId="ADAL" clId="{312BE368-1ED9-4C89-9F56-93BF55744060}" dt="2026-03-23T16:59:11.983" v="4998" actId="242"/>
        <pc:sldMkLst>
          <pc:docMk/>
          <pc:sldMk cId="3881652381" sldId="784"/>
        </pc:sldMkLst>
        <pc:spChg chg="mod">
          <ac:chgData name="Marion Lacroix" userId="9df64882-6113-4c49-9d2b-3e68714ee988" providerId="ADAL" clId="{312BE368-1ED9-4C89-9F56-93BF55744060}" dt="2026-03-23T16:08:14.331" v="3751" actId="20577"/>
          <ac:spMkLst>
            <pc:docMk/>
            <pc:sldMk cId="3881652381" sldId="784"/>
            <ac:spMk id="2" creationId="{D2914144-4E5E-4757-976A-35690A828941}"/>
          </ac:spMkLst>
        </pc:spChg>
        <pc:spChg chg="mod">
          <ac:chgData name="Marion Lacroix" userId="9df64882-6113-4c49-9d2b-3e68714ee988" providerId="ADAL" clId="{312BE368-1ED9-4C89-9F56-93BF55744060}" dt="2026-03-23T16:41:17.139" v="4702" actId="255"/>
          <ac:spMkLst>
            <pc:docMk/>
            <pc:sldMk cId="3881652381" sldId="784"/>
            <ac:spMk id="3" creationId="{BE34F1E9-E0B0-4D42-8B7D-D8AAF906B584}"/>
          </ac:spMkLst>
        </pc:spChg>
        <pc:spChg chg="del">
          <ac:chgData name="Marion Lacroix" userId="9df64882-6113-4c49-9d2b-3e68714ee988" providerId="ADAL" clId="{312BE368-1ED9-4C89-9F56-93BF55744060}" dt="2026-03-23T16:51:56.142" v="4908" actId="478"/>
          <ac:spMkLst>
            <pc:docMk/>
            <pc:sldMk cId="3881652381" sldId="784"/>
            <ac:spMk id="4" creationId="{C465A94C-A29D-49E0-AD1A-F280953E436B}"/>
          </ac:spMkLst>
        </pc:spChg>
        <pc:spChg chg="add del mod">
          <ac:chgData name="Marion Lacroix" userId="9df64882-6113-4c49-9d2b-3e68714ee988" providerId="ADAL" clId="{312BE368-1ED9-4C89-9F56-93BF55744060}" dt="2026-03-23T16:08:08.072" v="3731" actId="478"/>
          <ac:spMkLst>
            <pc:docMk/>
            <pc:sldMk cId="3881652381" sldId="784"/>
            <ac:spMk id="5" creationId="{C5A87328-8EC6-3EC9-6626-72E29CC732B8}"/>
          </ac:spMkLst>
        </pc:spChg>
        <pc:spChg chg="add mod">
          <ac:chgData name="Marion Lacroix" userId="9df64882-6113-4c49-9d2b-3e68714ee988" providerId="ADAL" clId="{312BE368-1ED9-4C89-9F56-93BF55744060}" dt="2026-03-23T16:59:11.983" v="4998" actId="242"/>
          <ac:spMkLst>
            <pc:docMk/>
            <pc:sldMk cId="3881652381" sldId="784"/>
            <ac:spMk id="10" creationId="{9F644B6A-84C1-0E38-88E9-434C7C984392}"/>
          </ac:spMkLst>
        </pc:spChg>
        <pc:spChg chg="add mod">
          <ac:chgData name="Marion Lacroix" userId="9df64882-6113-4c49-9d2b-3e68714ee988" providerId="ADAL" clId="{312BE368-1ED9-4C89-9F56-93BF55744060}" dt="2026-03-23T16:59:11.983" v="4998" actId="242"/>
          <ac:spMkLst>
            <pc:docMk/>
            <pc:sldMk cId="3881652381" sldId="784"/>
            <ac:spMk id="11" creationId="{DBE0C594-5B73-05E4-39D6-5D6321ECEB9A}"/>
          </ac:spMkLst>
        </pc:spChg>
        <pc:spChg chg="add mod">
          <ac:chgData name="Marion Lacroix" userId="9df64882-6113-4c49-9d2b-3e68714ee988" providerId="ADAL" clId="{312BE368-1ED9-4C89-9F56-93BF55744060}" dt="2026-03-23T16:59:11.983" v="4998" actId="242"/>
          <ac:spMkLst>
            <pc:docMk/>
            <pc:sldMk cId="3881652381" sldId="784"/>
            <ac:spMk id="12" creationId="{2301DAFD-DC28-09D0-B366-6969C8C7A980}"/>
          </ac:spMkLst>
        </pc:spChg>
        <pc:picChg chg="mod">
          <ac:chgData name="Marion Lacroix" userId="9df64882-6113-4c49-9d2b-3e68714ee988" providerId="ADAL" clId="{312BE368-1ED9-4C89-9F56-93BF55744060}" dt="2026-03-23T16:10:42.167" v="3865" actId="1076"/>
          <ac:picMkLst>
            <pc:docMk/>
            <pc:sldMk cId="3881652381" sldId="784"/>
            <ac:picMk id="7" creationId="{427B8787-529B-4DBD-8C14-94ED537BD066}"/>
          </ac:picMkLst>
        </pc:picChg>
        <pc:picChg chg="add del mod">
          <ac:chgData name="Marion Lacroix" userId="9df64882-6113-4c49-9d2b-3e68714ee988" providerId="ADAL" clId="{312BE368-1ED9-4C89-9F56-93BF55744060}" dt="2026-03-23T16:13:19.748" v="4003" actId="21"/>
          <ac:picMkLst>
            <pc:docMk/>
            <pc:sldMk cId="3881652381" sldId="784"/>
            <ac:picMk id="8" creationId="{59F86BAF-9CA0-961C-CABC-3FDDAD5373FA}"/>
          </ac:picMkLst>
        </pc:picChg>
        <pc:picChg chg="add mod">
          <ac:chgData name="Marion Lacroix" userId="9df64882-6113-4c49-9d2b-3e68714ee988" providerId="ADAL" clId="{312BE368-1ED9-4C89-9F56-93BF55744060}" dt="2026-03-23T16:13:17.777" v="4002" actId="14100"/>
          <ac:picMkLst>
            <pc:docMk/>
            <pc:sldMk cId="3881652381" sldId="784"/>
            <ac:picMk id="9" creationId="{3CCC9872-B869-86AE-134E-6A93CC87DA4F}"/>
          </ac:picMkLst>
        </pc:picChg>
      </pc:sldChg>
      <pc:sldChg chg="addSp delSp modSp add del mod ord modShow">
        <pc:chgData name="Marion Lacroix" userId="9df64882-6113-4c49-9d2b-3e68714ee988" providerId="ADAL" clId="{312BE368-1ED9-4C89-9F56-93BF55744060}" dt="2026-03-23T15:56:59.447" v="2933" actId="47"/>
        <pc:sldMkLst>
          <pc:docMk/>
          <pc:sldMk cId="1148394460" sldId="785"/>
        </pc:sldMkLst>
        <pc:spChg chg="mod">
          <ac:chgData name="Marion Lacroix" userId="9df64882-6113-4c49-9d2b-3e68714ee988" providerId="ADAL" clId="{312BE368-1ED9-4C89-9F56-93BF55744060}" dt="2026-03-23T15:33:55.053" v="2055" actId="20577"/>
          <ac:spMkLst>
            <pc:docMk/>
            <pc:sldMk cId="1148394460" sldId="785"/>
            <ac:spMk id="2" creationId="{D2914144-4E5E-4757-976A-35690A828941}"/>
          </ac:spMkLst>
        </pc:spChg>
        <pc:graphicFrameChg chg="add mod modGraphic">
          <ac:chgData name="Marion Lacroix" userId="9df64882-6113-4c49-9d2b-3e68714ee988" providerId="ADAL" clId="{312BE368-1ED9-4C89-9F56-93BF55744060}" dt="2026-03-23T15:51:38.063" v="2867" actId="1076"/>
          <ac:graphicFrameMkLst>
            <pc:docMk/>
            <pc:sldMk cId="1148394460" sldId="785"/>
            <ac:graphicFrameMk id="8" creationId="{0AEC7701-58EE-D1D6-2785-023F457690EC}"/>
          </ac:graphicFrameMkLst>
        </pc:graphicFrameChg>
        <pc:picChg chg="add mod">
          <ac:chgData name="Marion Lacroix" userId="9df64882-6113-4c49-9d2b-3e68714ee988" providerId="ADAL" clId="{312BE368-1ED9-4C89-9F56-93BF55744060}" dt="2026-03-23T15:52:15.550" v="2874" actId="1076"/>
          <ac:picMkLst>
            <pc:docMk/>
            <pc:sldMk cId="1148394460" sldId="785"/>
            <ac:picMk id="10" creationId="{C726D0B5-DF1F-6264-3F2B-6974ED092E85}"/>
          </ac:picMkLst>
        </pc:picChg>
        <pc:picChg chg="del mod">
          <ac:chgData name="Marion Lacroix" userId="9df64882-6113-4c49-9d2b-3e68714ee988" providerId="ADAL" clId="{312BE368-1ED9-4C89-9F56-93BF55744060}" dt="2026-03-23T15:43:30.993" v="2561" actId="478"/>
          <ac:picMkLst>
            <pc:docMk/>
            <pc:sldMk cId="1148394460" sldId="785"/>
            <ac:picMk id="77" creationId="{54F5E49C-80BF-4380-857E-9115EEBE4758}"/>
          </ac:picMkLst>
        </pc:picChg>
      </pc:sldChg>
      <pc:sldChg chg="addSp delSp modSp del mod">
        <pc:chgData name="Marion Lacroix" userId="9df64882-6113-4c49-9d2b-3e68714ee988" providerId="ADAL" clId="{312BE368-1ED9-4C89-9F56-93BF55744060}" dt="2026-03-23T13:27:12.186" v="207" actId="47"/>
        <pc:sldMkLst>
          <pc:docMk/>
          <pc:sldMk cId="531791398" sldId="787"/>
        </pc:sldMkLst>
        <pc:picChg chg="add mod">
          <ac:chgData name="Marion Lacroix" userId="9df64882-6113-4c49-9d2b-3e68714ee988" providerId="ADAL" clId="{312BE368-1ED9-4C89-9F56-93BF55744060}" dt="2026-03-23T13:26:56.746" v="205" actId="1076"/>
          <ac:picMkLst>
            <pc:docMk/>
            <pc:sldMk cId="531791398" sldId="787"/>
            <ac:picMk id="3" creationId="{F41982B7-7F8C-032C-41EA-79D831952205}"/>
          </ac:picMkLst>
        </pc:picChg>
        <pc:picChg chg="del">
          <ac:chgData name="Marion Lacroix" userId="9df64882-6113-4c49-9d2b-3e68714ee988" providerId="ADAL" clId="{312BE368-1ED9-4C89-9F56-93BF55744060}" dt="2026-03-23T13:26:45.084" v="203" actId="478"/>
          <ac:picMkLst>
            <pc:docMk/>
            <pc:sldMk cId="531791398" sldId="787"/>
            <ac:picMk id="9" creationId="{9DECA2A4-817B-4B84-A36F-A030CA04E76F}"/>
          </ac:picMkLst>
        </pc:picChg>
      </pc:sldChg>
      <pc:sldChg chg="delSp modSp add del mod delAnim">
        <pc:chgData name="Marion Lacroix" userId="9df64882-6113-4c49-9d2b-3e68714ee988" providerId="ADAL" clId="{312BE368-1ED9-4C89-9F56-93BF55744060}" dt="2026-03-23T16:14:15.595" v="4020" actId="47"/>
        <pc:sldMkLst>
          <pc:docMk/>
          <pc:sldMk cId="900362323" sldId="788"/>
        </pc:sldMkLst>
        <pc:spChg chg="mod">
          <ac:chgData name="Marion Lacroix" userId="9df64882-6113-4c49-9d2b-3e68714ee988" providerId="ADAL" clId="{312BE368-1ED9-4C89-9F56-93BF55744060}" dt="2026-03-23T11:21:47.798" v="99" actId="20577"/>
          <ac:spMkLst>
            <pc:docMk/>
            <pc:sldMk cId="900362323" sldId="788"/>
            <ac:spMk id="2" creationId="{7444E98E-165D-2F37-555E-83A24462B94B}"/>
          </ac:spMkLst>
        </pc:spChg>
        <pc:picChg chg="del">
          <ac:chgData name="Marion Lacroix" userId="9df64882-6113-4c49-9d2b-3e68714ee988" providerId="ADAL" clId="{312BE368-1ED9-4C89-9F56-93BF55744060}" dt="2026-03-23T16:13:56.901" v="4016" actId="478"/>
          <ac:picMkLst>
            <pc:docMk/>
            <pc:sldMk cId="900362323" sldId="788"/>
            <ac:picMk id="29" creationId="{A8D3701E-8FCD-DE2D-2C81-0CDA021A8D4D}"/>
          </ac:picMkLst>
        </pc:picChg>
        <pc:picChg chg="del">
          <ac:chgData name="Marion Lacroix" userId="9df64882-6113-4c49-9d2b-3e68714ee988" providerId="ADAL" clId="{312BE368-1ED9-4C89-9F56-93BF55744060}" dt="2026-03-23T16:14:09.334" v="4019" actId="478"/>
          <ac:picMkLst>
            <pc:docMk/>
            <pc:sldMk cId="900362323" sldId="788"/>
            <ac:picMk id="31" creationId="{16CD9C9F-1E5F-5D6D-6B4E-B86780672D6B}"/>
          </ac:picMkLst>
        </pc:picChg>
      </pc:sldChg>
      <pc:sldChg chg="addSp delSp modSp add mod ord">
        <pc:chgData name="Marion Lacroix" userId="9df64882-6113-4c49-9d2b-3e68714ee988" providerId="ADAL" clId="{312BE368-1ED9-4C89-9F56-93BF55744060}" dt="2026-03-23T16:57:16.960" v="4976" actId="1035"/>
        <pc:sldMkLst>
          <pc:docMk/>
          <pc:sldMk cId="4078520423" sldId="793"/>
        </pc:sldMkLst>
        <pc:spChg chg="mod">
          <ac:chgData name="Marion Lacroix" userId="9df64882-6113-4c49-9d2b-3e68714ee988" providerId="ADAL" clId="{312BE368-1ED9-4C89-9F56-93BF55744060}" dt="2026-03-23T14:38:22.670" v="2028" actId="20577"/>
          <ac:spMkLst>
            <pc:docMk/>
            <pc:sldMk cId="4078520423" sldId="793"/>
            <ac:spMk id="7" creationId="{41114B76-0EAD-492D-B12C-3059C9651E4E}"/>
          </ac:spMkLst>
        </pc:spChg>
        <pc:spChg chg="del">
          <ac:chgData name="Marion Lacroix" userId="9df64882-6113-4c49-9d2b-3e68714ee988" providerId="ADAL" clId="{312BE368-1ED9-4C89-9F56-93BF55744060}" dt="2026-03-23T16:53:56.106" v="4939" actId="478"/>
          <ac:spMkLst>
            <pc:docMk/>
            <pc:sldMk cId="4078520423" sldId="793"/>
            <ac:spMk id="8" creationId="{A97AE482-139C-04FD-82D2-8CB910C315C1}"/>
          </ac:spMkLst>
        </pc:spChg>
        <pc:spChg chg="add mod">
          <ac:chgData name="Marion Lacroix" userId="9df64882-6113-4c49-9d2b-3e68714ee988" providerId="ADAL" clId="{312BE368-1ED9-4C89-9F56-93BF55744060}" dt="2026-03-23T16:57:16.960" v="4976" actId="1035"/>
          <ac:spMkLst>
            <pc:docMk/>
            <pc:sldMk cId="4078520423" sldId="793"/>
            <ac:spMk id="9" creationId="{63A7103C-19FE-89B0-DAC7-0828FA7FDE48}"/>
          </ac:spMkLst>
        </pc:spChg>
        <pc:spChg chg="mod">
          <ac:chgData name="Marion Lacroix" userId="9df64882-6113-4c49-9d2b-3e68714ee988" providerId="ADAL" clId="{312BE368-1ED9-4C89-9F56-93BF55744060}" dt="2026-03-23T16:57:16.960" v="4976" actId="1035"/>
          <ac:spMkLst>
            <pc:docMk/>
            <pc:sldMk cId="4078520423" sldId="793"/>
            <ac:spMk id="10" creationId="{ACA5AA55-4944-494B-AE2F-E60D5AE09758}"/>
          </ac:spMkLst>
        </pc:spChg>
        <pc:spChg chg="add mod">
          <ac:chgData name="Marion Lacroix" userId="9df64882-6113-4c49-9d2b-3e68714ee988" providerId="ADAL" clId="{312BE368-1ED9-4C89-9F56-93BF55744060}" dt="2026-03-23T16:57:16.960" v="4976" actId="1035"/>
          <ac:spMkLst>
            <pc:docMk/>
            <pc:sldMk cId="4078520423" sldId="793"/>
            <ac:spMk id="13" creationId="{A9BB6E4D-CE71-DF85-1630-6BB8DCBF6F70}"/>
          </ac:spMkLst>
        </pc:spChg>
        <pc:spChg chg="del mod">
          <ac:chgData name="Marion Lacroix" userId="9df64882-6113-4c49-9d2b-3e68714ee988" providerId="ADAL" clId="{312BE368-1ED9-4C89-9F56-93BF55744060}" dt="2026-03-23T16:50:53.948" v="4883" actId="478"/>
          <ac:spMkLst>
            <pc:docMk/>
            <pc:sldMk cId="4078520423" sldId="793"/>
            <ac:spMk id="18" creationId="{EB08B09C-7A2B-4703-8DC0-2480882A86FB}"/>
          </ac:spMkLst>
        </pc:spChg>
        <pc:picChg chg="add mod">
          <ac:chgData name="Marion Lacroix" userId="9df64882-6113-4c49-9d2b-3e68714ee988" providerId="ADAL" clId="{312BE368-1ED9-4C89-9F56-93BF55744060}" dt="2026-03-23T13:49:39.130" v="931" actId="1076"/>
          <ac:picMkLst>
            <pc:docMk/>
            <pc:sldMk cId="4078520423" sldId="793"/>
            <ac:picMk id="5" creationId="{8B81AB90-40AC-5A74-C2BB-12D6EC431C8B}"/>
          </ac:picMkLst>
        </pc:picChg>
        <pc:picChg chg="del">
          <ac:chgData name="Marion Lacroix" userId="9df64882-6113-4c49-9d2b-3e68714ee988" providerId="ADAL" clId="{312BE368-1ED9-4C89-9F56-93BF55744060}" dt="2026-03-23T13:49:30.612" v="929" actId="478"/>
          <ac:picMkLst>
            <pc:docMk/>
            <pc:sldMk cId="4078520423" sldId="793"/>
            <ac:picMk id="6" creationId="{4634F7AD-C778-4EF9-813C-C8CC8069D392}"/>
          </ac:picMkLst>
        </pc:picChg>
        <pc:picChg chg="add del">
          <ac:chgData name="Marion Lacroix" userId="9df64882-6113-4c49-9d2b-3e68714ee988" providerId="ADAL" clId="{312BE368-1ED9-4C89-9F56-93BF55744060}" dt="2026-03-23T13:49:29.351" v="928" actId="478"/>
          <ac:picMkLst>
            <pc:docMk/>
            <pc:sldMk cId="4078520423" sldId="793"/>
            <ac:picMk id="11" creationId="{642BC7BD-FA07-45DB-8C31-2A0868ECEAEA}"/>
          </ac:picMkLst>
        </pc:picChg>
        <pc:picChg chg="mod">
          <ac:chgData name="Marion Lacroix" userId="9df64882-6113-4c49-9d2b-3e68714ee988" providerId="ADAL" clId="{312BE368-1ED9-4C89-9F56-93BF55744060}" dt="2026-03-23T13:53:46.582" v="1117" actId="1076"/>
          <ac:picMkLst>
            <pc:docMk/>
            <pc:sldMk cId="4078520423" sldId="793"/>
            <ac:picMk id="16" creationId="{AD9FDE06-1C77-4AFB-88C2-152FE254EA0F}"/>
          </ac:picMkLst>
        </pc:picChg>
      </pc:sldChg>
      <pc:sldChg chg="addSp delSp modSp add mod">
        <pc:chgData name="Marion Lacroix" userId="9df64882-6113-4c49-9d2b-3e68714ee988" providerId="ADAL" clId="{312BE368-1ED9-4C89-9F56-93BF55744060}" dt="2026-03-23T16:56:45.925" v="4963" actId="12789"/>
        <pc:sldMkLst>
          <pc:docMk/>
          <pc:sldMk cId="757598710" sldId="798"/>
        </pc:sldMkLst>
        <pc:spChg chg="mod">
          <ac:chgData name="Marion Lacroix" userId="9df64882-6113-4c49-9d2b-3e68714ee988" providerId="ADAL" clId="{312BE368-1ED9-4C89-9F56-93BF55744060}" dt="2026-03-23T14:33:07.666" v="1949" actId="20577"/>
          <ac:spMkLst>
            <pc:docMk/>
            <pc:sldMk cId="757598710" sldId="798"/>
            <ac:spMk id="2" creationId="{00000000-0000-0000-0000-000000000000}"/>
          </ac:spMkLst>
        </pc:spChg>
        <pc:spChg chg="del mod">
          <ac:chgData name="Marion Lacroix" userId="9df64882-6113-4c49-9d2b-3e68714ee988" providerId="ADAL" clId="{312BE368-1ED9-4C89-9F56-93BF55744060}" dt="2026-03-23T16:56:35.003" v="4961" actId="478"/>
          <ac:spMkLst>
            <pc:docMk/>
            <pc:sldMk cId="757598710" sldId="798"/>
            <ac:spMk id="6" creationId="{66C57307-22DF-3C9F-AF98-CC0F0423A66A}"/>
          </ac:spMkLst>
        </pc:spChg>
        <pc:spChg chg="mod">
          <ac:chgData name="Marion Lacroix" userId="9df64882-6113-4c49-9d2b-3e68714ee988" providerId="ADAL" clId="{312BE368-1ED9-4C89-9F56-93BF55744060}" dt="2026-03-23T14:37:30.039" v="2011" actId="20577"/>
          <ac:spMkLst>
            <pc:docMk/>
            <pc:sldMk cId="757598710" sldId="798"/>
            <ac:spMk id="7" creationId="{41114B76-0EAD-492D-B12C-3059C9651E4E}"/>
          </ac:spMkLst>
        </pc:spChg>
        <pc:spChg chg="add mod">
          <ac:chgData name="Marion Lacroix" userId="9df64882-6113-4c49-9d2b-3e68714ee988" providerId="ADAL" clId="{312BE368-1ED9-4C89-9F56-93BF55744060}" dt="2026-03-23T16:56:45.925" v="4963" actId="12789"/>
          <ac:spMkLst>
            <pc:docMk/>
            <pc:sldMk cId="757598710" sldId="798"/>
            <ac:spMk id="8" creationId="{6823E360-E42E-B164-6144-8477227923C9}"/>
          </ac:spMkLst>
        </pc:spChg>
        <pc:spChg chg="add mod">
          <ac:chgData name="Marion Lacroix" userId="9df64882-6113-4c49-9d2b-3e68714ee988" providerId="ADAL" clId="{312BE368-1ED9-4C89-9F56-93BF55744060}" dt="2026-03-23T16:56:45.925" v="4963" actId="12789"/>
          <ac:spMkLst>
            <pc:docMk/>
            <pc:sldMk cId="757598710" sldId="798"/>
            <ac:spMk id="10" creationId="{35E973C6-F14D-9C73-2D6D-27CA9B4B2641}"/>
          </ac:spMkLst>
        </pc:spChg>
        <pc:spChg chg="del">
          <ac:chgData name="Marion Lacroix" userId="9df64882-6113-4c49-9d2b-3e68714ee988" providerId="ADAL" clId="{312BE368-1ED9-4C89-9F56-93BF55744060}" dt="2026-03-23T16:48:38.310" v="4846" actId="478"/>
          <ac:spMkLst>
            <pc:docMk/>
            <pc:sldMk cId="757598710" sldId="798"/>
            <ac:spMk id="11" creationId="{ADDD59FF-C10E-4D70-94CF-5423E96963FA}"/>
          </ac:spMkLst>
        </pc:spChg>
        <pc:spChg chg="del">
          <ac:chgData name="Marion Lacroix" userId="9df64882-6113-4c49-9d2b-3e68714ee988" providerId="ADAL" clId="{312BE368-1ED9-4C89-9F56-93BF55744060}" dt="2026-03-23T16:50:30.756" v="4874" actId="478"/>
          <ac:spMkLst>
            <pc:docMk/>
            <pc:sldMk cId="757598710" sldId="798"/>
            <ac:spMk id="13" creationId="{23575BDE-C014-487D-A9A7-72CB4F579FF1}"/>
          </ac:spMkLst>
        </pc:spChg>
        <pc:spChg chg="mod">
          <ac:chgData name="Marion Lacroix" userId="9df64882-6113-4c49-9d2b-3e68714ee988" providerId="ADAL" clId="{312BE368-1ED9-4C89-9F56-93BF55744060}" dt="2026-03-23T16:56:45.925" v="4963" actId="12789"/>
          <ac:spMkLst>
            <pc:docMk/>
            <pc:sldMk cId="757598710" sldId="798"/>
            <ac:spMk id="15" creationId="{D9D6A77B-C90B-4BA5-B67B-E8110E1FB2FD}"/>
          </ac:spMkLst>
        </pc:spChg>
        <pc:picChg chg="add del mod">
          <ac:chgData name="Marion Lacroix" userId="9df64882-6113-4c49-9d2b-3e68714ee988" providerId="ADAL" clId="{312BE368-1ED9-4C89-9F56-93BF55744060}" dt="2026-03-23T14:04:31.352" v="1423" actId="478"/>
          <ac:picMkLst>
            <pc:docMk/>
            <pc:sldMk cId="757598710" sldId="798"/>
            <ac:picMk id="5" creationId="{223922A1-C919-7121-B076-DF7CEC31CDCD}"/>
          </ac:picMkLst>
        </pc:picChg>
        <pc:picChg chg="add del mod">
          <ac:chgData name="Marion Lacroix" userId="9df64882-6113-4c49-9d2b-3e68714ee988" providerId="ADAL" clId="{312BE368-1ED9-4C89-9F56-93BF55744060}" dt="2026-03-23T14:04:47.681" v="1429" actId="1076"/>
          <ac:picMkLst>
            <pc:docMk/>
            <pc:sldMk cId="757598710" sldId="798"/>
            <ac:picMk id="9" creationId="{F0B07EC7-4B72-4890-83EE-2C06AD6BC078}"/>
          </ac:picMkLst>
        </pc:picChg>
      </pc:sldChg>
      <pc:sldChg chg="addSp delSp modSp add mod ord">
        <pc:chgData name="Marion Lacroix" userId="9df64882-6113-4c49-9d2b-3e68714ee988" providerId="ADAL" clId="{312BE368-1ED9-4C89-9F56-93BF55744060}" dt="2026-03-23T16:57:04.944" v="4966" actId="242"/>
        <pc:sldMkLst>
          <pc:docMk/>
          <pc:sldMk cId="585246283" sldId="799"/>
        </pc:sldMkLst>
        <pc:spChg chg="add mod">
          <ac:chgData name="Marion Lacroix" userId="9df64882-6113-4c49-9d2b-3e68714ee988" providerId="ADAL" clId="{312BE368-1ED9-4C89-9F56-93BF55744060}" dt="2026-03-23T16:57:04.944" v="4966" actId="242"/>
          <ac:spMkLst>
            <pc:docMk/>
            <pc:sldMk cId="585246283" sldId="799"/>
            <ac:spMk id="5" creationId="{632C3BBD-0F26-C763-92D8-B13CDB9EFFD2}"/>
          </ac:spMkLst>
        </pc:spChg>
        <pc:spChg chg="del">
          <ac:chgData name="Marion Lacroix" userId="9df64882-6113-4c49-9d2b-3e68714ee988" providerId="ADAL" clId="{312BE368-1ED9-4C89-9F56-93BF55744060}" dt="2026-03-23T16:50:41.723" v="4878" actId="478"/>
          <ac:spMkLst>
            <pc:docMk/>
            <pc:sldMk cId="585246283" sldId="799"/>
            <ac:spMk id="16" creationId="{A0068B38-1AEA-431E-A636-E3CF390BE588}"/>
          </ac:spMkLst>
        </pc:spChg>
        <pc:spChg chg="mod">
          <ac:chgData name="Marion Lacroix" userId="9df64882-6113-4c49-9d2b-3e68714ee988" providerId="ADAL" clId="{312BE368-1ED9-4C89-9F56-93BF55744060}" dt="2026-03-23T15:57:54.575" v="2975" actId="20577"/>
          <ac:spMkLst>
            <pc:docMk/>
            <pc:sldMk cId="585246283" sldId="799"/>
            <ac:spMk id="20" creationId="{E7991794-4071-4EC0-B0D0-EF78A599BD2A}"/>
          </ac:spMkLst>
        </pc:spChg>
        <pc:spChg chg="mod">
          <ac:chgData name="Marion Lacroix" userId="9df64882-6113-4c49-9d2b-3e68714ee988" providerId="ADAL" clId="{312BE368-1ED9-4C89-9F56-93BF55744060}" dt="2026-03-23T16:57:04.944" v="4966" actId="242"/>
          <ac:spMkLst>
            <pc:docMk/>
            <pc:sldMk cId="585246283" sldId="799"/>
            <ac:spMk id="26" creationId="{EB106411-2B65-4B85-883B-E4EA1149DED7}"/>
          </ac:spMkLst>
        </pc:spChg>
        <pc:spChg chg="mod">
          <ac:chgData name="Marion Lacroix" userId="9df64882-6113-4c49-9d2b-3e68714ee988" providerId="ADAL" clId="{312BE368-1ED9-4C89-9F56-93BF55744060}" dt="2026-03-23T16:57:04.944" v="4966" actId="242"/>
          <ac:spMkLst>
            <pc:docMk/>
            <pc:sldMk cId="585246283" sldId="799"/>
            <ac:spMk id="29" creationId="{3CDB60FF-2293-45B8-90AE-58A86C832B44}"/>
          </ac:spMkLst>
        </pc:spChg>
        <pc:picChg chg="mod">
          <ac:chgData name="Marion Lacroix" userId="9df64882-6113-4c49-9d2b-3e68714ee988" providerId="ADAL" clId="{312BE368-1ED9-4C89-9F56-93BF55744060}" dt="2026-03-23T14:05:15.221" v="1432" actId="14100"/>
          <ac:picMkLst>
            <pc:docMk/>
            <pc:sldMk cId="585246283" sldId="799"/>
            <ac:picMk id="12" creationId="{861974C2-FEB4-4ACF-A03C-DAFB648EFA52}"/>
          </ac:picMkLst>
        </pc:picChg>
      </pc:sldChg>
      <pc:sldChg chg="addSp delSp modSp add mod ord">
        <pc:chgData name="Marion Lacroix" userId="9df64882-6113-4c49-9d2b-3e68714ee988" providerId="ADAL" clId="{312BE368-1ED9-4C89-9F56-93BF55744060}" dt="2026-03-23T16:57:44.150" v="4982" actId="478"/>
        <pc:sldMkLst>
          <pc:docMk/>
          <pc:sldMk cId="2546789251" sldId="801"/>
        </pc:sldMkLst>
        <pc:spChg chg="del">
          <ac:chgData name="Marion Lacroix" userId="9df64882-6113-4c49-9d2b-3e68714ee988" providerId="ADAL" clId="{312BE368-1ED9-4C89-9F56-93BF55744060}" dt="2026-03-23T16:57:44.150" v="4982" actId="478"/>
          <ac:spMkLst>
            <pc:docMk/>
            <pc:sldMk cId="2546789251" sldId="801"/>
            <ac:spMk id="4" creationId="{9449CD84-3527-C489-815F-BA6528DE14F1}"/>
          </ac:spMkLst>
        </pc:spChg>
        <pc:spChg chg="add mod">
          <ac:chgData name="Marion Lacroix" userId="9df64882-6113-4c49-9d2b-3e68714ee988" providerId="ADAL" clId="{312BE368-1ED9-4C89-9F56-93BF55744060}" dt="2026-03-23T16:57:41.869" v="4981" actId="12789"/>
          <ac:spMkLst>
            <pc:docMk/>
            <pc:sldMk cId="2546789251" sldId="801"/>
            <ac:spMk id="5" creationId="{99A0A741-2077-B75E-0A25-ED95DADF0EC3}"/>
          </ac:spMkLst>
        </pc:spChg>
        <pc:spChg chg="mod">
          <ac:chgData name="Marion Lacroix" userId="9df64882-6113-4c49-9d2b-3e68714ee988" providerId="ADAL" clId="{312BE368-1ED9-4C89-9F56-93BF55744060}" dt="2026-03-23T16:57:41.869" v="4981" actId="12789"/>
          <ac:spMkLst>
            <pc:docMk/>
            <pc:sldMk cId="2546789251" sldId="801"/>
            <ac:spMk id="11" creationId="{C14BE73E-3719-419B-A08A-CA7E96937490}"/>
          </ac:spMkLst>
        </pc:spChg>
        <pc:spChg chg="del">
          <ac:chgData name="Marion Lacroix" userId="9df64882-6113-4c49-9d2b-3e68714ee988" providerId="ADAL" clId="{312BE368-1ED9-4C89-9F56-93BF55744060}" dt="2026-03-23T16:51:09.501" v="4890" actId="478"/>
          <ac:spMkLst>
            <pc:docMk/>
            <pc:sldMk cId="2546789251" sldId="801"/>
            <ac:spMk id="13" creationId="{FAAC74A7-79C7-421D-8709-83FC33B58A58}"/>
          </ac:spMkLst>
        </pc:spChg>
        <pc:spChg chg="mod">
          <ac:chgData name="Marion Lacroix" userId="9df64882-6113-4c49-9d2b-3e68714ee988" providerId="ADAL" clId="{312BE368-1ED9-4C89-9F56-93BF55744060}" dt="2026-03-23T16:57:41.869" v="4981" actId="12789"/>
          <ac:spMkLst>
            <pc:docMk/>
            <pc:sldMk cId="2546789251" sldId="801"/>
            <ac:spMk id="14" creationId="{F0F73F4B-49BE-420F-922E-E1462DB63385}"/>
          </ac:spMkLst>
        </pc:spChg>
      </pc:sldChg>
      <pc:sldChg chg="addSp delSp modSp add mod">
        <pc:chgData name="Marion Lacroix" userId="9df64882-6113-4c49-9d2b-3e68714ee988" providerId="ADAL" clId="{312BE368-1ED9-4C89-9F56-93BF55744060}" dt="2026-03-23T16:55:14.858" v="4954" actId="12789"/>
        <pc:sldMkLst>
          <pc:docMk/>
          <pc:sldMk cId="466253232" sldId="802"/>
        </pc:sldMkLst>
        <pc:spChg chg="mod">
          <ac:chgData name="Marion Lacroix" userId="9df64882-6113-4c49-9d2b-3e68714ee988" providerId="ADAL" clId="{312BE368-1ED9-4C89-9F56-93BF55744060}" dt="2026-03-23T16:55:14.858" v="4954" actId="12789"/>
          <ac:spMkLst>
            <pc:docMk/>
            <pc:sldMk cId="466253232" sldId="802"/>
            <ac:spMk id="3" creationId="{7E2007A2-99E4-4F9F-A223-1CF2C8BA808B}"/>
          </ac:spMkLst>
        </pc:spChg>
        <pc:spChg chg="mod">
          <ac:chgData name="Marion Lacroix" userId="9df64882-6113-4c49-9d2b-3e68714ee988" providerId="ADAL" clId="{312BE368-1ED9-4C89-9F56-93BF55744060}" dt="2026-03-23T16:55:14.858" v="4954" actId="12789"/>
          <ac:spMkLst>
            <pc:docMk/>
            <pc:sldMk cId="466253232" sldId="802"/>
            <ac:spMk id="4" creationId="{9C28CB49-4516-4C3D-974F-D42AC1FF849A}"/>
          </ac:spMkLst>
        </pc:spChg>
        <pc:spChg chg="add mod">
          <ac:chgData name="Marion Lacroix" userId="9df64882-6113-4c49-9d2b-3e68714ee988" providerId="ADAL" clId="{312BE368-1ED9-4C89-9F56-93BF55744060}" dt="2026-03-23T16:49:11.794" v="4858"/>
          <ac:spMkLst>
            <pc:docMk/>
            <pc:sldMk cId="466253232" sldId="802"/>
            <ac:spMk id="8" creationId="{6EE8EF6E-1F19-649E-0622-6155163749BA}"/>
          </ac:spMkLst>
        </pc:spChg>
        <pc:spChg chg="mod">
          <ac:chgData name="Marion Lacroix" userId="9df64882-6113-4c49-9d2b-3e68714ee988" providerId="ADAL" clId="{312BE368-1ED9-4C89-9F56-93BF55744060}" dt="2026-03-23T16:55:14.858" v="4954" actId="12789"/>
          <ac:spMkLst>
            <pc:docMk/>
            <pc:sldMk cId="466253232" sldId="802"/>
            <ac:spMk id="11" creationId="{A0B99B6E-89EA-421B-BD04-F5AC00C65404}"/>
          </ac:spMkLst>
        </pc:spChg>
        <pc:picChg chg="del">
          <ac:chgData name="Marion Lacroix" userId="9df64882-6113-4c49-9d2b-3e68714ee988" providerId="ADAL" clId="{312BE368-1ED9-4C89-9F56-93BF55744060}" dt="2026-03-23T14:18:16.207" v="1802" actId="478"/>
          <ac:picMkLst>
            <pc:docMk/>
            <pc:sldMk cId="466253232" sldId="802"/>
            <ac:picMk id="5" creationId="{CAC47F03-C326-4966-BB4C-AB1203A181DD}"/>
          </ac:picMkLst>
        </pc:picChg>
        <pc:picChg chg="add mod">
          <ac:chgData name="Marion Lacroix" userId="9df64882-6113-4c49-9d2b-3e68714ee988" providerId="ADAL" clId="{312BE368-1ED9-4C89-9F56-93BF55744060}" dt="2026-03-23T14:19:34.261" v="1810" actId="14100"/>
          <ac:picMkLst>
            <pc:docMk/>
            <pc:sldMk cId="466253232" sldId="802"/>
            <ac:picMk id="7" creationId="{1A0D5C22-82EA-1848-3719-498524C8025F}"/>
          </ac:picMkLst>
        </pc:picChg>
      </pc:sldChg>
      <pc:sldChg chg="addSp delSp modSp add mod ord">
        <pc:chgData name="Marion Lacroix" userId="9df64882-6113-4c49-9d2b-3e68714ee988" providerId="ADAL" clId="{312BE368-1ED9-4C89-9F56-93BF55744060}" dt="2026-03-23T16:56:08.885" v="4958" actId="242"/>
        <pc:sldMkLst>
          <pc:docMk/>
          <pc:sldMk cId="901792120" sldId="803"/>
        </pc:sldMkLst>
        <pc:spChg chg="mod">
          <ac:chgData name="Marion Lacroix" userId="9df64882-6113-4c49-9d2b-3e68714ee988" providerId="ADAL" clId="{312BE368-1ED9-4C89-9F56-93BF55744060}" dt="2026-03-23T14:19:54.564" v="1835" actId="20577"/>
          <ac:spMkLst>
            <pc:docMk/>
            <pc:sldMk cId="901792120" sldId="803"/>
            <ac:spMk id="2" creationId="{65399A3A-60A9-82B7-9565-7F8AD367A9FA}"/>
          </ac:spMkLst>
        </pc:spChg>
        <pc:spChg chg="del">
          <ac:chgData name="Marion Lacroix" userId="9df64882-6113-4c49-9d2b-3e68714ee988" providerId="ADAL" clId="{312BE368-1ED9-4C89-9F56-93BF55744060}" dt="2026-03-23T16:50:10.845" v="4868" actId="478"/>
          <ac:spMkLst>
            <pc:docMk/>
            <pc:sldMk cId="901792120" sldId="803"/>
            <ac:spMk id="6" creationId="{1F483CF0-AC90-9184-EED8-5BB3C473E2DD}"/>
          </ac:spMkLst>
        </pc:spChg>
        <pc:spChg chg="mod">
          <ac:chgData name="Marion Lacroix" userId="9df64882-6113-4c49-9d2b-3e68714ee988" providerId="ADAL" clId="{312BE368-1ED9-4C89-9F56-93BF55744060}" dt="2026-03-23T14:20:47.193" v="1869" actId="20577"/>
          <ac:spMkLst>
            <pc:docMk/>
            <pc:sldMk cId="901792120" sldId="803"/>
            <ac:spMk id="7" creationId="{683AAD94-FB3B-6176-59BF-92414CCBF89D}"/>
          </ac:spMkLst>
        </pc:spChg>
        <pc:spChg chg="add mod">
          <ac:chgData name="Marion Lacroix" userId="9df64882-6113-4c49-9d2b-3e68714ee988" providerId="ADAL" clId="{312BE368-1ED9-4C89-9F56-93BF55744060}" dt="2026-03-23T16:55:45.672" v="4957" actId="12789"/>
          <ac:spMkLst>
            <pc:docMk/>
            <pc:sldMk cId="901792120" sldId="803"/>
            <ac:spMk id="8" creationId="{08251739-7B4A-F8D9-A1B4-9B0CA1925DA1}"/>
          </ac:spMkLst>
        </pc:spChg>
        <pc:spChg chg="add mod">
          <ac:chgData name="Marion Lacroix" userId="9df64882-6113-4c49-9d2b-3e68714ee988" providerId="ADAL" clId="{312BE368-1ED9-4C89-9F56-93BF55744060}" dt="2026-03-23T16:56:08.885" v="4958" actId="242"/>
          <ac:spMkLst>
            <pc:docMk/>
            <pc:sldMk cId="901792120" sldId="803"/>
            <ac:spMk id="10" creationId="{DA00D4CA-5719-E1F5-B7AF-DC794763706B}"/>
          </ac:spMkLst>
        </pc:spChg>
        <pc:spChg chg="del">
          <ac:chgData name="Marion Lacroix" userId="9df64882-6113-4c49-9d2b-3e68714ee988" providerId="ADAL" clId="{312BE368-1ED9-4C89-9F56-93BF55744060}" dt="2026-03-23T16:48:31.407" v="4842" actId="478"/>
          <ac:spMkLst>
            <pc:docMk/>
            <pc:sldMk cId="901792120" sldId="803"/>
            <ac:spMk id="11" creationId="{2BA77B72-CFF8-4FFE-B61A-1FBF3BC13886}"/>
          </ac:spMkLst>
        </pc:spChg>
        <pc:spChg chg="del">
          <ac:chgData name="Marion Lacroix" userId="9df64882-6113-4c49-9d2b-3e68714ee988" providerId="ADAL" clId="{312BE368-1ED9-4C89-9F56-93BF55744060}" dt="2026-03-23T16:50:14.123" v="4869" actId="478"/>
          <ac:spMkLst>
            <pc:docMk/>
            <pc:sldMk cId="901792120" sldId="803"/>
            <ac:spMk id="13" creationId="{FB163E75-8455-6560-3978-79C4E3320095}"/>
          </ac:spMkLst>
        </pc:spChg>
        <pc:spChg chg="mod">
          <ac:chgData name="Marion Lacroix" userId="9df64882-6113-4c49-9d2b-3e68714ee988" providerId="ADAL" clId="{312BE368-1ED9-4C89-9F56-93BF55744060}" dt="2026-03-23T16:56:08.885" v="4958" actId="242"/>
          <ac:spMkLst>
            <pc:docMk/>
            <pc:sldMk cId="901792120" sldId="803"/>
            <ac:spMk id="15" creationId="{70B55D81-743D-8492-8738-9286155668CC}"/>
          </ac:spMkLst>
        </pc:spChg>
        <pc:picChg chg="add mod">
          <ac:chgData name="Marion Lacroix" userId="9df64882-6113-4c49-9d2b-3e68714ee988" providerId="ADAL" clId="{312BE368-1ED9-4C89-9F56-93BF55744060}" dt="2026-03-23T14:19:59.488" v="1836" actId="1076"/>
          <ac:picMkLst>
            <pc:docMk/>
            <pc:sldMk cId="901792120" sldId="803"/>
            <ac:picMk id="5" creationId="{A36112CA-350D-18EE-FC77-13A9FD013F95}"/>
          </ac:picMkLst>
        </pc:picChg>
        <pc:picChg chg="del">
          <ac:chgData name="Marion Lacroix" userId="9df64882-6113-4c49-9d2b-3e68714ee988" providerId="ADAL" clId="{312BE368-1ED9-4C89-9F56-93BF55744060}" dt="2026-03-23T13:33:08.365" v="430" actId="478"/>
          <ac:picMkLst>
            <pc:docMk/>
            <pc:sldMk cId="901792120" sldId="803"/>
            <ac:picMk id="9" creationId="{5BD80A31-9BA0-0AAE-2059-121321325003}"/>
          </ac:picMkLst>
        </pc:picChg>
      </pc:sldChg>
      <pc:sldChg chg="addSp delSp modSp add mod ord">
        <pc:chgData name="Marion Lacroix" userId="9df64882-6113-4c49-9d2b-3e68714ee988" providerId="ADAL" clId="{312BE368-1ED9-4C89-9F56-93BF55744060}" dt="2026-03-23T16:56:54.499" v="4964" actId="12789"/>
        <pc:sldMkLst>
          <pc:docMk/>
          <pc:sldMk cId="3276503948" sldId="804"/>
        </pc:sldMkLst>
        <pc:spChg chg="mod">
          <ac:chgData name="Marion Lacroix" userId="9df64882-6113-4c49-9d2b-3e68714ee988" providerId="ADAL" clId="{312BE368-1ED9-4C89-9F56-93BF55744060}" dt="2026-03-23T16:56:54.499" v="4964" actId="12789"/>
          <ac:spMkLst>
            <pc:docMk/>
            <pc:sldMk cId="3276503948" sldId="804"/>
            <ac:spMk id="3" creationId="{66B48283-661E-5454-855B-6B92A340FF1B}"/>
          </ac:spMkLst>
        </pc:spChg>
        <pc:spChg chg="mod">
          <ac:chgData name="Marion Lacroix" userId="9df64882-6113-4c49-9d2b-3e68714ee988" providerId="ADAL" clId="{312BE368-1ED9-4C89-9F56-93BF55744060}" dt="2026-03-23T16:56:54.499" v="4964" actId="12789"/>
          <ac:spMkLst>
            <pc:docMk/>
            <pc:sldMk cId="3276503948" sldId="804"/>
            <ac:spMk id="4" creationId="{F8F50330-E5DE-35FF-D81C-AB3EEA7B0130}"/>
          </ac:spMkLst>
        </pc:spChg>
        <pc:spChg chg="mod">
          <ac:chgData name="Marion Lacroix" userId="9df64882-6113-4c49-9d2b-3e68714ee988" providerId="ADAL" clId="{312BE368-1ED9-4C89-9F56-93BF55744060}" dt="2026-03-23T15:57:27.190" v="2971" actId="20577"/>
          <ac:spMkLst>
            <pc:docMk/>
            <pc:sldMk cId="3276503948" sldId="804"/>
            <ac:spMk id="6" creationId="{697F9B28-E346-58BF-3828-1AA6ACF6C076}"/>
          </ac:spMkLst>
        </pc:spChg>
        <pc:spChg chg="add mod">
          <ac:chgData name="Marion Lacroix" userId="9df64882-6113-4c49-9d2b-3e68714ee988" providerId="ADAL" clId="{312BE368-1ED9-4C89-9F56-93BF55744060}" dt="2026-03-23T16:56:54.499" v="4964" actId="12789"/>
          <ac:spMkLst>
            <pc:docMk/>
            <pc:sldMk cId="3276503948" sldId="804"/>
            <ac:spMk id="7" creationId="{6BD70F00-3CC3-3D8E-E7DE-346CFD860174}"/>
          </ac:spMkLst>
        </pc:spChg>
        <pc:spChg chg="del">
          <ac:chgData name="Marion Lacroix" userId="9df64882-6113-4c49-9d2b-3e68714ee988" providerId="ADAL" clId="{312BE368-1ED9-4C89-9F56-93BF55744060}" dt="2026-03-23T16:48:43.702" v="4848" actId="478"/>
          <ac:spMkLst>
            <pc:docMk/>
            <pc:sldMk cId="3276503948" sldId="804"/>
            <ac:spMk id="11" creationId="{F2A5B4E1-E6C3-B217-C2EF-47FBE4F33AB1}"/>
          </ac:spMkLst>
        </pc:spChg>
        <pc:picChg chg="add mod">
          <ac:chgData name="Marion Lacroix" userId="9df64882-6113-4c49-9d2b-3e68714ee988" providerId="ADAL" clId="{312BE368-1ED9-4C89-9F56-93BF55744060}" dt="2026-03-23T14:10:16.763" v="1666" actId="1076"/>
          <ac:picMkLst>
            <pc:docMk/>
            <pc:sldMk cId="3276503948" sldId="804"/>
            <ac:picMk id="2" creationId="{04286923-9F43-E18B-929E-F50BF6C89E15}"/>
          </ac:picMkLst>
        </pc:picChg>
        <pc:picChg chg="del">
          <ac:chgData name="Marion Lacroix" userId="9df64882-6113-4c49-9d2b-3e68714ee988" providerId="ADAL" clId="{312BE368-1ED9-4C89-9F56-93BF55744060}" dt="2026-03-23T14:10:08.662" v="1662" actId="478"/>
          <ac:picMkLst>
            <pc:docMk/>
            <pc:sldMk cId="3276503948" sldId="804"/>
            <ac:picMk id="5" creationId="{B6A56619-3D30-B206-A699-818377674739}"/>
          </ac:picMkLst>
        </pc:picChg>
      </pc:sldChg>
      <pc:sldChg chg="addSp delSp modSp add mod ord">
        <pc:chgData name="Marion Lacroix" userId="9df64882-6113-4c49-9d2b-3e68714ee988" providerId="ADAL" clId="{312BE368-1ED9-4C89-9F56-93BF55744060}" dt="2026-03-23T16:56:18.510" v="4959" actId="242"/>
        <pc:sldMkLst>
          <pc:docMk/>
          <pc:sldMk cId="727399664" sldId="805"/>
        </pc:sldMkLst>
        <pc:spChg chg="mod">
          <ac:chgData name="Marion Lacroix" userId="9df64882-6113-4c49-9d2b-3e68714ee988" providerId="ADAL" clId="{312BE368-1ED9-4C89-9F56-93BF55744060}" dt="2026-03-23T14:15:23.166" v="1767" actId="21"/>
          <ac:spMkLst>
            <pc:docMk/>
            <pc:sldMk cId="727399664" sldId="805"/>
            <ac:spMk id="7" creationId="{A886D46A-693B-9EEC-7265-8D11553E47F6}"/>
          </ac:spMkLst>
        </pc:spChg>
        <pc:spChg chg="del">
          <ac:chgData name="Marion Lacroix" userId="9df64882-6113-4c49-9d2b-3e68714ee988" providerId="ADAL" clId="{312BE368-1ED9-4C89-9F56-93BF55744060}" dt="2026-03-23T16:49:26.718" v="4863" actId="478"/>
          <ac:spMkLst>
            <pc:docMk/>
            <pc:sldMk cId="727399664" sldId="805"/>
            <ac:spMk id="8" creationId="{107CFBA3-F3A3-4071-08EE-49D0D93EBB65}"/>
          </ac:spMkLst>
        </pc:spChg>
        <pc:spChg chg="add mod">
          <ac:chgData name="Marion Lacroix" userId="9df64882-6113-4c49-9d2b-3e68714ee988" providerId="ADAL" clId="{312BE368-1ED9-4C89-9F56-93BF55744060}" dt="2026-03-23T16:49:22.277" v="4861"/>
          <ac:spMkLst>
            <pc:docMk/>
            <pc:sldMk cId="727399664" sldId="805"/>
            <ac:spMk id="9" creationId="{36F313A4-5B3C-69AE-ACD8-E521E304D511}"/>
          </ac:spMkLst>
        </pc:spChg>
        <pc:spChg chg="mod">
          <ac:chgData name="Marion Lacroix" userId="9df64882-6113-4c49-9d2b-3e68714ee988" providerId="ADAL" clId="{312BE368-1ED9-4C89-9F56-93BF55744060}" dt="2026-03-23T16:55:23.152" v="4955" actId="12789"/>
          <ac:spMkLst>
            <pc:docMk/>
            <pc:sldMk cId="727399664" sldId="805"/>
            <ac:spMk id="11" creationId="{D057935E-7F0E-E824-EA3D-3A1D8609BF9D}"/>
          </ac:spMkLst>
        </pc:spChg>
        <pc:spChg chg="del">
          <ac:chgData name="Marion Lacroix" userId="9df64882-6113-4c49-9d2b-3e68714ee988" providerId="ADAL" clId="{312BE368-1ED9-4C89-9F56-93BF55744060}" dt="2026-03-23T16:49:20.007" v="4859" actId="478"/>
          <ac:spMkLst>
            <pc:docMk/>
            <pc:sldMk cId="727399664" sldId="805"/>
            <ac:spMk id="13" creationId="{A2300823-F234-3955-9F7D-3310D2155EAD}"/>
          </ac:spMkLst>
        </pc:spChg>
        <pc:spChg chg="add mod">
          <ac:chgData name="Marion Lacroix" userId="9df64882-6113-4c49-9d2b-3e68714ee988" providerId="ADAL" clId="{312BE368-1ED9-4C89-9F56-93BF55744060}" dt="2026-03-23T16:56:18.510" v="4959" actId="242"/>
          <ac:spMkLst>
            <pc:docMk/>
            <pc:sldMk cId="727399664" sldId="805"/>
            <ac:spMk id="14" creationId="{924FEDEE-3B13-597F-8A0D-8F51520FB4F4}"/>
          </ac:spMkLst>
        </pc:spChg>
        <pc:spChg chg="mod">
          <ac:chgData name="Marion Lacroix" userId="9df64882-6113-4c49-9d2b-3e68714ee988" providerId="ADAL" clId="{312BE368-1ED9-4C89-9F56-93BF55744060}" dt="2026-03-23T16:55:23.152" v="4955" actId="12789"/>
          <ac:spMkLst>
            <pc:docMk/>
            <pc:sldMk cId="727399664" sldId="805"/>
            <ac:spMk id="15" creationId="{71B6A807-581F-430E-DEFF-F6B345D24816}"/>
          </ac:spMkLst>
        </pc:spChg>
        <pc:spChg chg="add del mod">
          <ac:chgData name="Marion Lacroix" userId="9df64882-6113-4c49-9d2b-3e68714ee988" providerId="ADAL" clId="{312BE368-1ED9-4C89-9F56-93BF55744060}" dt="2026-03-23T16:54:31.998" v="4951" actId="478"/>
          <ac:spMkLst>
            <pc:docMk/>
            <pc:sldMk cId="727399664" sldId="805"/>
            <ac:spMk id="17" creationId="{25B22FD5-85D9-306C-F359-FAB9B770D497}"/>
          </ac:spMkLst>
        </pc:spChg>
        <pc:picChg chg="del">
          <ac:chgData name="Marion Lacroix" userId="9df64882-6113-4c49-9d2b-3e68714ee988" providerId="ADAL" clId="{312BE368-1ED9-4C89-9F56-93BF55744060}" dt="2026-03-23T14:18:03.477" v="1798" actId="478"/>
          <ac:picMkLst>
            <pc:docMk/>
            <pc:sldMk cId="727399664" sldId="805"/>
            <ac:picMk id="5" creationId="{F1F4D5AE-0F17-461E-738F-720CD85E5E21}"/>
          </ac:picMkLst>
        </pc:picChg>
        <pc:picChg chg="add mod">
          <ac:chgData name="Marion Lacroix" userId="9df64882-6113-4c49-9d2b-3e68714ee988" providerId="ADAL" clId="{312BE368-1ED9-4C89-9F56-93BF55744060}" dt="2026-03-23T14:18:11.467" v="1801" actId="1076"/>
          <ac:picMkLst>
            <pc:docMk/>
            <pc:sldMk cId="727399664" sldId="805"/>
            <ac:picMk id="6" creationId="{7D1EF2A1-684E-D01E-D2D2-2D0317C28884}"/>
          </ac:picMkLst>
        </pc:picChg>
        <pc:picChg chg="add">
          <ac:chgData name="Marion Lacroix" userId="9df64882-6113-4c49-9d2b-3e68714ee988" providerId="ADAL" clId="{312BE368-1ED9-4C89-9F56-93BF55744060}" dt="2026-03-23T16:49:22.277" v="4862"/>
          <ac:picMkLst>
            <pc:docMk/>
            <pc:sldMk cId="727399664" sldId="805"/>
            <ac:picMk id="10" creationId="{8C256E86-F547-3ED0-F188-4A8C50BA99AC}"/>
          </ac:picMkLst>
        </pc:picChg>
        <pc:picChg chg="add mod">
          <ac:chgData name="Marion Lacroix" userId="9df64882-6113-4c49-9d2b-3e68714ee988" providerId="ADAL" clId="{312BE368-1ED9-4C89-9F56-93BF55744060}" dt="2026-03-23T14:16:17.078" v="1785" actId="1076"/>
          <ac:picMkLst>
            <pc:docMk/>
            <pc:sldMk cId="727399664" sldId="805"/>
            <ac:picMk id="1026" creationId="{FAD4FAE8-3336-6D10-13EF-3DD8BFDD4D1A}"/>
          </ac:picMkLst>
        </pc:picChg>
      </pc:sldChg>
      <pc:sldChg chg="add del">
        <pc:chgData name="Marion Lacroix" userId="9df64882-6113-4c49-9d2b-3e68714ee988" providerId="ADAL" clId="{312BE368-1ED9-4C89-9F56-93BF55744060}" dt="2026-03-23T15:55:46.959" v="2906" actId="47"/>
        <pc:sldMkLst>
          <pc:docMk/>
          <pc:sldMk cId="130771128" sldId="806"/>
        </pc:sldMkLst>
      </pc:sldChg>
      <pc:sldChg chg="modSp add del mod">
        <pc:chgData name="Marion Lacroix" userId="9df64882-6113-4c49-9d2b-3e68714ee988" providerId="ADAL" clId="{312BE368-1ED9-4C89-9F56-93BF55744060}" dt="2026-03-23T15:59:47.201" v="3008" actId="47"/>
        <pc:sldMkLst>
          <pc:docMk/>
          <pc:sldMk cId="3409560026" sldId="806"/>
        </pc:sldMkLst>
        <pc:spChg chg="mod">
          <ac:chgData name="Marion Lacroix" userId="9df64882-6113-4c49-9d2b-3e68714ee988" providerId="ADAL" clId="{312BE368-1ED9-4C89-9F56-93BF55744060}" dt="2026-03-23T15:55:55.316" v="2911" actId="20577"/>
          <ac:spMkLst>
            <pc:docMk/>
            <pc:sldMk cId="3409560026" sldId="806"/>
            <ac:spMk id="13" creationId="{ED421993-BFB3-EC23-E59D-193E3FB036E2}"/>
          </ac:spMkLst>
        </pc:spChg>
      </pc:sldChg>
      <pc:sldChg chg="modSp add mod">
        <pc:chgData name="Marion Lacroix" userId="9df64882-6113-4c49-9d2b-3e68714ee988" providerId="ADAL" clId="{312BE368-1ED9-4C89-9F56-93BF55744060}" dt="2026-03-23T16:58:02.018" v="4985" actId="12789"/>
        <pc:sldMkLst>
          <pc:docMk/>
          <pc:sldMk cId="3358526211" sldId="807"/>
        </pc:sldMkLst>
        <pc:spChg chg="mod">
          <ac:chgData name="Marion Lacroix" userId="9df64882-6113-4c49-9d2b-3e68714ee988" providerId="ADAL" clId="{312BE368-1ED9-4C89-9F56-93BF55744060}" dt="2026-03-23T16:58:02.018" v="4985" actId="12789"/>
          <ac:spMkLst>
            <pc:docMk/>
            <pc:sldMk cId="3358526211" sldId="807"/>
            <ac:spMk id="3" creationId="{EBE62610-7A46-C338-5B12-F6469E8EEC1B}"/>
          </ac:spMkLst>
        </pc:spChg>
        <pc:spChg chg="mod">
          <ac:chgData name="Marion Lacroix" userId="9df64882-6113-4c49-9d2b-3e68714ee988" providerId="ADAL" clId="{312BE368-1ED9-4C89-9F56-93BF55744060}" dt="2026-03-23T16:58:02.018" v="4985" actId="12789"/>
          <ac:spMkLst>
            <pc:docMk/>
            <pc:sldMk cId="3358526211" sldId="807"/>
            <ac:spMk id="4" creationId="{4EAA602D-D6A4-A1EF-48BD-B0D140D44100}"/>
          </ac:spMkLst>
        </pc:spChg>
        <pc:spChg chg="mod">
          <ac:chgData name="Marion Lacroix" userId="9df64882-6113-4c49-9d2b-3e68714ee988" providerId="ADAL" clId="{312BE368-1ED9-4C89-9F56-93BF55744060}" dt="2026-03-23T15:59:32.822" v="3006" actId="20577"/>
          <ac:spMkLst>
            <pc:docMk/>
            <pc:sldMk cId="3358526211" sldId="807"/>
            <ac:spMk id="6" creationId="{280195B3-DFF4-E719-1672-36BB16438A3E}"/>
          </ac:spMkLst>
        </pc:spChg>
        <pc:spChg chg="mod">
          <ac:chgData name="Marion Lacroix" userId="9df64882-6113-4c49-9d2b-3e68714ee988" providerId="ADAL" clId="{312BE368-1ED9-4C89-9F56-93BF55744060}" dt="2026-03-23T16:58:02.018" v="4985" actId="12789"/>
          <ac:spMkLst>
            <pc:docMk/>
            <pc:sldMk cId="3358526211" sldId="807"/>
            <ac:spMk id="11" creationId="{5163705B-FFFA-D754-FDA7-543667DBDBA4}"/>
          </ac:spMkLst>
        </pc:spChg>
      </pc:sldChg>
      <pc:sldChg chg="addSp delSp modSp add mod modAnim">
        <pc:chgData name="Marion Lacroix" userId="9df64882-6113-4c49-9d2b-3e68714ee988" providerId="ADAL" clId="{312BE368-1ED9-4C89-9F56-93BF55744060}" dt="2026-03-23T16:59:02.837" v="4996" actId="242"/>
        <pc:sldMkLst>
          <pc:docMk/>
          <pc:sldMk cId="480079589" sldId="808"/>
        </pc:sldMkLst>
        <pc:spChg chg="del">
          <ac:chgData name="Marion Lacroix" userId="9df64882-6113-4c49-9d2b-3e68714ee988" providerId="ADAL" clId="{312BE368-1ED9-4C89-9F56-93BF55744060}" dt="2026-03-23T16:51:47.993" v="4904" actId="478"/>
          <ac:spMkLst>
            <pc:docMk/>
            <pc:sldMk cId="480079589" sldId="808"/>
            <ac:spMk id="4" creationId="{A51A18A8-B567-12D3-F05E-36476209D484}"/>
          </ac:spMkLst>
        </pc:spChg>
        <pc:spChg chg="add mod">
          <ac:chgData name="Marion Lacroix" userId="9df64882-6113-4c49-9d2b-3e68714ee988" providerId="ADAL" clId="{312BE368-1ED9-4C89-9F56-93BF55744060}" dt="2026-03-23T16:59:02.837" v="4996" actId="242"/>
          <ac:spMkLst>
            <pc:docMk/>
            <pc:sldMk cId="480079589" sldId="808"/>
            <ac:spMk id="6" creationId="{14754500-CE21-0E0F-0659-C0D3499723C7}"/>
          </ac:spMkLst>
        </pc:spChg>
        <pc:spChg chg="add mod">
          <ac:chgData name="Marion Lacroix" userId="9df64882-6113-4c49-9d2b-3e68714ee988" providerId="ADAL" clId="{312BE368-1ED9-4C89-9F56-93BF55744060}" dt="2026-03-23T16:59:02.837" v="4996" actId="242"/>
          <ac:spMkLst>
            <pc:docMk/>
            <pc:sldMk cId="480079589" sldId="808"/>
            <ac:spMk id="7" creationId="{3E924699-FF1E-B59E-07EA-7B429F7F43B3}"/>
          </ac:spMkLst>
        </pc:spChg>
        <pc:spChg chg="add mod">
          <ac:chgData name="Marion Lacroix" userId="9df64882-6113-4c49-9d2b-3e68714ee988" providerId="ADAL" clId="{312BE368-1ED9-4C89-9F56-93BF55744060}" dt="2026-03-23T16:59:02.837" v="4996" actId="242"/>
          <ac:spMkLst>
            <pc:docMk/>
            <pc:sldMk cId="480079589" sldId="808"/>
            <ac:spMk id="9" creationId="{D04B7ED8-13B9-24AB-918B-C94DC3782078}"/>
          </ac:spMkLst>
        </pc:spChg>
        <pc:spChg chg="mod">
          <ac:chgData name="Marion Lacroix" userId="9df64882-6113-4c49-9d2b-3e68714ee988" providerId="ADAL" clId="{312BE368-1ED9-4C89-9F56-93BF55744060}" dt="2026-03-23T16:06:35.229" v="3619"/>
          <ac:spMkLst>
            <pc:docMk/>
            <pc:sldMk cId="480079589" sldId="808"/>
            <ac:spMk id="13" creationId="{FA6CF502-A4F8-BC30-A9FC-D8B58A53A2A1}"/>
          </ac:spMkLst>
        </pc:spChg>
        <pc:picChg chg="add mod">
          <ac:chgData name="Marion Lacroix" userId="9df64882-6113-4c49-9d2b-3e68714ee988" providerId="ADAL" clId="{312BE368-1ED9-4C89-9F56-93BF55744060}" dt="2026-03-23T16:14:04.355" v="4018" actId="1076"/>
          <ac:picMkLst>
            <pc:docMk/>
            <pc:sldMk cId="480079589" sldId="808"/>
            <ac:picMk id="5" creationId="{1CDBCB5F-4C1B-E15B-06D0-194FDB4CBB90}"/>
          </ac:picMkLst>
        </pc:picChg>
        <pc:picChg chg="add mod">
          <ac:chgData name="Marion Lacroix" userId="9df64882-6113-4c49-9d2b-3e68714ee988" providerId="ADAL" clId="{312BE368-1ED9-4C89-9F56-93BF55744060}" dt="2026-03-23T16:13:47.276" v="4013" actId="1076"/>
          <ac:picMkLst>
            <pc:docMk/>
            <pc:sldMk cId="480079589" sldId="808"/>
            <ac:picMk id="8" creationId="{59F86BAF-9CA0-961C-CABC-3FDDAD5373FA}"/>
          </ac:picMkLst>
        </pc:picChg>
        <pc:picChg chg="del">
          <ac:chgData name="Marion Lacroix" userId="9df64882-6113-4c49-9d2b-3e68714ee988" providerId="ADAL" clId="{312BE368-1ED9-4C89-9F56-93BF55744060}" dt="2026-03-23T16:13:21.922" v="4004" actId="478"/>
          <ac:picMkLst>
            <pc:docMk/>
            <pc:sldMk cId="480079589" sldId="808"/>
            <ac:picMk id="17" creationId="{2249CAA3-9A64-1E69-0B8D-85340F961E60}"/>
          </ac:picMkLst>
        </pc:picChg>
      </pc:sldChg>
      <pc:sldChg chg="addSp delSp modSp add mod">
        <pc:chgData name="Marion Lacroix" userId="9df64882-6113-4c49-9d2b-3e68714ee988" providerId="ADAL" clId="{312BE368-1ED9-4C89-9F56-93BF55744060}" dt="2026-03-23T16:58:52.583" v="4994" actId="242"/>
        <pc:sldMkLst>
          <pc:docMk/>
          <pc:sldMk cId="538484763" sldId="809"/>
        </pc:sldMkLst>
        <pc:spChg chg="del">
          <ac:chgData name="Marion Lacroix" userId="9df64882-6113-4c49-9d2b-3e68714ee988" providerId="ADAL" clId="{312BE368-1ED9-4C89-9F56-93BF55744060}" dt="2026-03-23T16:51:44.068" v="4903" actId="478"/>
          <ac:spMkLst>
            <pc:docMk/>
            <pc:sldMk cId="538484763" sldId="809"/>
            <ac:spMk id="4" creationId="{C790F450-3CD5-18C1-5CB5-8E6CAC83C712}"/>
          </ac:spMkLst>
        </pc:spChg>
        <pc:spChg chg="add mod">
          <ac:chgData name="Marion Lacroix" userId="9df64882-6113-4c49-9d2b-3e68714ee988" providerId="ADAL" clId="{312BE368-1ED9-4C89-9F56-93BF55744060}" dt="2026-03-23T16:58:52.583" v="4994" actId="242"/>
          <ac:spMkLst>
            <pc:docMk/>
            <pc:sldMk cId="538484763" sldId="809"/>
            <ac:spMk id="5" creationId="{B028F2F2-E42C-27DF-DE53-BF624DF02BCA}"/>
          </ac:spMkLst>
        </pc:spChg>
        <pc:spChg chg="add mod">
          <ac:chgData name="Marion Lacroix" userId="9df64882-6113-4c49-9d2b-3e68714ee988" providerId="ADAL" clId="{312BE368-1ED9-4C89-9F56-93BF55744060}" dt="2026-03-23T16:58:52.583" v="4994" actId="242"/>
          <ac:spMkLst>
            <pc:docMk/>
            <pc:sldMk cId="538484763" sldId="809"/>
            <ac:spMk id="6" creationId="{7FEEB8CD-95C3-6718-DFB8-799200954A59}"/>
          </ac:spMkLst>
        </pc:spChg>
        <pc:spChg chg="add mod">
          <ac:chgData name="Marion Lacroix" userId="9df64882-6113-4c49-9d2b-3e68714ee988" providerId="ADAL" clId="{312BE368-1ED9-4C89-9F56-93BF55744060}" dt="2026-03-23T16:58:52.583" v="4994" actId="242"/>
          <ac:spMkLst>
            <pc:docMk/>
            <pc:sldMk cId="538484763" sldId="809"/>
            <ac:spMk id="7" creationId="{FFB3D2AC-5D32-4B73-F1EA-45546DF3227E}"/>
          </ac:spMkLst>
        </pc:spChg>
        <pc:spChg chg="mod">
          <ac:chgData name="Marion Lacroix" userId="9df64882-6113-4c49-9d2b-3e68714ee988" providerId="ADAL" clId="{312BE368-1ED9-4C89-9F56-93BF55744060}" dt="2026-03-23T16:40:59.925" v="4701" actId="20577"/>
          <ac:spMkLst>
            <pc:docMk/>
            <pc:sldMk cId="538484763" sldId="809"/>
            <ac:spMk id="13" creationId="{7AD4F57D-3F68-F902-333C-1A733E8E9A7D}"/>
          </ac:spMkLst>
        </pc:spChg>
      </pc:sldChg>
      <pc:sldChg chg="add del">
        <pc:chgData name="Marion Lacroix" userId="9df64882-6113-4c49-9d2b-3e68714ee988" providerId="ADAL" clId="{312BE368-1ED9-4C89-9F56-93BF55744060}" dt="2026-03-23T16:58:31.937" v="4991"/>
        <pc:sldMkLst>
          <pc:docMk/>
          <pc:sldMk cId="1346924155" sldId="810"/>
        </pc:sldMkLst>
      </pc:sldChg>
      <pc:sldChg chg="add del">
        <pc:chgData name="Marion Lacroix" userId="9df64882-6113-4c49-9d2b-3e68714ee988" providerId="ADAL" clId="{312BE368-1ED9-4C89-9F56-93BF55744060}" dt="2026-03-23T16:58:25.511" v="4989"/>
        <pc:sldMkLst>
          <pc:docMk/>
          <pc:sldMk cId="2238322794" sldId="810"/>
        </pc:sldMkLst>
      </pc:sldChg>
      <pc:sldMasterChg chg="delSldLayout">
        <pc:chgData name="Marion Lacroix" userId="9df64882-6113-4c49-9d2b-3e68714ee988" providerId="ADAL" clId="{312BE368-1ED9-4C89-9F56-93BF55744060}" dt="2026-03-23T13:40:00.534" v="723" actId="47"/>
        <pc:sldMasterMkLst>
          <pc:docMk/>
          <pc:sldMasterMk cId="0" sldId="2147483667"/>
        </pc:sldMasterMkLst>
        <pc:sldLayoutChg chg="del">
          <pc:chgData name="Marion Lacroix" userId="9df64882-6113-4c49-9d2b-3e68714ee988" providerId="ADAL" clId="{312BE368-1ED9-4C89-9F56-93BF55744060}" dt="2026-03-23T13:40:00.534" v="723" actId="47"/>
          <pc:sldLayoutMkLst>
            <pc:docMk/>
            <pc:sldMasterMk cId="0" sldId="2147483667"/>
            <pc:sldLayoutMk cId="1685193274" sldId="2147483823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23/03/2026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2211A-8DCB-40BB-EA91-E95AD6CF5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3023B79-F63D-733D-76F0-FE16BD066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A8FFCAB-43E2-C68F-6305-0301EBFA2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56540951-1F3D-C181-0D9A-5E75390A65E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84669F4-CED6-3BB3-04E7-98D0BAF03CC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8A148ED-B54F-51BB-E353-8D8613617DD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E0C577-951A-317D-3C26-75856BD30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296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6428D-3E42-67A4-9305-75FE0612F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3B95F4E-8BDA-6C41-F4A9-91A4B2EB2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FBBFFAA-D4CB-ED35-E3A4-6C93C29F2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F59695A7-CA52-6FD9-420D-BD338FE66CD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BF719CB-B7F3-C540-10C9-7BE5CDFF971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7E355EE-D953-1A7B-9D49-59BCCE40DF0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5B4444-B57B-1646-8B8F-47C1BEE04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283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807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3482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9129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5410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A13A8-365C-B2C2-0CEE-D0808B3C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50D36D1-748C-18F7-1680-E8B5A8027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8EF0C1-5080-2A4E-62A0-4D4BD486B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FBD172DE-BE19-D12F-D74E-59FD7EC5471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6F44761-2266-21DE-5C42-3309BA6CAAE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CE2693-BD1F-6A96-6881-9E80B10D744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4705D2-D96F-8F08-3C15-626EC585B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293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CD54F-A520-CFC1-E6D1-1B7ECA581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C5A2EB9-148B-B86B-2BC8-0606FE974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D7FB40E-F74F-988C-3CD8-A8BA36B41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>
            <a:extLst>
              <a:ext uri="{FF2B5EF4-FFF2-40B4-BE49-F238E27FC236}">
                <a16:creationId xmlns:a16="http://schemas.microsoft.com/office/drawing/2014/main" id="{7820386F-CAB6-97C0-ABC4-B33E38D1A24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0F8079-4658-F3D6-2703-A4FD4026A00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DAB448-2C1C-144B-BF29-782DA5708F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BEA1078-B83D-C1FE-DBDF-E982BF62F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8037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96350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23/03/2026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720000" y="3919897"/>
            <a:ext cx="3240000" cy="900000"/>
          </a:xfrm>
        </p:spPr>
        <p:txBody>
          <a:bodyPr anchor="b" anchorCtr="0"/>
          <a:lstStyle>
            <a:lvl1pPr>
              <a:defRPr sz="1150"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496350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40000" y="360000"/>
            <a:ext cx="2700000" cy="2700000"/>
          </a:xfrm>
          <a:prstGeom prst="rect">
            <a:avLst/>
          </a:prstGeom>
        </p:spPr>
      </p:pic>
      <p:grpSp>
        <p:nvGrpSpPr>
          <p:cNvPr id="8" name="Group 13"/>
          <p:cNvGrpSpPr>
            <a:grpSpLocks noChangeAspect="1"/>
          </p:cNvGrpSpPr>
          <p:nvPr userDrawn="1"/>
        </p:nvGrpSpPr>
        <p:grpSpPr bwMode="auto">
          <a:xfrm>
            <a:off x="7190931" y="540000"/>
            <a:ext cx="1208660" cy="1240800"/>
            <a:chOff x="2023" y="1221"/>
            <a:chExt cx="1710" cy="1878"/>
          </a:xfrm>
        </p:grpSpPr>
        <p:sp>
          <p:nvSpPr>
            <p:cNvPr id="9" name="Rectangle 14"/>
            <p:cNvSpPr>
              <a:spLocks noChangeArrowheads="1"/>
            </p:cNvSpPr>
            <p:nvPr userDrawn="1"/>
          </p:nvSpPr>
          <p:spPr bwMode="auto">
            <a:xfrm>
              <a:off x="2023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1" name="Freeform 15"/>
            <p:cNvSpPr>
              <a:spLocks/>
            </p:cNvSpPr>
            <p:nvPr userDrawn="1"/>
          </p:nvSpPr>
          <p:spPr bwMode="auto">
            <a:xfrm>
              <a:off x="2073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5" y="0"/>
                    <a:pt x="17" y="1"/>
                    <a:pt x="19" y="3"/>
                  </a:cubicBezTo>
                  <a:cubicBezTo>
                    <a:pt x="20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2" name="Freeform 16"/>
            <p:cNvSpPr>
              <a:spLocks/>
            </p:cNvSpPr>
            <p:nvPr userDrawn="1"/>
          </p:nvSpPr>
          <p:spPr bwMode="auto">
            <a:xfrm>
              <a:off x="2201" y="2206"/>
              <a:ext cx="88" cy="112"/>
            </a:xfrm>
            <a:custGeom>
              <a:avLst/>
              <a:gdLst>
                <a:gd name="T0" fmla="*/ 58 w 58"/>
                <a:gd name="T1" fmla="*/ 11 h 74"/>
                <a:gd name="T2" fmla="*/ 24 w 58"/>
                <a:gd name="T3" fmla="*/ 11 h 74"/>
                <a:gd name="T4" fmla="*/ 14 w 58"/>
                <a:gd name="T5" fmla="*/ 14 h 74"/>
                <a:gd name="T6" fmla="*/ 13 w 58"/>
                <a:gd name="T7" fmla="*/ 24 h 74"/>
                <a:gd name="T8" fmla="*/ 16 w 58"/>
                <a:gd name="T9" fmla="*/ 30 h 74"/>
                <a:gd name="T10" fmla="*/ 24 w 58"/>
                <a:gd name="T11" fmla="*/ 32 h 74"/>
                <a:gd name="T12" fmla="*/ 38 w 58"/>
                <a:gd name="T13" fmla="*/ 32 h 74"/>
                <a:gd name="T14" fmla="*/ 53 w 58"/>
                <a:gd name="T15" fmla="*/ 36 h 74"/>
                <a:gd name="T16" fmla="*/ 58 w 58"/>
                <a:gd name="T17" fmla="*/ 47 h 74"/>
                <a:gd name="T18" fmla="*/ 58 w 58"/>
                <a:gd name="T19" fmla="*/ 58 h 74"/>
                <a:gd name="T20" fmla="*/ 53 w 58"/>
                <a:gd name="T21" fmla="*/ 70 h 74"/>
                <a:gd name="T22" fmla="*/ 38 w 58"/>
                <a:gd name="T23" fmla="*/ 74 h 74"/>
                <a:gd name="T24" fmla="*/ 0 w 58"/>
                <a:gd name="T25" fmla="*/ 74 h 74"/>
                <a:gd name="T26" fmla="*/ 0 w 58"/>
                <a:gd name="T27" fmla="*/ 63 h 74"/>
                <a:gd name="T28" fmla="*/ 34 w 58"/>
                <a:gd name="T29" fmla="*/ 63 h 74"/>
                <a:gd name="T30" fmla="*/ 44 w 58"/>
                <a:gd name="T31" fmla="*/ 60 h 74"/>
                <a:gd name="T32" fmla="*/ 45 w 58"/>
                <a:gd name="T33" fmla="*/ 50 h 74"/>
                <a:gd name="T34" fmla="*/ 34 w 58"/>
                <a:gd name="T35" fmla="*/ 42 h 74"/>
                <a:gd name="T36" fmla="*/ 20 w 58"/>
                <a:gd name="T37" fmla="*/ 42 h 74"/>
                <a:gd name="T38" fmla="*/ 6 w 58"/>
                <a:gd name="T39" fmla="*/ 38 h 74"/>
                <a:gd name="T40" fmla="*/ 0 w 58"/>
                <a:gd name="T41" fmla="*/ 27 h 74"/>
                <a:gd name="T42" fmla="*/ 0 w 58"/>
                <a:gd name="T43" fmla="*/ 16 h 74"/>
                <a:gd name="T44" fmla="*/ 6 w 58"/>
                <a:gd name="T45" fmla="*/ 3 h 74"/>
                <a:gd name="T46" fmla="*/ 20 w 58"/>
                <a:gd name="T47" fmla="*/ 0 h 74"/>
                <a:gd name="T48" fmla="*/ 58 w 58"/>
                <a:gd name="T49" fmla="*/ 0 h 74"/>
                <a:gd name="T50" fmla="*/ 58 w 58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8" h="74">
                  <a:moveTo>
                    <a:pt x="58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19" y="11"/>
                    <a:pt x="15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2"/>
                    <a:pt x="24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44" y="32"/>
                    <a:pt x="49" y="33"/>
                    <a:pt x="53" y="36"/>
                  </a:cubicBezTo>
                  <a:cubicBezTo>
                    <a:pt x="56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4"/>
                    <a:pt x="56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1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9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58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3" name="Freeform 17"/>
            <p:cNvSpPr>
              <a:spLocks/>
            </p:cNvSpPr>
            <p:nvPr userDrawn="1"/>
          </p:nvSpPr>
          <p:spPr bwMode="auto">
            <a:xfrm>
              <a:off x="231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4" name="Rectangle 18"/>
            <p:cNvSpPr>
              <a:spLocks noChangeArrowheads="1"/>
            </p:cNvSpPr>
            <p:nvPr userDrawn="1"/>
          </p:nvSpPr>
          <p:spPr bwMode="auto">
            <a:xfrm>
              <a:off x="2422" y="2206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5" name="Freeform 19"/>
            <p:cNvSpPr>
              <a:spLocks/>
            </p:cNvSpPr>
            <p:nvPr userDrawn="1"/>
          </p:nvSpPr>
          <p:spPr bwMode="auto">
            <a:xfrm>
              <a:off x="2464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3 w 87"/>
                <a:gd name="T3" fmla="*/ 17 h 112"/>
                <a:gd name="T4" fmla="*/ 53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3" y="17"/>
                  </a:lnTo>
                  <a:lnTo>
                    <a:pt x="53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6" name="Freeform 20"/>
            <p:cNvSpPr>
              <a:spLocks/>
            </p:cNvSpPr>
            <p:nvPr userDrawn="1"/>
          </p:nvSpPr>
          <p:spPr bwMode="auto">
            <a:xfrm>
              <a:off x="2572" y="2206"/>
              <a:ext cx="100" cy="112"/>
            </a:xfrm>
            <a:custGeom>
              <a:avLst/>
              <a:gdLst>
                <a:gd name="T0" fmla="*/ 66 w 66"/>
                <a:gd name="T1" fmla="*/ 56 h 74"/>
                <a:gd name="T2" fmla="*/ 65 w 66"/>
                <a:gd name="T3" fmla="*/ 63 h 74"/>
                <a:gd name="T4" fmla="*/ 60 w 66"/>
                <a:gd name="T5" fmla="*/ 70 h 74"/>
                <a:gd name="T6" fmla="*/ 52 w 66"/>
                <a:gd name="T7" fmla="*/ 74 h 74"/>
                <a:gd name="T8" fmla="*/ 43 w 66"/>
                <a:gd name="T9" fmla="*/ 74 h 74"/>
                <a:gd name="T10" fmla="*/ 23 w 66"/>
                <a:gd name="T11" fmla="*/ 74 h 74"/>
                <a:gd name="T12" fmla="*/ 14 w 66"/>
                <a:gd name="T13" fmla="*/ 74 h 74"/>
                <a:gd name="T14" fmla="*/ 6 w 66"/>
                <a:gd name="T15" fmla="*/ 70 h 74"/>
                <a:gd name="T16" fmla="*/ 1 w 66"/>
                <a:gd name="T17" fmla="*/ 63 h 74"/>
                <a:gd name="T18" fmla="*/ 0 w 66"/>
                <a:gd name="T19" fmla="*/ 56 h 74"/>
                <a:gd name="T20" fmla="*/ 0 w 66"/>
                <a:gd name="T21" fmla="*/ 0 h 74"/>
                <a:gd name="T22" fmla="*/ 14 w 66"/>
                <a:gd name="T23" fmla="*/ 0 h 74"/>
                <a:gd name="T24" fmla="*/ 14 w 66"/>
                <a:gd name="T25" fmla="*/ 54 h 74"/>
                <a:gd name="T26" fmla="*/ 16 w 66"/>
                <a:gd name="T27" fmla="*/ 61 h 74"/>
                <a:gd name="T28" fmla="*/ 26 w 66"/>
                <a:gd name="T29" fmla="*/ 63 h 74"/>
                <a:gd name="T30" fmla="*/ 40 w 66"/>
                <a:gd name="T31" fmla="*/ 63 h 74"/>
                <a:gd name="T32" fmla="*/ 50 w 66"/>
                <a:gd name="T33" fmla="*/ 61 h 74"/>
                <a:gd name="T34" fmla="*/ 53 w 66"/>
                <a:gd name="T35" fmla="*/ 54 h 74"/>
                <a:gd name="T36" fmla="*/ 53 w 66"/>
                <a:gd name="T37" fmla="*/ 0 h 74"/>
                <a:gd name="T38" fmla="*/ 66 w 66"/>
                <a:gd name="T39" fmla="*/ 0 h 74"/>
                <a:gd name="T40" fmla="*/ 66 w 66"/>
                <a:gd name="T41" fmla="*/ 5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74">
                  <a:moveTo>
                    <a:pt x="66" y="56"/>
                  </a:moveTo>
                  <a:cubicBezTo>
                    <a:pt x="66" y="59"/>
                    <a:pt x="65" y="62"/>
                    <a:pt x="65" y="63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8" y="72"/>
                    <a:pt x="55" y="73"/>
                    <a:pt x="52" y="74"/>
                  </a:cubicBezTo>
                  <a:cubicBezTo>
                    <a:pt x="51" y="74"/>
                    <a:pt x="48" y="74"/>
                    <a:pt x="4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9" y="74"/>
                    <a:pt x="16" y="74"/>
                    <a:pt x="14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4" y="60"/>
                    <a:pt x="16" y="61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5" y="63"/>
                    <a:pt x="48" y="63"/>
                    <a:pt x="50" y="61"/>
                  </a:cubicBezTo>
                  <a:cubicBezTo>
                    <a:pt x="52" y="60"/>
                    <a:pt x="53" y="58"/>
                    <a:pt x="53" y="5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6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7" name="Freeform 21"/>
            <p:cNvSpPr>
              <a:spLocks/>
            </p:cNvSpPr>
            <p:nvPr userDrawn="1"/>
          </p:nvSpPr>
          <p:spPr bwMode="auto">
            <a:xfrm>
              <a:off x="269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8" name="Freeform 22"/>
            <p:cNvSpPr>
              <a:spLocks/>
            </p:cNvSpPr>
            <p:nvPr userDrawn="1"/>
          </p:nvSpPr>
          <p:spPr bwMode="auto">
            <a:xfrm>
              <a:off x="2851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7" y="1"/>
                    <a:pt x="18" y="3"/>
                  </a:cubicBezTo>
                  <a:cubicBezTo>
                    <a:pt x="19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9" name="Freeform 23"/>
            <p:cNvSpPr>
              <a:spLocks noEditPoints="1"/>
            </p:cNvSpPr>
            <p:nvPr userDrawn="1"/>
          </p:nvSpPr>
          <p:spPr bwMode="auto">
            <a:xfrm>
              <a:off x="2970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45" y="0"/>
                    <a:pt x="49" y="3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0" name="Freeform 24"/>
            <p:cNvSpPr>
              <a:spLocks/>
            </p:cNvSpPr>
            <p:nvPr userDrawn="1"/>
          </p:nvSpPr>
          <p:spPr bwMode="auto">
            <a:xfrm>
              <a:off x="3091" y="2206"/>
              <a:ext cx="88" cy="112"/>
            </a:xfrm>
            <a:custGeom>
              <a:avLst/>
              <a:gdLst>
                <a:gd name="T0" fmla="*/ 88 w 88"/>
                <a:gd name="T1" fmla="*/ 17 h 112"/>
                <a:gd name="T2" fmla="*/ 54 w 88"/>
                <a:gd name="T3" fmla="*/ 17 h 112"/>
                <a:gd name="T4" fmla="*/ 54 w 88"/>
                <a:gd name="T5" fmla="*/ 112 h 112"/>
                <a:gd name="T6" fmla="*/ 35 w 88"/>
                <a:gd name="T7" fmla="*/ 112 h 112"/>
                <a:gd name="T8" fmla="*/ 35 w 88"/>
                <a:gd name="T9" fmla="*/ 17 h 112"/>
                <a:gd name="T10" fmla="*/ 0 w 88"/>
                <a:gd name="T11" fmla="*/ 17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5" y="112"/>
                  </a:lnTo>
                  <a:lnTo>
                    <a:pt x="3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" name="Rectangle 25"/>
            <p:cNvSpPr>
              <a:spLocks noChangeArrowheads="1"/>
            </p:cNvSpPr>
            <p:nvPr userDrawn="1"/>
          </p:nvSpPr>
          <p:spPr bwMode="auto">
            <a:xfrm>
              <a:off x="3201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" name="Freeform 26"/>
            <p:cNvSpPr>
              <a:spLocks noEditPoints="1"/>
            </p:cNvSpPr>
            <p:nvPr userDrawn="1"/>
          </p:nvSpPr>
          <p:spPr bwMode="auto">
            <a:xfrm>
              <a:off x="3251" y="2206"/>
              <a:ext cx="96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1 h 74"/>
                <a:gd name="T8" fmla="*/ 0 w 64"/>
                <a:gd name="T9" fmla="*/ 58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3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6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2 h 74"/>
                <a:gd name="T40" fmla="*/ 26 w 64"/>
                <a:gd name="T41" fmla="*/ 63 h 74"/>
                <a:gd name="T42" fmla="*/ 39 w 64"/>
                <a:gd name="T43" fmla="*/ 63 h 74"/>
                <a:gd name="T44" fmla="*/ 48 w 64"/>
                <a:gd name="T45" fmla="*/ 62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1"/>
                  </a:cubicBezTo>
                  <a:cubicBezTo>
                    <a:pt x="2" y="68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4" y="63"/>
                    <a:pt x="46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" name="Freeform 27"/>
            <p:cNvSpPr>
              <a:spLocks/>
            </p:cNvSpPr>
            <p:nvPr userDrawn="1"/>
          </p:nvSpPr>
          <p:spPr bwMode="auto">
            <a:xfrm>
              <a:off x="3379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2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19" y="3"/>
                    <a:pt x="20" y="5"/>
                    <a:pt x="22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" name="Freeform 28"/>
            <p:cNvSpPr>
              <a:spLocks noEditPoints="1"/>
            </p:cNvSpPr>
            <p:nvPr userDrawn="1"/>
          </p:nvSpPr>
          <p:spPr bwMode="auto">
            <a:xfrm>
              <a:off x="3498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7 h 74"/>
                <a:gd name="T14" fmla="*/ 40 w 80"/>
                <a:gd name="T15" fmla="*/ 0 h 74"/>
                <a:gd name="T16" fmla="*/ 50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3"/>
                    <a:pt x="35" y="0"/>
                    <a:pt x="40" y="0"/>
                  </a:cubicBezTo>
                  <a:cubicBezTo>
                    <a:pt x="45" y="0"/>
                    <a:pt x="48" y="3"/>
                    <a:pt x="50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" name="Freeform 29"/>
            <p:cNvSpPr>
              <a:spLocks/>
            </p:cNvSpPr>
            <p:nvPr userDrawn="1"/>
          </p:nvSpPr>
          <p:spPr bwMode="auto">
            <a:xfrm>
              <a:off x="3638" y="2206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6 w 59"/>
                <a:gd name="T15" fmla="*/ 62 h 74"/>
                <a:gd name="T16" fmla="*/ 27 w 59"/>
                <a:gd name="T17" fmla="*/ 64 h 74"/>
                <a:gd name="T18" fmla="*/ 59 w 59"/>
                <a:gd name="T19" fmla="*/ 64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8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2" y="64"/>
                    <a:pt x="27" y="64"/>
                  </a:cubicBezTo>
                  <a:cubicBezTo>
                    <a:pt x="59" y="64"/>
                    <a:pt x="59" y="64"/>
                    <a:pt x="59" y="64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" name="Freeform 30"/>
            <p:cNvSpPr>
              <a:spLocks noEditPoints="1"/>
            </p:cNvSpPr>
            <p:nvPr userDrawn="1"/>
          </p:nvSpPr>
          <p:spPr bwMode="auto">
            <a:xfrm>
              <a:off x="2023" y="2467"/>
              <a:ext cx="100" cy="112"/>
            </a:xfrm>
            <a:custGeom>
              <a:avLst/>
              <a:gdLst>
                <a:gd name="T0" fmla="*/ 66 w 66"/>
                <a:gd name="T1" fmla="*/ 57 h 74"/>
                <a:gd name="T2" fmla="*/ 60 w 66"/>
                <a:gd name="T3" fmla="*/ 69 h 74"/>
                <a:gd name="T4" fmla="*/ 46 w 66"/>
                <a:gd name="T5" fmla="*/ 74 h 74"/>
                <a:gd name="T6" fmla="*/ 0 w 66"/>
                <a:gd name="T7" fmla="*/ 74 h 74"/>
                <a:gd name="T8" fmla="*/ 0 w 66"/>
                <a:gd name="T9" fmla="*/ 0 h 74"/>
                <a:gd name="T10" fmla="*/ 46 w 66"/>
                <a:gd name="T11" fmla="*/ 0 h 74"/>
                <a:gd name="T12" fmla="*/ 66 w 66"/>
                <a:gd name="T13" fmla="*/ 16 h 74"/>
                <a:gd name="T14" fmla="*/ 66 w 66"/>
                <a:gd name="T15" fmla="*/ 57 h 74"/>
                <a:gd name="T16" fmla="*/ 52 w 66"/>
                <a:gd name="T17" fmla="*/ 53 h 74"/>
                <a:gd name="T18" fmla="*/ 52 w 66"/>
                <a:gd name="T19" fmla="*/ 19 h 74"/>
                <a:gd name="T20" fmla="*/ 42 w 66"/>
                <a:gd name="T21" fmla="*/ 10 h 74"/>
                <a:gd name="T22" fmla="*/ 13 w 66"/>
                <a:gd name="T23" fmla="*/ 10 h 74"/>
                <a:gd name="T24" fmla="*/ 13 w 66"/>
                <a:gd name="T25" fmla="*/ 63 h 74"/>
                <a:gd name="T26" fmla="*/ 42 w 66"/>
                <a:gd name="T27" fmla="*/ 63 h 74"/>
                <a:gd name="T28" fmla="*/ 52 w 66"/>
                <a:gd name="T29" fmla="*/ 5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" h="74">
                  <a:moveTo>
                    <a:pt x="66" y="57"/>
                  </a:moveTo>
                  <a:cubicBezTo>
                    <a:pt x="66" y="62"/>
                    <a:pt x="64" y="66"/>
                    <a:pt x="60" y="69"/>
                  </a:cubicBezTo>
                  <a:cubicBezTo>
                    <a:pt x="57" y="72"/>
                    <a:pt x="52" y="74"/>
                    <a:pt x="4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9" y="0"/>
                    <a:pt x="66" y="5"/>
                    <a:pt x="66" y="16"/>
                  </a:cubicBezTo>
                  <a:lnTo>
                    <a:pt x="66" y="57"/>
                  </a:lnTo>
                  <a:close/>
                  <a:moveTo>
                    <a:pt x="52" y="53"/>
                  </a:move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9" y="10"/>
                    <a:pt x="42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9" y="63"/>
                    <a:pt x="52" y="60"/>
                    <a:pt x="52" y="53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" name="Freeform 31"/>
            <p:cNvSpPr>
              <a:spLocks/>
            </p:cNvSpPr>
            <p:nvPr userDrawn="1"/>
          </p:nvSpPr>
          <p:spPr bwMode="auto">
            <a:xfrm>
              <a:off x="2155" y="2467"/>
              <a:ext cx="89" cy="112"/>
            </a:xfrm>
            <a:custGeom>
              <a:avLst/>
              <a:gdLst>
                <a:gd name="T0" fmla="*/ 56 w 59"/>
                <a:gd name="T1" fmla="*/ 42 h 74"/>
                <a:gd name="T2" fmla="*/ 13 w 59"/>
                <a:gd name="T3" fmla="*/ 42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" name="Freeform 32"/>
            <p:cNvSpPr>
              <a:spLocks/>
            </p:cNvSpPr>
            <p:nvPr userDrawn="1"/>
          </p:nvSpPr>
          <p:spPr bwMode="auto">
            <a:xfrm>
              <a:off x="2351" y="2467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7 w 59"/>
                <a:gd name="T15" fmla="*/ 61 h 74"/>
                <a:gd name="T16" fmla="*/ 27 w 59"/>
                <a:gd name="T17" fmla="*/ 63 h 74"/>
                <a:gd name="T18" fmla="*/ 59 w 59"/>
                <a:gd name="T19" fmla="*/ 63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7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7" y="61"/>
                  </a:cubicBezTo>
                  <a:cubicBezTo>
                    <a:pt x="18" y="63"/>
                    <a:pt x="22" y="63"/>
                    <a:pt x="27" y="63"/>
                  </a:cubicBezTo>
                  <a:cubicBezTo>
                    <a:pt x="59" y="63"/>
                    <a:pt x="59" y="63"/>
                    <a:pt x="59" y="63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" name="Freeform 33"/>
            <p:cNvSpPr>
              <a:spLocks/>
            </p:cNvSpPr>
            <p:nvPr userDrawn="1"/>
          </p:nvSpPr>
          <p:spPr bwMode="auto">
            <a:xfrm>
              <a:off x="2438" y="2450"/>
              <a:ext cx="20" cy="40"/>
            </a:xfrm>
            <a:custGeom>
              <a:avLst/>
              <a:gdLst>
                <a:gd name="T0" fmla="*/ 13 w 13"/>
                <a:gd name="T1" fmla="*/ 8 h 26"/>
                <a:gd name="T2" fmla="*/ 13 w 13"/>
                <a:gd name="T3" fmla="*/ 12 h 26"/>
                <a:gd name="T4" fmla="*/ 7 w 13"/>
                <a:gd name="T5" fmla="*/ 26 h 26"/>
                <a:gd name="T6" fmla="*/ 0 w 13"/>
                <a:gd name="T7" fmla="*/ 26 h 26"/>
                <a:gd name="T8" fmla="*/ 5 w 13"/>
                <a:gd name="T9" fmla="*/ 14 h 26"/>
                <a:gd name="T10" fmla="*/ 1 w 13"/>
                <a:gd name="T11" fmla="*/ 7 h 26"/>
                <a:gd name="T12" fmla="*/ 3 w 13"/>
                <a:gd name="T13" fmla="*/ 2 h 26"/>
                <a:gd name="T14" fmla="*/ 7 w 13"/>
                <a:gd name="T15" fmla="*/ 0 h 26"/>
                <a:gd name="T16" fmla="*/ 12 w 13"/>
                <a:gd name="T17" fmla="*/ 2 h 26"/>
                <a:gd name="T18" fmla="*/ 13 w 13"/>
                <a:gd name="T1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26">
                  <a:moveTo>
                    <a:pt x="13" y="8"/>
                  </a:moveTo>
                  <a:cubicBezTo>
                    <a:pt x="13" y="9"/>
                    <a:pt x="13" y="11"/>
                    <a:pt x="13" y="12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1"/>
                    <a:pt x="1" y="9"/>
                    <a:pt x="1" y="7"/>
                  </a:cubicBez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5" y="0"/>
                    <a:pt x="7" y="0"/>
                  </a:cubicBezTo>
                  <a:cubicBezTo>
                    <a:pt x="9" y="0"/>
                    <a:pt x="10" y="1"/>
                    <a:pt x="12" y="2"/>
                  </a:cubicBezTo>
                  <a:cubicBezTo>
                    <a:pt x="13" y="4"/>
                    <a:pt x="13" y="6"/>
                    <a:pt x="13" y="8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" name="Rectangle 34"/>
            <p:cNvSpPr>
              <a:spLocks noChangeArrowheads="1"/>
            </p:cNvSpPr>
            <p:nvPr userDrawn="1"/>
          </p:nvSpPr>
          <p:spPr bwMode="auto">
            <a:xfrm>
              <a:off x="2495" y="2467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" name="Freeform 35"/>
            <p:cNvSpPr>
              <a:spLocks/>
            </p:cNvSpPr>
            <p:nvPr userDrawn="1"/>
          </p:nvSpPr>
          <p:spPr bwMode="auto">
            <a:xfrm>
              <a:off x="2547" y="2467"/>
              <a:ext cx="99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2 h 75"/>
                <a:gd name="T22" fmla="*/ 23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4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5" y="0"/>
                    <a:pt x="17" y="1"/>
                    <a:pt x="19" y="2"/>
                  </a:cubicBezTo>
                  <a:cubicBezTo>
                    <a:pt x="20" y="3"/>
                    <a:pt x="21" y="5"/>
                    <a:pt x="23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" name="Freeform 36"/>
            <p:cNvSpPr>
              <a:spLocks/>
            </p:cNvSpPr>
            <p:nvPr userDrawn="1"/>
          </p:nvSpPr>
          <p:spPr bwMode="auto">
            <a:xfrm>
              <a:off x="2678" y="2467"/>
              <a:ext cx="90" cy="112"/>
            </a:xfrm>
            <a:custGeom>
              <a:avLst/>
              <a:gdLst>
                <a:gd name="T0" fmla="*/ 60 w 60"/>
                <a:gd name="T1" fmla="*/ 42 h 74"/>
                <a:gd name="T2" fmla="*/ 14 w 60"/>
                <a:gd name="T3" fmla="*/ 42 h 74"/>
                <a:gd name="T4" fmla="*/ 14 w 60"/>
                <a:gd name="T5" fmla="*/ 74 h 74"/>
                <a:gd name="T6" fmla="*/ 0 w 60"/>
                <a:gd name="T7" fmla="*/ 74 h 74"/>
                <a:gd name="T8" fmla="*/ 0 w 60"/>
                <a:gd name="T9" fmla="*/ 15 h 74"/>
                <a:gd name="T10" fmla="*/ 6 w 60"/>
                <a:gd name="T11" fmla="*/ 3 h 74"/>
                <a:gd name="T12" fmla="*/ 21 w 60"/>
                <a:gd name="T13" fmla="*/ 0 h 74"/>
                <a:gd name="T14" fmla="*/ 60 w 60"/>
                <a:gd name="T15" fmla="*/ 0 h 74"/>
                <a:gd name="T16" fmla="*/ 60 w 60"/>
                <a:gd name="T17" fmla="*/ 11 h 74"/>
                <a:gd name="T18" fmla="*/ 25 w 60"/>
                <a:gd name="T19" fmla="*/ 11 h 74"/>
                <a:gd name="T20" fmla="*/ 14 w 60"/>
                <a:gd name="T21" fmla="*/ 18 h 74"/>
                <a:gd name="T22" fmla="*/ 14 w 60"/>
                <a:gd name="T23" fmla="*/ 32 h 74"/>
                <a:gd name="T24" fmla="*/ 60 w 60"/>
                <a:gd name="T25" fmla="*/ 32 h 74"/>
                <a:gd name="T26" fmla="*/ 60 w 60"/>
                <a:gd name="T2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4">
                  <a:moveTo>
                    <a:pt x="60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2" y="6"/>
                    <a:pt x="6" y="3"/>
                  </a:cubicBezTo>
                  <a:cubicBezTo>
                    <a:pt x="10" y="1"/>
                    <a:pt x="15" y="0"/>
                    <a:pt x="2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4" y="13"/>
                    <a:pt x="14" y="18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60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" name="Freeform 37"/>
            <p:cNvSpPr>
              <a:spLocks noEditPoints="1"/>
            </p:cNvSpPr>
            <p:nvPr userDrawn="1"/>
          </p:nvSpPr>
          <p:spPr bwMode="auto">
            <a:xfrm>
              <a:off x="2803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" name="Freeform 38"/>
            <p:cNvSpPr>
              <a:spLocks/>
            </p:cNvSpPr>
            <p:nvPr userDrawn="1"/>
          </p:nvSpPr>
          <p:spPr bwMode="auto">
            <a:xfrm>
              <a:off x="2931" y="246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5 h 74"/>
                <a:gd name="T6" fmla="*/ 14 w 65"/>
                <a:gd name="T7" fmla="*/ 41 h 74"/>
                <a:gd name="T8" fmla="*/ 23 w 65"/>
                <a:gd name="T9" fmla="*/ 35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3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8" y="34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8" y="11"/>
                    <a:pt x="4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60" y="40"/>
                  </a:cubicBezTo>
                  <a:cubicBezTo>
                    <a:pt x="56" y="42"/>
                    <a:pt x="51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" name="Freeform 39"/>
            <p:cNvSpPr>
              <a:spLocks/>
            </p:cNvSpPr>
            <p:nvPr userDrawn="1"/>
          </p:nvSpPr>
          <p:spPr bwMode="auto">
            <a:xfrm>
              <a:off x="3058" y="2467"/>
              <a:ext cx="137" cy="115"/>
            </a:xfrm>
            <a:custGeom>
              <a:avLst/>
              <a:gdLst>
                <a:gd name="T0" fmla="*/ 91 w 91"/>
                <a:gd name="T1" fmla="*/ 74 h 76"/>
                <a:gd name="T2" fmla="*/ 79 w 91"/>
                <a:gd name="T3" fmla="*/ 74 h 76"/>
                <a:gd name="T4" fmla="*/ 79 w 91"/>
                <a:gd name="T5" fmla="*/ 16 h 76"/>
                <a:gd name="T6" fmla="*/ 55 w 91"/>
                <a:gd name="T7" fmla="*/ 68 h 76"/>
                <a:gd name="T8" fmla="*/ 46 w 91"/>
                <a:gd name="T9" fmla="*/ 76 h 76"/>
                <a:gd name="T10" fmla="*/ 40 w 91"/>
                <a:gd name="T11" fmla="*/ 73 h 76"/>
                <a:gd name="T12" fmla="*/ 37 w 91"/>
                <a:gd name="T13" fmla="*/ 68 h 76"/>
                <a:gd name="T14" fmla="*/ 13 w 91"/>
                <a:gd name="T15" fmla="*/ 16 h 76"/>
                <a:gd name="T16" fmla="*/ 13 w 91"/>
                <a:gd name="T17" fmla="*/ 74 h 76"/>
                <a:gd name="T18" fmla="*/ 0 w 91"/>
                <a:gd name="T19" fmla="*/ 74 h 76"/>
                <a:gd name="T20" fmla="*/ 0 w 91"/>
                <a:gd name="T21" fmla="*/ 10 h 76"/>
                <a:gd name="T22" fmla="*/ 3 w 91"/>
                <a:gd name="T23" fmla="*/ 3 h 76"/>
                <a:gd name="T24" fmla="*/ 12 w 91"/>
                <a:gd name="T25" fmla="*/ 0 h 76"/>
                <a:gd name="T26" fmla="*/ 23 w 91"/>
                <a:gd name="T27" fmla="*/ 7 h 76"/>
                <a:gd name="T28" fmla="*/ 46 w 91"/>
                <a:gd name="T29" fmla="*/ 59 h 76"/>
                <a:gd name="T30" fmla="*/ 69 w 91"/>
                <a:gd name="T31" fmla="*/ 7 h 76"/>
                <a:gd name="T32" fmla="*/ 80 w 91"/>
                <a:gd name="T33" fmla="*/ 0 h 76"/>
                <a:gd name="T34" fmla="*/ 89 w 91"/>
                <a:gd name="T35" fmla="*/ 3 h 76"/>
                <a:gd name="T36" fmla="*/ 91 w 91"/>
                <a:gd name="T37" fmla="*/ 10 h 76"/>
                <a:gd name="T38" fmla="*/ 91 w 91"/>
                <a:gd name="T3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76">
                  <a:moveTo>
                    <a:pt x="91" y="74"/>
                  </a:moveTo>
                  <a:cubicBezTo>
                    <a:pt x="79" y="74"/>
                    <a:pt x="79" y="74"/>
                    <a:pt x="79" y="7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3" y="73"/>
                    <a:pt x="50" y="76"/>
                    <a:pt x="46" y="76"/>
                  </a:cubicBezTo>
                  <a:cubicBezTo>
                    <a:pt x="43" y="76"/>
                    <a:pt x="41" y="75"/>
                    <a:pt x="40" y="73"/>
                  </a:cubicBezTo>
                  <a:cubicBezTo>
                    <a:pt x="39" y="72"/>
                    <a:pt x="38" y="71"/>
                    <a:pt x="37" y="6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1" y="5"/>
                    <a:pt x="3" y="3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1" y="2"/>
                    <a:pt x="23" y="7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1" y="2"/>
                    <a:pt x="75" y="0"/>
                    <a:pt x="80" y="0"/>
                  </a:cubicBezTo>
                  <a:cubicBezTo>
                    <a:pt x="84" y="0"/>
                    <a:pt x="87" y="1"/>
                    <a:pt x="89" y="3"/>
                  </a:cubicBezTo>
                  <a:cubicBezTo>
                    <a:pt x="90" y="5"/>
                    <a:pt x="91" y="7"/>
                    <a:pt x="91" y="10"/>
                  </a:cubicBezTo>
                  <a:lnTo>
                    <a:pt x="91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" name="Freeform 40"/>
            <p:cNvSpPr>
              <a:spLocks noEditPoints="1"/>
            </p:cNvSpPr>
            <p:nvPr userDrawn="1"/>
          </p:nvSpPr>
          <p:spPr bwMode="auto">
            <a:xfrm>
              <a:off x="3216" y="2467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40 w 80"/>
                <a:gd name="T23" fmla="*/ 13 h 74"/>
                <a:gd name="T24" fmla="*/ 27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2"/>
                    <a:pt x="35" y="0"/>
                    <a:pt x="40" y="0"/>
                  </a:cubicBezTo>
                  <a:cubicBezTo>
                    <a:pt x="45" y="0"/>
                    <a:pt x="49" y="2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40" y="13"/>
                    <a:pt x="40" y="13"/>
                    <a:pt x="40" y="13"/>
                  </a:cubicBezTo>
                  <a:cubicBezTo>
                    <a:pt x="27" y="46"/>
                    <a:pt x="27" y="46"/>
                    <a:pt x="27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" name="Freeform 41"/>
            <p:cNvSpPr>
              <a:spLocks/>
            </p:cNvSpPr>
            <p:nvPr userDrawn="1"/>
          </p:nvSpPr>
          <p:spPr bwMode="auto">
            <a:xfrm>
              <a:off x="3338" y="2467"/>
              <a:ext cx="88" cy="112"/>
            </a:xfrm>
            <a:custGeom>
              <a:avLst/>
              <a:gdLst>
                <a:gd name="T0" fmla="*/ 88 w 88"/>
                <a:gd name="T1" fmla="*/ 15 h 112"/>
                <a:gd name="T2" fmla="*/ 55 w 88"/>
                <a:gd name="T3" fmla="*/ 15 h 112"/>
                <a:gd name="T4" fmla="*/ 55 w 88"/>
                <a:gd name="T5" fmla="*/ 112 h 112"/>
                <a:gd name="T6" fmla="*/ 35 w 88"/>
                <a:gd name="T7" fmla="*/ 112 h 112"/>
                <a:gd name="T8" fmla="*/ 35 w 88"/>
                <a:gd name="T9" fmla="*/ 15 h 112"/>
                <a:gd name="T10" fmla="*/ 0 w 88"/>
                <a:gd name="T11" fmla="*/ 15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5"/>
                  </a:moveTo>
                  <a:lnTo>
                    <a:pt x="55" y="15"/>
                  </a:lnTo>
                  <a:lnTo>
                    <a:pt x="55" y="112"/>
                  </a:lnTo>
                  <a:lnTo>
                    <a:pt x="35" y="112"/>
                  </a:lnTo>
                  <a:lnTo>
                    <a:pt x="3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" name="Rectangle 42"/>
            <p:cNvSpPr>
              <a:spLocks noChangeArrowheads="1"/>
            </p:cNvSpPr>
            <p:nvPr userDrawn="1"/>
          </p:nvSpPr>
          <p:spPr bwMode="auto">
            <a:xfrm>
              <a:off x="3448" y="2467"/>
              <a:ext cx="22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9" name="Freeform 43"/>
            <p:cNvSpPr>
              <a:spLocks noEditPoints="1"/>
            </p:cNvSpPr>
            <p:nvPr userDrawn="1"/>
          </p:nvSpPr>
          <p:spPr bwMode="auto">
            <a:xfrm>
              <a:off x="3501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0" name="Freeform 44"/>
            <p:cNvSpPr>
              <a:spLocks/>
            </p:cNvSpPr>
            <p:nvPr userDrawn="1"/>
          </p:nvSpPr>
          <p:spPr bwMode="auto">
            <a:xfrm>
              <a:off x="3629" y="2467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2 h 75"/>
                <a:gd name="T22" fmla="*/ 22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4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4" y="0"/>
                    <a:pt x="17" y="1"/>
                    <a:pt x="18" y="2"/>
                  </a:cubicBezTo>
                  <a:cubicBezTo>
                    <a:pt x="19" y="3"/>
                    <a:pt x="21" y="5"/>
                    <a:pt x="22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1" name="Freeform 45"/>
            <p:cNvSpPr>
              <a:spLocks/>
            </p:cNvSpPr>
            <p:nvPr userDrawn="1"/>
          </p:nvSpPr>
          <p:spPr bwMode="auto">
            <a:xfrm>
              <a:off x="2023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5 w 65"/>
                <a:gd name="T9" fmla="*/ 70 h 75"/>
                <a:gd name="T10" fmla="*/ 0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6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4 w 65"/>
                <a:gd name="T27" fmla="*/ 11 h 75"/>
                <a:gd name="T28" fmla="*/ 16 w 65"/>
                <a:gd name="T29" fmla="*/ 13 h 75"/>
                <a:gd name="T30" fmla="*/ 13 w 65"/>
                <a:gd name="T31" fmla="*/ 20 h 75"/>
                <a:gd name="T32" fmla="*/ 13 w 65"/>
                <a:gd name="T33" fmla="*/ 55 h 75"/>
                <a:gd name="T34" fmla="*/ 16 w 65"/>
                <a:gd name="T35" fmla="*/ 62 h 75"/>
                <a:gd name="T36" fmla="*/ 24 w 65"/>
                <a:gd name="T37" fmla="*/ 64 h 75"/>
                <a:gd name="T38" fmla="*/ 41 w 65"/>
                <a:gd name="T39" fmla="*/ 64 h 75"/>
                <a:gd name="T40" fmla="*/ 51 w 65"/>
                <a:gd name="T41" fmla="*/ 55 h 75"/>
                <a:gd name="T42" fmla="*/ 51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3" y="67"/>
                    <a:pt x="60" y="70"/>
                  </a:cubicBezTo>
                  <a:cubicBezTo>
                    <a:pt x="56" y="73"/>
                    <a:pt x="51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9" y="73"/>
                    <a:pt x="5" y="70"/>
                  </a:cubicBezTo>
                  <a:cubicBezTo>
                    <a:pt x="3" y="68"/>
                    <a:pt x="1" y="66"/>
                    <a:pt x="0" y="63"/>
                  </a:cubicBezTo>
                  <a:cubicBezTo>
                    <a:pt x="0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8"/>
                    <a:pt x="4" y="6"/>
                    <a:pt x="6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0" y="11"/>
                    <a:pt x="17" y="12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8"/>
                    <a:pt x="14" y="61"/>
                    <a:pt x="16" y="62"/>
                  </a:cubicBezTo>
                  <a:cubicBezTo>
                    <a:pt x="18" y="63"/>
                    <a:pt x="20" y="64"/>
                    <a:pt x="24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8" y="64"/>
                    <a:pt x="51" y="61"/>
                    <a:pt x="51" y="55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2" name="Freeform 46"/>
            <p:cNvSpPr>
              <a:spLocks noEditPoints="1"/>
            </p:cNvSpPr>
            <p:nvPr userDrawn="1"/>
          </p:nvSpPr>
          <p:spPr bwMode="auto">
            <a:xfrm>
              <a:off x="2179" y="2698"/>
              <a:ext cx="89" cy="142"/>
            </a:xfrm>
            <a:custGeom>
              <a:avLst/>
              <a:gdLst>
                <a:gd name="T0" fmla="*/ 59 w 59"/>
                <a:gd name="T1" fmla="*/ 94 h 94"/>
                <a:gd name="T2" fmla="*/ 21 w 59"/>
                <a:gd name="T3" fmla="*/ 94 h 94"/>
                <a:gd name="T4" fmla="*/ 6 w 59"/>
                <a:gd name="T5" fmla="*/ 90 h 94"/>
                <a:gd name="T6" fmla="*/ 0 w 59"/>
                <a:gd name="T7" fmla="*/ 78 h 94"/>
                <a:gd name="T8" fmla="*/ 0 w 59"/>
                <a:gd name="T9" fmla="*/ 36 h 94"/>
                <a:gd name="T10" fmla="*/ 5 w 59"/>
                <a:gd name="T11" fmla="*/ 24 h 94"/>
                <a:gd name="T12" fmla="*/ 20 w 59"/>
                <a:gd name="T13" fmla="*/ 19 h 94"/>
                <a:gd name="T14" fmla="*/ 59 w 59"/>
                <a:gd name="T15" fmla="*/ 19 h 94"/>
                <a:gd name="T16" fmla="*/ 59 w 59"/>
                <a:gd name="T17" fmla="*/ 30 h 94"/>
                <a:gd name="T18" fmla="*/ 24 w 59"/>
                <a:gd name="T19" fmla="*/ 30 h 94"/>
                <a:gd name="T20" fmla="*/ 13 w 59"/>
                <a:gd name="T21" fmla="*/ 39 h 94"/>
                <a:gd name="T22" fmla="*/ 13 w 59"/>
                <a:gd name="T23" fmla="*/ 51 h 94"/>
                <a:gd name="T24" fmla="*/ 59 w 59"/>
                <a:gd name="T25" fmla="*/ 51 h 94"/>
                <a:gd name="T26" fmla="*/ 59 w 59"/>
                <a:gd name="T27" fmla="*/ 62 h 94"/>
                <a:gd name="T28" fmla="*/ 13 w 59"/>
                <a:gd name="T29" fmla="*/ 62 h 94"/>
                <a:gd name="T30" fmla="*/ 13 w 59"/>
                <a:gd name="T31" fmla="*/ 74 h 94"/>
                <a:gd name="T32" fmla="*/ 24 w 59"/>
                <a:gd name="T33" fmla="*/ 83 h 94"/>
                <a:gd name="T34" fmla="*/ 59 w 59"/>
                <a:gd name="T35" fmla="*/ 83 h 94"/>
                <a:gd name="T36" fmla="*/ 59 w 59"/>
                <a:gd name="T37" fmla="*/ 94 h 94"/>
                <a:gd name="T38" fmla="*/ 44 w 59"/>
                <a:gd name="T39" fmla="*/ 0 h 94"/>
                <a:gd name="T40" fmla="*/ 34 w 59"/>
                <a:gd name="T41" fmla="*/ 13 h 94"/>
                <a:gd name="T42" fmla="*/ 24 w 59"/>
                <a:gd name="T43" fmla="*/ 13 h 94"/>
                <a:gd name="T44" fmla="*/ 33 w 59"/>
                <a:gd name="T45" fmla="*/ 0 h 94"/>
                <a:gd name="T46" fmla="*/ 44 w 59"/>
                <a:gd name="T4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4">
                  <a:moveTo>
                    <a:pt x="59" y="94"/>
                  </a:moveTo>
                  <a:cubicBezTo>
                    <a:pt x="21" y="94"/>
                    <a:pt x="21" y="94"/>
                    <a:pt x="21" y="94"/>
                  </a:cubicBezTo>
                  <a:cubicBezTo>
                    <a:pt x="14" y="94"/>
                    <a:pt x="9" y="92"/>
                    <a:pt x="6" y="90"/>
                  </a:cubicBezTo>
                  <a:cubicBezTo>
                    <a:pt x="2" y="87"/>
                    <a:pt x="0" y="83"/>
                    <a:pt x="0" y="7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1"/>
                    <a:pt x="1" y="27"/>
                    <a:pt x="5" y="24"/>
                  </a:cubicBezTo>
                  <a:cubicBezTo>
                    <a:pt x="8" y="21"/>
                    <a:pt x="13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7" y="30"/>
                    <a:pt x="13" y="33"/>
                    <a:pt x="13" y="39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3"/>
                    <a:pt x="24" y="83"/>
                  </a:cubicBezTo>
                  <a:cubicBezTo>
                    <a:pt x="59" y="83"/>
                    <a:pt x="59" y="83"/>
                    <a:pt x="59" y="83"/>
                  </a:cubicBezTo>
                  <a:lnTo>
                    <a:pt x="59" y="94"/>
                  </a:lnTo>
                  <a:close/>
                  <a:moveTo>
                    <a:pt x="44" y="0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3" name="Freeform 47"/>
            <p:cNvSpPr>
              <a:spLocks noEditPoints="1"/>
            </p:cNvSpPr>
            <p:nvPr userDrawn="1"/>
          </p:nvSpPr>
          <p:spPr bwMode="auto">
            <a:xfrm>
              <a:off x="2322" y="2726"/>
              <a:ext cx="97" cy="114"/>
            </a:xfrm>
            <a:custGeom>
              <a:avLst/>
              <a:gdLst>
                <a:gd name="T0" fmla="*/ 64 w 64"/>
                <a:gd name="T1" fmla="*/ 58 h 75"/>
                <a:gd name="T2" fmla="*/ 42 w 64"/>
                <a:gd name="T3" fmla="*/ 75 h 75"/>
                <a:gd name="T4" fmla="*/ 22 w 64"/>
                <a:gd name="T5" fmla="*/ 75 h 75"/>
                <a:gd name="T6" fmla="*/ 7 w 64"/>
                <a:gd name="T7" fmla="*/ 71 h 75"/>
                <a:gd name="T8" fmla="*/ 0 w 64"/>
                <a:gd name="T9" fmla="*/ 58 h 75"/>
                <a:gd name="T10" fmla="*/ 0 w 64"/>
                <a:gd name="T11" fmla="*/ 17 h 75"/>
                <a:gd name="T12" fmla="*/ 7 w 64"/>
                <a:gd name="T13" fmla="*/ 4 h 75"/>
                <a:gd name="T14" fmla="*/ 22 w 64"/>
                <a:gd name="T15" fmla="*/ 0 h 75"/>
                <a:gd name="T16" fmla="*/ 43 w 64"/>
                <a:gd name="T17" fmla="*/ 0 h 75"/>
                <a:gd name="T18" fmla="*/ 64 w 64"/>
                <a:gd name="T19" fmla="*/ 17 h 75"/>
                <a:gd name="T20" fmla="*/ 64 w 64"/>
                <a:gd name="T21" fmla="*/ 58 h 75"/>
                <a:gd name="T22" fmla="*/ 51 w 64"/>
                <a:gd name="T23" fmla="*/ 55 h 75"/>
                <a:gd name="T24" fmla="*/ 51 w 64"/>
                <a:gd name="T25" fmla="*/ 21 h 75"/>
                <a:gd name="T26" fmla="*/ 48 w 64"/>
                <a:gd name="T27" fmla="*/ 13 h 75"/>
                <a:gd name="T28" fmla="*/ 39 w 64"/>
                <a:gd name="T29" fmla="*/ 11 h 75"/>
                <a:gd name="T30" fmla="*/ 26 w 64"/>
                <a:gd name="T31" fmla="*/ 11 h 75"/>
                <a:gd name="T32" fmla="*/ 16 w 64"/>
                <a:gd name="T33" fmla="*/ 13 h 75"/>
                <a:gd name="T34" fmla="*/ 14 w 64"/>
                <a:gd name="T35" fmla="*/ 21 h 75"/>
                <a:gd name="T36" fmla="*/ 14 w 64"/>
                <a:gd name="T37" fmla="*/ 55 h 75"/>
                <a:gd name="T38" fmla="*/ 17 w 64"/>
                <a:gd name="T39" fmla="*/ 62 h 75"/>
                <a:gd name="T40" fmla="*/ 26 w 64"/>
                <a:gd name="T41" fmla="*/ 64 h 75"/>
                <a:gd name="T42" fmla="*/ 39 w 64"/>
                <a:gd name="T43" fmla="*/ 64 h 75"/>
                <a:gd name="T44" fmla="*/ 48 w 64"/>
                <a:gd name="T45" fmla="*/ 62 h 75"/>
                <a:gd name="T46" fmla="*/ 51 w 64"/>
                <a:gd name="T47" fmla="*/ 5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5">
                  <a:moveTo>
                    <a:pt x="64" y="58"/>
                  </a:moveTo>
                  <a:cubicBezTo>
                    <a:pt x="64" y="69"/>
                    <a:pt x="57" y="75"/>
                    <a:pt x="4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7" y="71"/>
                  </a:cubicBezTo>
                  <a:cubicBezTo>
                    <a:pt x="3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8"/>
                  </a:lnTo>
                  <a:close/>
                  <a:moveTo>
                    <a:pt x="51" y="55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1" y="17"/>
                    <a:pt x="50" y="15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5"/>
                    <a:pt x="14" y="17"/>
                    <a:pt x="14" y="21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4" name="Freeform 48"/>
            <p:cNvSpPr>
              <a:spLocks/>
            </p:cNvSpPr>
            <p:nvPr userDrawn="1"/>
          </p:nvSpPr>
          <p:spPr bwMode="auto">
            <a:xfrm>
              <a:off x="2476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6 w 65"/>
                <a:gd name="T9" fmla="*/ 70 h 75"/>
                <a:gd name="T10" fmla="*/ 1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7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5 w 65"/>
                <a:gd name="T27" fmla="*/ 11 h 75"/>
                <a:gd name="T28" fmla="*/ 16 w 65"/>
                <a:gd name="T29" fmla="*/ 13 h 75"/>
                <a:gd name="T30" fmla="*/ 14 w 65"/>
                <a:gd name="T31" fmla="*/ 20 h 75"/>
                <a:gd name="T32" fmla="*/ 14 w 65"/>
                <a:gd name="T33" fmla="*/ 55 h 75"/>
                <a:gd name="T34" fmla="*/ 17 w 65"/>
                <a:gd name="T35" fmla="*/ 62 h 75"/>
                <a:gd name="T36" fmla="*/ 25 w 65"/>
                <a:gd name="T37" fmla="*/ 64 h 75"/>
                <a:gd name="T38" fmla="*/ 42 w 65"/>
                <a:gd name="T39" fmla="*/ 64 h 75"/>
                <a:gd name="T40" fmla="*/ 52 w 65"/>
                <a:gd name="T41" fmla="*/ 55 h 75"/>
                <a:gd name="T42" fmla="*/ 52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4" y="67"/>
                    <a:pt x="60" y="70"/>
                  </a:cubicBezTo>
                  <a:cubicBezTo>
                    <a:pt x="57" y="73"/>
                    <a:pt x="52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1" y="12"/>
                    <a:pt x="1" y="10"/>
                  </a:cubicBezTo>
                  <a:cubicBezTo>
                    <a:pt x="2" y="8"/>
                    <a:pt x="4" y="6"/>
                    <a:pt x="7" y="4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6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1"/>
                    <a:pt x="17" y="62"/>
                  </a:cubicBezTo>
                  <a:cubicBezTo>
                    <a:pt x="18" y="63"/>
                    <a:pt x="21" y="64"/>
                    <a:pt x="25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9" y="64"/>
                    <a:pt x="52" y="61"/>
                    <a:pt x="52" y="55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5" name="Freeform 49"/>
            <p:cNvSpPr>
              <a:spLocks/>
            </p:cNvSpPr>
            <p:nvPr userDrawn="1"/>
          </p:nvSpPr>
          <p:spPr bwMode="auto">
            <a:xfrm>
              <a:off x="2631" y="2728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5 h 74"/>
                <a:gd name="T6" fmla="*/ 15 w 65"/>
                <a:gd name="T7" fmla="*/ 40 h 74"/>
                <a:gd name="T8" fmla="*/ 23 w 65"/>
                <a:gd name="T9" fmla="*/ 34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8 h 74"/>
                <a:gd name="T16" fmla="*/ 41 w 65"/>
                <a:gd name="T17" fmla="*/ 10 h 74"/>
                <a:gd name="T18" fmla="*/ 14 w 65"/>
                <a:gd name="T19" fmla="*/ 10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5 h 74"/>
                <a:gd name="T30" fmla="*/ 65 w 65"/>
                <a:gd name="T31" fmla="*/ 28 h 74"/>
                <a:gd name="T32" fmla="*/ 60 w 65"/>
                <a:gd name="T33" fmla="*/ 39 h 74"/>
                <a:gd name="T34" fmla="*/ 46 w 65"/>
                <a:gd name="T35" fmla="*/ 43 h 74"/>
                <a:gd name="T36" fmla="*/ 31 w 65"/>
                <a:gd name="T37" fmla="*/ 43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4"/>
                    <a:pt x="15" y="43"/>
                    <a:pt x="15" y="40"/>
                  </a:cubicBezTo>
                  <a:cubicBezTo>
                    <a:pt x="15" y="36"/>
                    <a:pt x="17" y="34"/>
                    <a:pt x="23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4"/>
                    <a:pt x="52" y="32"/>
                    <a:pt x="52" y="2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3"/>
                    <a:pt x="48" y="10"/>
                    <a:pt x="41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5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5" y="33"/>
                    <a:pt x="63" y="36"/>
                    <a:pt x="60" y="39"/>
                  </a:cubicBezTo>
                  <a:cubicBezTo>
                    <a:pt x="56" y="42"/>
                    <a:pt x="52" y="43"/>
                    <a:pt x="46" y="43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6" name="Freeform 50"/>
            <p:cNvSpPr>
              <a:spLocks noEditPoints="1"/>
            </p:cNvSpPr>
            <p:nvPr userDrawn="1"/>
          </p:nvSpPr>
          <p:spPr bwMode="auto">
            <a:xfrm>
              <a:off x="2773" y="2728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5 h 74"/>
                <a:gd name="T6" fmla="*/ 22 w 80"/>
                <a:gd name="T7" fmla="*/ 55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6 h 74"/>
                <a:gd name="T14" fmla="*/ 40 w 80"/>
                <a:gd name="T15" fmla="*/ 0 h 74"/>
                <a:gd name="T16" fmla="*/ 50 w 80"/>
                <a:gd name="T17" fmla="*/ 6 h 74"/>
                <a:gd name="T18" fmla="*/ 80 w 80"/>
                <a:gd name="T19" fmla="*/ 74 h 74"/>
                <a:gd name="T20" fmla="*/ 54 w 80"/>
                <a:gd name="T21" fmla="*/ 45 h 74"/>
                <a:gd name="T22" fmla="*/ 39 w 80"/>
                <a:gd name="T23" fmla="*/ 12 h 74"/>
                <a:gd name="T24" fmla="*/ 26 w 80"/>
                <a:gd name="T25" fmla="*/ 45 h 74"/>
                <a:gd name="T26" fmla="*/ 54 w 80"/>
                <a:gd name="T27" fmla="*/ 4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2"/>
                    <a:pt x="35" y="0"/>
                    <a:pt x="40" y="0"/>
                  </a:cubicBezTo>
                  <a:cubicBezTo>
                    <a:pt x="45" y="0"/>
                    <a:pt x="48" y="2"/>
                    <a:pt x="50" y="6"/>
                  </a:cubicBezTo>
                  <a:lnTo>
                    <a:pt x="80" y="74"/>
                  </a:lnTo>
                  <a:close/>
                  <a:moveTo>
                    <a:pt x="54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26" y="45"/>
                    <a:pt x="26" y="45"/>
                    <a:pt x="26" y="45"/>
                  </a:cubicBezTo>
                  <a:lnTo>
                    <a:pt x="54" y="4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 userDrawn="1"/>
          </p:nvSpPr>
          <p:spPr bwMode="auto">
            <a:xfrm>
              <a:off x="2939" y="2726"/>
              <a:ext cx="99" cy="114"/>
            </a:xfrm>
            <a:custGeom>
              <a:avLst/>
              <a:gdLst>
                <a:gd name="T0" fmla="*/ 66 w 66"/>
                <a:gd name="T1" fmla="*/ 31 h 75"/>
                <a:gd name="T2" fmla="*/ 60 w 66"/>
                <a:gd name="T3" fmla="*/ 42 h 75"/>
                <a:gd name="T4" fmla="*/ 46 w 66"/>
                <a:gd name="T5" fmla="*/ 47 h 75"/>
                <a:gd name="T6" fmla="*/ 14 w 66"/>
                <a:gd name="T7" fmla="*/ 47 h 75"/>
                <a:gd name="T8" fmla="*/ 14 w 66"/>
                <a:gd name="T9" fmla="*/ 75 h 75"/>
                <a:gd name="T10" fmla="*/ 0 w 66"/>
                <a:gd name="T11" fmla="*/ 75 h 75"/>
                <a:gd name="T12" fmla="*/ 0 w 66"/>
                <a:gd name="T13" fmla="*/ 0 h 75"/>
                <a:gd name="T14" fmla="*/ 45 w 66"/>
                <a:gd name="T15" fmla="*/ 0 h 75"/>
                <a:gd name="T16" fmla="*/ 60 w 66"/>
                <a:gd name="T17" fmla="*/ 4 h 75"/>
                <a:gd name="T18" fmla="*/ 66 w 66"/>
                <a:gd name="T19" fmla="*/ 15 h 75"/>
                <a:gd name="T20" fmla="*/ 66 w 66"/>
                <a:gd name="T21" fmla="*/ 31 h 75"/>
                <a:gd name="T22" fmla="*/ 52 w 66"/>
                <a:gd name="T23" fmla="*/ 27 h 75"/>
                <a:gd name="T24" fmla="*/ 52 w 66"/>
                <a:gd name="T25" fmla="*/ 18 h 75"/>
                <a:gd name="T26" fmla="*/ 42 w 66"/>
                <a:gd name="T27" fmla="*/ 11 h 75"/>
                <a:gd name="T28" fmla="*/ 14 w 66"/>
                <a:gd name="T29" fmla="*/ 11 h 75"/>
                <a:gd name="T30" fmla="*/ 14 w 66"/>
                <a:gd name="T31" fmla="*/ 36 h 75"/>
                <a:gd name="T32" fmla="*/ 41 w 66"/>
                <a:gd name="T33" fmla="*/ 36 h 75"/>
                <a:gd name="T34" fmla="*/ 52 w 66"/>
                <a:gd name="T35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5">
                  <a:moveTo>
                    <a:pt x="66" y="31"/>
                  </a:moveTo>
                  <a:cubicBezTo>
                    <a:pt x="66" y="36"/>
                    <a:pt x="64" y="40"/>
                    <a:pt x="60" y="42"/>
                  </a:cubicBezTo>
                  <a:cubicBezTo>
                    <a:pt x="57" y="45"/>
                    <a:pt x="52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6" y="1"/>
                    <a:pt x="60" y="4"/>
                  </a:cubicBezTo>
                  <a:cubicBezTo>
                    <a:pt x="63" y="7"/>
                    <a:pt x="65" y="10"/>
                    <a:pt x="66" y="15"/>
                  </a:cubicBezTo>
                  <a:cubicBezTo>
                    <a:pt x="66" y="20"/>
                    <a:pt x="66" y="25"/>
                    <a:pt x="66" y="31"/>
                  </a:cubicBezTo>
                  <a:close/>
                  <a:moveTo>
                    <a:pt x="52" y="27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52" y="14"/>
                    <a:pt x="49" y="11"/>
                    <a:pt x="42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9" y="36"/>
                    <a:pt x="52" y="33"/>
                    <a:pt x="52" y="27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8" name="Freeform 52"/>
            <p:cNvSpPr>
              <a:spLocks/>
            </p:cNvSpPr>
            <p:nvPr userDrawn="1"/>
          </p:nvSpPr>
          <p:spPr bwMode="auto">
            <a:xfrm>
              <a:off x="3094" y="2726"/>
              <a:ext cx="100" cy="114"/>
            </a:xfrm>
            <a:custGeom>
              <a:avLst/>
              <a:gdLst>
                <a:gd name="T0" fmla="*/ 100 w 100"/>
                <a:gd name="T1" fmla="*/ 114 h 114"/>
                <a:gd name="T2" fmla="*/ 80 w 100"/>
                <a:gd name="T3" fmla="*/ 114 h 114"/>
                <a:gd name="T4" fmla="*/ 80 w 100"/>
                <a:gd name="T5" fmla="*/ 65 h 114"/>
                <a:gd name="T6" fmla="*/ 20 w 100"/>
                <a:gd name="T7" fmla="*/ 65 h 114"/>
                <a:gd name="T8" fmla="*/ 20 w 100"/>
                <a:gd name="T9" fmla="*/ 114 h 114"/>
                <a:gd name="T10" fmla="*/ 0 w 100"/>
                <a:gd name="T11" fmla="*/ 114 h 114"/>
                <a:gd name="T12" fmla="*/ 0 w 100"/>
                <a:gd name="T13" fmla="*/ 0 h 114"/>
                <a:gd name="T14" fmla="*/ 20 w 100"/>
                <a:gd name="T15" fmla="*/ 0 h 114"/>
                <a:gd name="T16" fmla="*/ 20 w 100"/>
                <a:gd name="T17" fmla="*/ 49 h 114"/>
                <a:gd name="T18" fmla="*/ 80 w 100"/>
                <a:gd name="T19" fmla="*/ 49 h 114"/>
                <a:gd name="T20" fmla="*/ 80 w 100"/>
                <a:gd name="T21" fmla="*/ 0 h 114"/>
                <a:gd name="T22" fmla="*/ 100 w 100"/>
                <a:gd name="T23" fmla="*/ 0 h 114"/>
                <a:gd name="T24" fmla="*/ 100 w 100"/>
                <a:gd name="T2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" h="114">
                  <a:moveTo>
                    <a:pt x="100" y="114"/>
                  </a:moveTo>
                  <a:lnTo>
                    <a:pt x="80" y="114"/>
                  </a:lnTo>
                  <a:lnTo>
                    <a:pt x="80" y="65"/>
                  </a:lnTo>
                  <a:lnTo>
                    <a:pt x="20" y="65"/>
                  </a:lnTo>
                  <a:lnTo>
                    <a:pt x="20" y="114"/>
                  </a:lnTo>
                  <a:lnTo>
                    <a:pt x="0" y="114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9"/>
                  </a:lnTo>
                  <a:lnTo>
                    <a:pt x="80" y="49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11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9" name="Rectangle 53"/>
            <p:cNvSpPr>
              <a:spLocks noChangeArrowheads="1"/>
            </p:cNvSpPr>
            <p:nvPr userDrawn="1"/>
          </p:nvSpPr>
          <p:spPr bwMode="auto">
            <a:xfrm>
              <a:off x="3251" y="2726"/>
              <a:ext cx="20" cy="114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 userDrawn="1"/>
          </p:nvSpPr>
          <p:spPr bwMode="auto">
            <a:xfrm>
              <a:off x="3328" y="2726"/>
              <a:ext cx="98" cy="129"/>
            </a:xfrm>
            <a:custGeom>
              <a:avLst/>
              <a:gdLst>
                <a:gd name="T0" fmla="*/ 65 w 65"/>
                <a:gd name="T1" fmla="*/ 58 h 85"/>
                <a:gd name="T2" fmla="*/ 51 w 65"/>
                <a:gd name="T3" fmla="*/ 74 h 85"/>
                <a:gd name="T4" fmla="*/ 64 w 65"/>
                <a:gd name="T5" fmla="*/ 85 h 85"/>
                <a:gd name="T6" fmla="*/ 46 w 65"/>
                <a:gd name="T7" fmla="*/ 85 h 85"/>
                <a:gd name="T8" fmla="*/ 33 w 65"/>
                <a:gd name="T9" fmla="*/ 75 h 85"/>
                <a:gd name="T10" fmla="*/ 22 w 65"/>
                <a:gd name="T11" fmla="*/ 75 h 85"/>
                <a:gd name="T12" fmla="*/ 7 w 65"/>
                <a:gd name="T13" fmla="*/ 71 h 85"/>
                <a:gd name="T14" fmla="*/ 0 w 65"/>
                <a:gd name="T15" fmla="*/ 58 h 85"/>
                <a:gd name="T16" fmla="*/ 0 w 65"/>
                <a:gd name="T17" fmla="*/ 17 h 85"/>
                <a:gd name="T18" fmla="*/ 7 w 65"/>
                <a:gd name="T19" fmla="*/ 4 h 85"/>
                <a:gd name="T20" fmla="*/ 22 w 65"/>
                <a:gd name="T21" fmla="*/ 0 h 85"/>
                <a:gd name="T22" fmla="*/ 43 w 65"/>
                <a:gd name="T23" fmla="*/ 0 h 85"/>
                <a:gd name="T24" fmla="*/ 58 w 65"/>
                <a:gd name="T25" fmla="*/ 4 h 85"/>
                <a:gd name="T26" fmla="*/ 65 w 65"/>
                <a:gd name="T27" fmla="*/ 17 h 85"/>
                <a:gd name="T28" fmla="*/ 65 w 65"/>
                <a:gd name="T29" fmla="*/ 58 h 85"/>
                <a:gd name="T30" fmla="*/ 52 w 65"/>
                <a:gd name="T31" fmla="*/ 56 h 85"/>
                <a:gd name="T32" fmla="*/ 52 w 65"/>
                <a:gd name="T33" fmla="*/ 20 h 85"/>
                <a:gd name="T34" fmla="*/ 49 w 65"/>
                <a:gd name="T35" fmla="*/ 13 h 85"/>
                <a:gd name="T36" fmla="*/ 39 w 65"/>
                <a:gd name="T37" fmla="*/ 11 h 85"/>
                <a:gd name="T38" fmla="*/ 26 w 65"/>
                <a:gd name="T39" fmla="*/ 11 h 85"/>
                <a:gd name="T40" fmla="*/ 16 w 65"/>
                <a:gd name="T41" fmla="*/ 13 h 85"/>
                <a:gd name="T42" fmla="*/ 14 w 65"/>
                <a:gd name="T43" fmla="*/ 20 h 85"/>
                <a:gd name="T44" fmla="*/ 14 w 65"/>
                <a:gd name="T45" fmla="*/ 55 h 85"/>
                <a:gd name="T46" fmla="*/ 17 w 65"/>
                <a:gd name="T47" fmla="*/ 62 h 85"/>
                <a:gd name="T48" fmla="*/ 26 w 65"/>
                <a:gd name="T49" fmla="*/ 64 h 85"/>
                <a:gd name="T50" fmla="*/ 39 w 65"/>
                <a:gd name="T51" fmla="*/ 64 h 85"/>
                <a:gd name="T52" fmla="*/ 49 w 65"/>
                <a:gd name="T53" fmla="*/ 62 h 85"/>
                <a:gd name="T54" fmla="*/ 52 w 65"/>
                <a:gd name="T55" fmla="*/ 5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85">
                  <a:moveTo>
                    <a:pt x="65" y="58"/>
                  </a:moveTo>
                  <a:cubicBezTo>
                    <a:pt x="65" y="67"/>
                    <a:pt x="60" y="72"/>
                    <a:pt x="51" y="74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4"/>
                    <a:pt x="7" y="71"/>
                  </a:cubicBezTo>
                  <a:cubicBezTo>
                    <a:pt x="2" y="69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0" y="0"/>
                    <a:pt x="55" y="2"/>
                    <a:pt x="58" y="4"/>
                  </a:cubicBezTo>
                  <a:cubicBezTo>
                    <a:pt x="63" y="7"/>
                    <a:pt x="65" y="11"/>
                    <a:pt x="65" y="17"/>
                  </a:cubicBezTo>
                  <a:lnTo>
                    <a:pt x="65" y="58"/>
                  </a:lnTo>
                  <a:close/>
                  <a:moveTo>
                    <a:pt x="52" y="56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17"/>
                    <a:pt x="51" y="14"/>
                    <a:pt x="49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9"/>
                    <a:pt x="15" y="61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9" y="62"/>
                  </a:cubicBezTo>
                  <a:cubicBezTo>
                    <a:pt x="51" y="61"/>
                    <a:pt x="52" y="59"/>
                    <a:pt x="52" y="56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1" name="Freeform 55"/>
            <p:cNvSpPr>
              <a:spLocks/>
            </p:cNvSpPr>
            <p:nvPr userDrawn="1"/>
          </p:nvSpPr>
          <p:spPr bwMode="auto">
            <a:xfrm>
              <a:off x="3483" y="2726"/>
              <a:ext cx="98" cy="114"/>
            </a:xfrm>
            <a:custGeom>
              <a:avLst/>
              <a:gdLst>
                <a:gd name="T0" fmla="*/ 65 w 65"/>
                <a:gd name="T1" fmla="*/ 56 h 75"/>
                <a:gd name="T2" fmla="*/ 64 w 65"/>
                <a:gd name="T3" fmla="*/ 64 h 75"/>
                <a:gd name="T4" fmla="*/ 60 w 65"/>
                <a:gd name="T5" fmla="*/ 70 h 75"/>
                <a:gd name="T6" fmla="*/ 52 w 65"/>
                <a:gd name="T7" fmla="*/ 74 h 75"/>
                <a:gd name="T8" fmla="*/ 43 w 65"/>
                <a:gd name="T9" fmla="*/ 75 h 75"/>
                <a:gd name="T10" fmla="*/ 22 w 65"/>
                <a:gd name="T11" fmla="*/ 75 h 75"/>
                <a:gd name="T12" fmla="*/ 13 w 65"/>
                <a:gd name="T13" fmla="*/ 74 h 75"/>
                <a:gd name="T14" fmla="*/ 6 w 65"/>
                <a:gd name="T15" fmla="*/ 70 h 75"/>
                <a:gd name="T16" fmla="*/ 1 w 65"/>
                <a:gd name="T17" fmla="*/ 64 h 75"/>
                <a:gd name="T18" fmla="*/ 0 w 65"/>
                <a:gd name="T19" fmla="*/ 56 h 75"/>
                <a:gd name="T20" fmla="*/ 0 w 65"/>
                <a:gd name="T21" fmla="*/ 0 h 75"/>
                <a:gd name="T22" fmla="*/ 13 w 65"/>
                <a:gd name="T23" fmla="*/ 0 h 75"/>
                <a:gd name="T24" fmla="*/ 13 w 65"/>
                <a:gd name="T25" fmla="*/ 54 h 75"/>
                <a:gd name="T26" fmla="*/ 16 w 65"/>
                <a:gd name="T27" fmla="*/ 62 h 75"/>
                <a:gd name="T28" fmla="*/ 26 w 65"/>
                <a:gd name="T29" fmla="*/ 64 h 75"/>
                <a:gd name="T30" fmla="*/ 40 w 65"/>
                <a:gd name="T31" fmla="*/ 64 h 75"/>
                <a:gd name="T32" fmla="*/ 49 w 65"/>
                <a:gd name="T33" fmla="*/ 62 h 75"/>
                <a:gd name="T34" fmla="*/ 52 w 65"/>
                <a:gd name="T35" fmla="*/ 54 h 75"/>
                <a:gd name="T36" fmla="*/ 52 w 65"/>
                <a:gd name="T37" fmla="*/ 0 h 75"/>
                <a:gd name="T38" fmla="*/ 65 w 65"/>
                <a:gd name="T39" fmla="*/ 0 h 75"/>
                <a:gd name="T40" fmla="*/ 65 w 65"/>
                <a:gd name="T41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5" h="75">
                  <a:moveTo>
                    <a:pt x="65" y="56"/>
                  </a:moveTo>
                  <a:cubicBezTo>
                    <a:pt x="65" y="59"/>
                    <a:pt x="65" y="62"/>
                    <a:pt x="64" y="64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7" y="72"/>
                    <a:pt x="55" y="73"/>
                    <a:pt x="52" y="74"/>
                  </a:cubicBezTo>
                  <a:cubicBezTo>
                    <a:pt x="50" y="74"/>
                    <a:pt x="47" y="75"/>
                    <a:pt x="4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8" y="75"/>
                    <a:pt x="15" y="74"/>
                    <a:pt x="13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3" y="68"/>
                    <a:pt x="2" y="66"/>
                    <a:pt x="1" y="64"/>
                  </a:cubicBezTo>
                  <a:cubicBezTo>
                    <a:pt x="0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4" y="64"/>
                    <a:pt x="48" y="63"/>
                    <a:pt x="49" y="62"/>
                  </a:cubicBezTo>
                  <a:cubicBezTo>
                    <a:pt x="51" y="60"/>
                    <a:pt x="52" y="58"/>
                    <a:pt x="52" y="5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5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2" name="Freeform 56"/>
            <p:cNvSpPr>
              <a:spLocks/>
            </p:cNvSpPr>
            <p:nvPr userDrawn="1"/>
          </p:nvSpPr>
          <p:spPr bwMode="auto">
            <a:xfrm>
              <a:off x="3638" y="2728"/>
              <a:ext cx="89" cy="112"/>
            </a:xfrm>
            <a:custGeom>
              <a:avLst/>
              <a:gdLst>
                <a:gd name="T0" fmla="*/ 57 w 59"/>
                <a:gd name="T1" fmla="*/ 42 h 74"/>
                <a:gd name="T2" fmla="*/ 14 w 59"/>
                <a:gd name="T3" fmla="*/ 42 h 74"/>
                <a:gd name="T4" fmla="*/ 14 w 59"/>
                <a:gd name="T5" fmla="*/ 54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2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6 h 74"/>
                <a:gd name="T20" fmla="*/ 6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0 h 74"/>
                <a:gd name="T28" fmla="*/ 25 w 59"/>
                <a:gd name="T29" fmla="*/ 10 h 74"/>
                <a:gd name="T30" fmla="*/ 14 w 59"/>
                <a:gd name="T31" fmla="*/ 19 h 74"/>
                <a:gd name="T32" fmla="*/ 14 w 59"/>
                <a:gd name="T33" fmla="*/ 31 h 74"/>
                <a:gd name="T34" fmla="*/ 57 w 59"/>
                <a:gd name="T35" fmla="*/ 31 h 74"/>
                <a:gd name="T36" fmla="*/ 57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2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7" y="10"/>
                    <a:pt x="14" y="13"/>
                    <a:pt x="14" y="19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57" y="31"/>
                    <a:pt x="57" y="31"/>
                    <a:pt x="57" y="31"/>
                  </a:cubicBezTo>
                  <a:lnTo>
                    <a:pt x="57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3" name="Freeform 57"/>
            <p:cNvSpPr>
              <a:spLocks/>
            </p:cNvSpPr>
            <p:nvPr userDrawn="1"/>
          </p:nvSpPr>
          <p:spPr bwMode="auto">
            <a:xfrm>
              <a:off x="2023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4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4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4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4" y="74"/>
                    <a:pt x="9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1" y="8"/>
                    <a:pt x="5" y="5"/>
                  </a:cubicBezTo>
                  <a:cubicBezTo>
                    <a:pt x="9" y="2"/>
                    <a:pt x="13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4" name="Freeform 58"/>
            <p:cNvSpPr>
              <a:spLocks/>
            </p:cNvSpPr>
            <p:nvPr userDrawn="1"/>
          </p:nvSpPr>
          <p:spPr bwMode="auto">
            <a:xfrm>
              <a:off x="2164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5" name="Freeform 59"/>
            <p:cNvSpPr>
              <a:spLocks/>
            </p:cNvSpPr>
            <p:nvPr userDrawn="1"/>
          </p:nvSpPr>
          <p:spPr bwMode="auto">
            <a:xfrm>
              <a:off x="2394" y="2987"/>
              <a:ext cx="89" cy="112"/>
            </a:xfrm>
            <a:custGeom>
              <a:avLst/>
              <a:gdLst>
                <a:gd name="T0" fmla="*/ 59 w 59"/>
                <a:gd name="T1" fmla="*/ 43 h 74"/>
                <a:gd name="T2" fmla="*/ 13 w 59"/>
                <a:gd name="T3" fmla="*/ 43 h 74"/>
                <a:gd name="T4" fmla="*/ 13 w 59"/>
                <a:gd name="T5" fmla="*/ 74 h 74"/>
                <a:gd name="T6" fmla="*/ 0 w 59"/>
                <a:gd name="T7" fmla="*/ 74 h 74"/>
                <a:gd name="T8" fmla="*/ 0 w 59"/>
                <a:gd name="T9" fmla="*/ 15 h 74"/>
                <a:gd name="T10" fmla="*/ 6 w 59"/>
                <a:gd name="T11" fmla="*/ 4 h 74"/>
                <a:gd name="T12" fmla="*/ 20 w 59"/>
                <a:gd name="T13" fmla="*/ 0 h 74"/>
                <a:gd name="T14" fmla="*/ 59 w 59"/>
                <a:gd name="T15" fmla="*/ 0 h 74"/>
                <a:gd name="T16" fmla="*/ 59 w 59"/>
                <a:gd name="T17" fmla="*/ 11 h 74"/>
                <a:gd name="T18" fmla="*/ 24 w 59"/>
                <a:gd name="T19" fmla="*/ 11 h 74"/>
                <a:gd name="T20" fmla="*/ 13 w 59"/>
                <a:gd name="T21" fmla="*/ 19 h 74"/>
                <a:gd name="T22" fmla="*/ 13 w 59"/>
                <a:gd name="T23" fmla="*/ 32 h 74"/>
                <a:gd name="T24" fmla="*/ 59 w 59"/>
                <a:gd name="T25" fmla="*/ 32 h 74"/>
                <a:gd name="T26" fmla="*/ 59 w 59"/>
                <a:gd name="T2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" h="74">
                  <a:moveTo>
                    <a:pt x="59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6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9" y="32"/>
                    <a:pt x="59" y="32"/>
                    <a:pt x="59" y="32"/>
                  </a:cubicBezTo>
                  <a:lnTo>
                    <a:pt x="59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6" name="Freeform 60"/>
            <p:cNvSpPr>
              <a:spLocks noEditPoints="1"/>
            </p:cNvSpPr>
            <p:nvPr userDrawn="1"/>
          </p:nvSpPr>
          <p:spPr bwMode="auto">
            <a:xfrm>
              <a:off x="2542" y="298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6" y="12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5" y="60"/>
                    <a:pt x="17" y="61"/>
                  </a:cubicBezTo>
                  <a:cubicBezTo>
                    <a:pt x="18" y="63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3"/>
                    <a:pt x="48" y="61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7" name="Freeform 61"/>
            <p:cNvSpPr>
              <a:spLocks/>
            </p:cNvSpPr>
            <p:nvPr userDrawn="1"/>
          </p:nvSpPr>
          <p:spPr bwMode="auto">
            <a:xfrm>
              <a:off x="269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6 h 74"/>
                <a:gd name="T6" fmla="*/ 14 w 65"/>
                <a:gd name="T7" fmla="*/ 41 h 74"/>
                <a:gd name="T8" fmla="*/ 22 w 65"/>
                <a:gd name="T9" fmla="*/ 35 h 74"/>
                <a:gd name="T10" fmla="*/ 42 w 65"/>
                <a:gd name="T11" fmla="*/ 35 h 74"/>
                <a:gd name="T12" fmla="*/ 51 w 65"/>
                <a:gd name="T13" fmla="*/ 27 h 74"/>
                <a:gd name="T14" fmla="*/ 51 w 65"/>
                <a:gd name="T15" fmla="*/ 19 h 74"/>
                <a:gd name="T16" fmla="*/ 40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4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59 w 65"/>
                <a:gd name="T33" fmla="*/ 40 h 74"/>
                <a:gd name="T34" fmla="*/ 45 w 65"/>
                <a:gd name="T35" fmla="*/ 44 h 74"/>
                <a:gd name="T36" fmla="*/ 30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8" y="35"/>
                    <a:pt x="51" y="32"/>
                    <a:pt x="51" y="27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4"/>
                    <a:pt x="48" y="11"/>
                    <a:pt x="40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59" y="40"/>
                  </a:cubicBezTo>
                  <a:cubicBezTo>
                    <a:pt x="56" y="43"/>
                    <a:pt x="51" y="44"/>
                    <a:pt x="45" y="44"/>
                  </a:cubicBezTo>
                  <a:cubicBezTo>
                    <a:pt x="30" y="44"/>
                    <a:pt x="30" y="44"/>
                    <a:pt x="30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8" name="Freeform 62"/>
            <p:cNvSpPr>
              <a:spLocks/>
            </p:cNvSpPr>
            <p:nvPr userDrawn="1"/>
          </p:nvSpPr>
          <p:spPr bwMode="auto">
            <a:xfrm>
              <a:off x="2847" y="2987"/>
              <a:ext cx="89" cy="112"/>
            </a:xfrm>
            <a:custGeom>
              <a:avLst/>
              <a:gdLst>
                <a:gd name="T0" fmla="*/ 57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6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7 w 59"/>
                <a:gd name="T35" fmla="*/ 32 h 74"/>
                <a:gd name="T36" fmla="*/ 57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6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7" y="32"/>
                    <a:pt x="57" y="32"/>
                    <a:pt x="57" y="32"/>
                  </a:cubicBezTo>
                  <a:lnTo>
                    <a:pt x="57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9" name="Freeform 63"/>
            <p:cNvSpPr>
              <a:spLocks/>
            </p:cNvSpPr>
            <p:nvPr userDrawn="1"/>
          </p:nvSpPr>
          <p:spPr bwMode="auto">
            <a:xfrm>
              <a:off x="2995" y="2987"/>
              <a:ext cx="89" cy="112"/>
            </a:xfrm>
            <a:custGeom>
              <a:avLst/>
              <a:gdLst>
                <a:gd name="T0" fmla="*/ 59 w 59"/>
                <a:gd name="T1" fmla="*/ 11 h 74"/>
                <a:gd name="T2" fmla="*/ 25 w 59"/>
                <a:gd name="T3" fmla="*/ 11 h 74"/>
                <a:gd name="T4" fmla="*/ 14 w 59"/>
                <a:gd name="T5" fmla="*/ 14 h 74"/>
                <a:gd name="T6" fmla="*/ 13 w 59"/>
                <a:gd name="T7" fmla="*/ 24 h 74"/>
                <a:gd name="T8" fmla="*/ 16 w 59"/>
                <a:gd name="T9" fmla="*/ 30 h 74"/>
                <a:gd name="T10" fmla="*/ 25 w 59"/>
                <a:gd name="T11" fmla="*/ 31 h 74"/>
                <a:gd name="T12" fmla="*/ 39 w 59"/>
                <a:gd name="T13" fmla="*/ 31 h 74"/>
                <a:gd name="T14" fmla="*/ 53 w 59"/>
                <a:gd name="T15" fmla="*/ 35 h 74"/>
                <a:gd name="T16" fmla="*/ 58 w 59"/>
                <a:gd name="T17" fmla="*/ 47 h 74"/>
                <a:gd name="T18" fmla="*/ 58 w 59"/>
                <a:gd name="T19" fmla="*/ 58 h 74"/>
                <a:gd name="T20" fmla="*/ 53 w 59"/>
                <a:gd name="T21" fmla="*/ 70 h 74"/>
                <a:gd name="T22" fmla="*/ 38 w 59"/>
                <a:gd name="T23" fmla="*/ 74 h 74"/>
                <a:gd name="T24" fmla="*/ 0 w 59"/>
                <a:gd name="T25" fmla="*/ 74 h 74"/>
                <a:gd name="T26" fmla="*/ 0 w 59"/>
                <a:gd name="T27" fmla="*/ 63 h 74"/>
                <a:gd name="T28" fmla="*/ 34 w 59"/>
                <a:gd name="T29" fmla="*/ 63 h 74"/>
                <a:gd name="T30" fmla="*/ 44 w 59"/>
                <a:gd name="T31" fmla="*/ 60 h 74"/>
                <a:gd name="T32" fmla="*/ 45 w 59"/>
                <a:gd name="T33" fmla="*/ 50 h 74"/>
                <a:gd name="T34" fmla="*/ 34 w 59"/>
                <a:gd name="T35" fmla="*/ 42 h 74"/>
                <a:gd name="T36" fmla="*/ 20 w 59"/>
                <a:gd name="T37" fmla="*/ 42 h 74"/>
                <a:gd name="T38" fmla="*/ 6 w 59"/>
                <a:gd name="T39" fmla="*/ 38 h 74"/>
                <a:gd name="T40" fmla="*/ 0 w 59"/>
                <a:gd name="T41" fmla="*/ 27 h 74"/>
                <a:gd name="T42" fmla="*/ 0 w 59"/>
                <a:gd name="T43" fmla="*/ 16 h 74"/>
                <a:gd name="T44" fmla="*/ 6 w 59"/>
                <a:gd name="T45" fmla="*/ 3 h 74"/>
                <a:gd name="T46" fmla="*/ 20 w 59"/>
                <a:gd name="T47" fmla="*/ 0 h 74"/>
                <a:gd name="T48" fmla="*/ 59 w 59"/>
                <a:gd name="T49" fmla="*/ 0 h 74"/>
                <a:gd name="T50" fmla="*/ 59 w 59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74">
                  <a:moveTo>
                    <a:pt x="59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9" y="11"/>
                    <a:pt x="16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1"/>
                    <a:pt x="25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45" y="31"/>
                    <a:pt x="49" y="33"/>
                    <a:pt x="53" y="35"/>
                  </a:cubicBezTo>
                  <a:cubicBezTo>
                    <a:pt x="57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3"/>
                    <a:pt x="57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2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10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6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0" name="Freeform 64"/>
            <p:cNvSpPr>
              <a:spLocks/>
            </p:cNvSpPr>
            <p:nvPr userDrawn="1"/>
          </p:nvSpPr>
          <p:spPr bwMode="auto">
            <a:xfrm>
              <a:off x="3132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1" name="Rectangle 65"/>
            <p:cNvSpPr>
              <a:spLocks noChangeArrowheads="1"/>
            </p:cNvSpPr>
            <p:nvPr userDrawn="1"/>
          </p:nvSpPr>
          <p:spPr bwMode="auto">
            <a:xfrm>
              <a:off x="3266" y="2987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2" name="Freeform 66"/>
            <p:cNvSpPr>
              <a:spLocks noEditPoints="1"/>
            </p:cNvSpPr>
            <p:nvPr userDrawn="1"/>
          </p:nvSpPr>
          <p:spPr bwMode="auto">
            <a:xfrm>
              <a:off x="3343" y="2959"/>
              <a:ext cx="89" cy="140"/>
            </a:xfrm>
            <a:custGeom>
              <a:avLst/>
              <a:gdLst>
                <a:gd name="T0" fmla="*/ 59 w 59"/>
                <a:gd name="T1" fmla="*/ 93 h 93"/>
                <a:gd name="T2" fmla="*/ 21 w 59"/>
                <a:gd name="T3" fmla="*/ 93 h 93"/>
                <a:gd name="T4" fmla="*/ 6 w 59"/>
                <a:gd name="T5" fmla="*/ 89 h 93"/>
                <a:gd name="T6" fmla="*/ 0 w 59"/>
                <a:gd name="T7" fmla="*/ 77 h 93"/>
                <a:gd name="T8" fmla="*/ 0 w 59"/>
                <a:gd name="T9" fmla="*/ 36 h 93"/>
                <a:gd name="T10" fmla="*/ 5 w 59"/>
                <a:gd name="T11" fmla="*/ 23 h 93"/>
                <a:gd name="T12" fmla="*/ 20 w 59"/>
                <a:gd name="T13" fmla="*/ 19 h 93"/>
                <a:gd name="T14" fmla="*/ 59 w 59"/>
                <a:gd name="T15" fmla="*/ 19 h 93"/>
                <a:gd name="T16" fmla="*/ 59 w 59"/>
                <a:gd name="T17" fmla="*/ 30 h 93"/>
                <a:gd name="T18" fmla="*/ 25 w 59"/>
                <a:gd name="T19" fmla="*/ 30 h 93"/>
                <a:gd name="T20" fmla="*/ 13 w 59"/>
                <a:gd name="T21" fmla="*/ 38 h 93"/>
                <a:gd name="T22" fmla="*/ 13 w 59"/>
                <a:gd name="T23" fmla="*/ 51 h 93"/>
                <a:gd name="T24" fmla="*/ 59 w 59"/>
                <a:gd name="T25" fmla="*/ 51 h 93"/>
                <a:gd name="T26" fmla="*/ 59 w 59"/>
                <a:gd name="T27" fmla="*/ 62 h 93"/>
                <a:gd name="T28" fmla="*/ 13 w 59"/>
                <a:gd name="T29" fmla="*/ 62 h 93"/>
                <a:gd name="T30" fmla="*/ 13 w 59"/>
                <a:gd name="T31" fmla="*/ 74 h 93"/>
                <a:gd name="T32" fmla="*/ 25 w 59"/>
                <a:gd name="T33" fmla="*/ 82 h 93"/>
                <a:gd name="T34" fmla="*/ 59 w 59"/>
                <a:gd name="T35" fmla="*/ 82 h 93"/>
                <a:gd name="T36" fmla="*/ 59 w 59"/>
                <a:gd name="T37" fmla="*/ 93 h 93"/>
                <a:gd name="T38" fmla="*/ 44 w 59"/>
                <a:gd name="T39" fmla="*/ 13 h 93"/>
                <a:gd name="T40" fmla="*/ 34 w 59"/>
                <a:gd name="T41" fmla="*/ 13 h 93"/>
                <a:gd name="T42" fmla="*/ 24 w 59"/>
                <a:gd name="T43" fmla="*/ 0 h 93"/>
                <a:gd name="T44" fmla="*/ 35 w 59"/>
                <a:gd name="T45" fmla="*/ 0 h 93"/>
                <a:gd name="T46" fmla="*/ 44 w 59"/>
                <a:gd name="T47" fmla="*/ 1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3">
                  <a:moveTo>
                    <a:pt x="59" y="93"/>
                  </a:moveTo>
                  <a:cubicBezTo>
                    <a:pt x="21" y="93"/>
                    <a:pt x="21" y="93"/>
                    <a:pt x="21" y="93"/>
                  </a:cubicBezTo>
                  <a:cubicBezTo>
                    <a:pt x="15" y="93"/>
                    <a:pt x="10" y="92"/>
                    <a:pt x="6" y="89"/>
                  </a:cubicBezTo>
                  <a:cubicBezTo>
                    <a:pt x="2" y="87"/>
                    <a:pt x="0" y="83"/>
                    <a:pt x="0" y="7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0"/>
                    <a:pt x="2" y="26"/>
                    <a:pt x="5" y="23"/>
                  </a:cubicBezTo>
                  <a:cubicBezTo>
                    <a:pt x="9" y="21"/>
                    <a:pt x="14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7" y="30"/>
                    <a:pt x="13" y="33"/>
                    <a:pt x="13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2"/>
                    <a:pt x="25" y="82"/>
                  </a:cubicBezTo>
                  <a:cubicBezTo>
                    <a:pt x="59" y="82"/>
                    <a:pt x="59" y="82"/>
                    <a:pt x="59" y="82"/>
                  </a:cubicBezTo>
                  <a:lnTo>
                    <a:pt x="59" y="93"/>
                  </a:lnTo>
                  <a:close/>
                  <a:moveTo>
                    <a:pt x="44" y="13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4" y="1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3" name="Freeform 67"/>
            <p:cNvSpPr>
              <a:spLocks/>
            </p:cNvSpPr>
            <p:nvPr userDrawn="1"/>
          </p:nvSpPr>
          <p:spPr bwMode="auto">
            <a:xfrm>
              <a:off x="348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6 h 74"/>
                <a:gd name="T6" fmla="*/ 15 w 65"/>
                <a:gd name="T7" fmla="*/ 41 h 74"/>
                <a:gd name="T8" fmla="*/ 23 w 65"/>
                <a:gd name="T9" fmla="*/ 35 h 74"/>
                <a:gd name="T10" fmla="*/ 42 w 65"/>
                <a:gd name="T11" fmla="*/ 35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4 w 65"/>
                <a:gd name="T19" fmla="*/ 11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5" y="43"/>
                    <a:pt x="15" y="41"/>
                  </a:cubicBezTo>
                  <a:cubicBezTo>
                    <a:pt x="15" y="37"/>
                    <a:pt x="18" y="35"/>
                    <a:pt x="23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9" y="35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4"/>
                    <a:pt x="48" y="11"/>
                    <a:pt x="41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4" y="37"/>
                    <a:pt x="60" y="40"/>
                  </a:cubicBezTo>
                  <a:cubicBezTo>
                    <a:pt x="57" y="43"/>
                    <a:pt x="52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4" name="Freeform 68"/>
            <p:cNvSpPr>
              <a:spLocks/>
            </p:cNvSpPr>
            <p:nvPr userDrawn="1"/>
          </p:nvSpPr>
          <p:spPr bwMode="auto">
            <a:xfrm>
              <a:off x="3638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5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5" name="Rectangle 69"/>
            <p:cNvSpPr>
              <a:spLocks noChangeArrowheads="1"/>
            </p:cNvSpPr>
            <p:nvPr userDrawn="1"/>
          </p:nvSpPr>
          <p:spPr bwMode="auto">
            <a:xfrm>
              <a:off x="2023" y="1245"/>
              <a:ext cx="148" cy="751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6" name="Freeform 70"/>
            <p:cNvSpPr>
              <a:spLocks/>
            </p:cNvSpPr>
            <p:nvPr userDrawn="1"/>
          </p:nvSpPr>
          <p:spPr bwMode="auto">
            <a:xfrm>
              <a:off x="3145" y="1221"/>
              <a:ext cx="588" cy="801"/>
            </a:xfrm>
            <a:custGeom>
              <a:avLst/>
              <a:gdLst>
                <a:gd name="T0" fmla="*/ 299 w 390"/>
                <a:gd name="T1" fmla="*/ 16 h 531"/>
                <a:gd name="T2" fmla="*/ 299 w 390"/>
                <a:gd name="T3" fmla="*/ 314 h 531"/>
                <a:gd name="T4" fmla="*/ 15 w 390"/>
                <a:gd name="T5" fmla="*/ 0 h 531"/>
                <a:gd name="T6" fmla="*/ 0 w 390"/>
                <a:gd name="T7" fmla="*/ 0 h 531"/>
                <a:gd name="T8" fmla="*/ 0 w 390"/>
                <a:gd name="T9" fmla="*/ 514 h 531"/>
                <a:gd name="T10" fmla="*/ 91 w 390"/>
                <a:gd name="T11" fmla="*/ 514 h 531"/>
                <a:gd name="T12" fmla="*/ 91 w 390"/>
                <a:gd name="T13" fmla="*/ 220 h 531"/>
                <a:gd name="T14" fmla="*/ 374 w 390"/>
                <a:gd name="T15" fmla="*/ 531 h 531"/>
                <a:gd name="T16" fmla="*/ 390 w 390"/>
                <a:gd name="T17" fmla="*/ 531 h 531"/>
                <a:gd name="T18" fmla="*/ 390 w 390"/>
                <a:gd name="T19" fmla="*/ 16 h 531"/>
                <a:gd name="T20" fmla="*/ 299 w 390"/>
                <a:gd name="T21" fmla="*/ 1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7" name="Freeform 71"/>
            <p:cNvSpPr>
              <a:spLocks/>
            </p:cNvSpPr>
            <p:nvPr userDrawn="1"/>
          </p:nvSpPr>
          <p:spPr bwMode="auto">
            <a:xfrm>
              <a:off x="2286" y="1221"/>
              <a:ext cx="687" cy="801"/>
            </a:xfrm>
            <a:custGeom>
              <a:avLst/>
              <a:gdLst>
                <a:gd name="T0" fmla="*/ 365 w 456"/>
                <a:gd name="T1" fmla="*/ 370 h 531"/>
                <a:gd name="T2" fmla="*/ 360 w 456"/>
                <a:gd name="T3" fmla="*/ 370 h 531"/>
                <a:gd name="T4" fmla="*/ 360 w 456"/>
                <a:gd name="T5" fmla="*/ 422 h 531"/>
                <a:gd name="T6" fmla="*/ 272 w 456"/>
                <a:gd name="T7" fmla="*/ 439 h 531"/>
                <a:gd name="T8" fmla="*/ 97 w 456"/>
                <a:gd name="T9" fmla="*/ 257 h 531"/>
                <a:gd name="T10" fmla="*/ 266 w 456"/>
                <a:gd name="T11" fmla="*/ 88 h 531"/>
                <a:gd name="T12" fmla="*/ 411 w 456"/>
                <a:gd name="T13" fmla="*/ 153 h 531"/>
                <a:gd name="T14" fmla="*/ 419 w 456"/>
                <a:gd name="T15" fmla="*/ 162 h 531"/>
                <a:gd name="T16" fmla="*/ 426 w 456"/>
                <a:gd name="T17" fmla="*/ 49 h 531"/>
                <a:gd name="T18" fmla="*/ 424 w 456"/>
                <a:gd name="T19" fmla="*/ 47 h 531"/>
                <a:gd name="T20" fmla="*/ 382 w 456"/>
                <a:gd name="T21" fmla="*/ 24 h 531"/>
                <a:gd name="T22" fmla="*/ 268 w 456"/>
                <a:gd name="T23" fmla="*/ 0 h 531"/>
                <a:gd name="T24" fmla="*/ 75 w 456"/>
                <a:gd name="T25" fmla="*/ 74 h 531"/>
                <a:gd name="T26" fmla="*/ 0 w 456"/>
                <a:gd name="T27" fmla="*/ 264 h 531"/>
                <a:gd name="T28" fmla="*/ 262 w 456"/>
                <a:gd name="T29" fmla="*/ 531 h 531"/>
                <a:gd name="T30" fmla="*/ 380 w 456"/>
                <a:gd name="T31" fmla="*/ 512 h 531"/>
                <a:gd name="T32" fmla="*/ 453 w 456"/>
                <a:gd name="T33" fmla="*/ 482 h 531"/>
                <a:gd name="T34" fmla="*/ 456 w 456"/>
                <a:gd name="T35" fmla="*/ 481 h 531"/>
                <a:gd name="T36" fmla="*/ 456 w 456"/>
                <a:gd name="T37" fmla="*/ 355 h 531"/>
                <a:gd name="T38" fmla="*/ 450 w 456"/>
                <a:gd name="T39" fmla="*/ 357 h 531"/>
                <a:gd name="T40" fmla="*/ 365 w 456"/>
                <a:gd name="T41" fmla="*/ 37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8" name="Freeform 72"/>
            <p:cNvSpPr>
              <a:spLocks/>
            </p:cNvSpPr>
            <p:nvPr userDrawn="1"/>
          </p:nvSpPr>
          <p:spPr bwMode="auto">
            <a:xfrm>
              <a:off x="2547" y="1514"/>
              <a:ext cx="469" cy="241"/>
            </a:xfrm>
            <a:custGeom>
              <a:avLst/>
              <a:gdLst>
                <a:gd name="T0" fmla="*/ 173 w 311"/>
                <a:gd name="T1" fmla="*/ 16 h 160"/>
                <a:gd name="T2" fmla="*/ 172 w 311"/>
                <a:gd name="T3" fmla="*/ 16 h 160"/>
                <a:gd name="T4" fmla="*/ 0 w 311"/>
                <a:gd name="T5" fmla="*/ 40 h 160"/>
                <a:gd name="T6" fmla="*/ 139 w 311"/>
                <a:gd name="T7" fmla="*/ 144 h 160"/>
                <a:gd name="T8" fmla="*/ 139 w 311"/>
                <a:gd name="T9" fmla="*/ 144 h 160"/>
                <a:gd name="T10" fmla="*/ 311 w 311"/>
                <a:gd name="T11" fmla="*/ 120 h 160"/>
                <a:gd name="T12" fmla="*/ 173 w 311"/>
                <a:gd name="T13" fmla="*/ 1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23/03/2026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2346046"/>
            <a:ext cx="8424000" cy="20772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360000" y="4784400"/>
            <a:ext cx="8424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0000" y="180000"/>
            <a:ext cx="1440000" cy="1440000"/>
          </a:xfrm>
          <a:prstGeom prst="rect">
            <a:avLst/>
          </a:prstGeom>
        </p:spPr>
      </p:pic>
      <p:grpSp>
        <p:nvGrpSpPr>
          <p:cNvPr id="10" name="Group 13"/>
          <p:cNvGrpSpPr>
            <a:grpSpLocks noChangeAspect="1"/>
          </p:cNvGrpSpPr>
          <p:nvPr userDrawn="1"/>
        </p:nvGrpSpPr>
        <p:grpSpPr bwMode="auto">
          <a:xfrm>
            <a:off x="7780442" y="359999"/>
            <a:ext cx="1018514" cy="1045598"/>
            <a:chOff x="2023" y="1221"/>
            <a:chExt cx="1710" cy="1878"/>
          </a:xfrm>
        </p:grpSpPr>
        <p:sp>
          <p:nvSpPr>
            <p:cNvPr id="13" name="Rectangle 14"/>
            <p:cNvSpPr>
              <a:spLocks noChangeArrowheads="1"/>
            </p:cNvSpPr>
            <p:nvPr userDrawn="1"/>
          </p:nvSpPr>
          <p:spPr bwMode="auto">
            <a:xfrm>
              <a:off x="2023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4" name="Freeform 15"/>
            <p:cNvSpPr>
              <a:spLocks/>
            </p:cNvSpPr>
            <p:nvPr userDrawn="1"/>
          </p:nvSpPr>
          <p:spPr bwMode="auto">
            <a:xfrm>
              <a:off x="2073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5" y="0"/>
                    <a:pt x="17" y="1"/>
                    <a:pt x="19" y="3"/>
                  </a:cubicBezTo>
                  <a:cubicBezTo>
                    <a:pt x="20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5" name="Freeform 16"/>
            <p:cNvSpPr>
              <a:spLocks/>
            </p:cNvSpPr>
            <p:nvPr userDrawn="1"/>
          </p:nvSpPr>
          <p:spPr bwMode="auto">
            <a:xfrm>
              <a:off x="2201" y="2206"/>
              <a:ext cx="88" cy="112"/>
            </a:xfrm>
            <a:custGeom>
              <a:avLst/>
              <a:gdLst>
                <a:gd name="T0" fmla="*/ 58 w 58"/>
                <a:gd name="T1" fmla="*/ 11 h 74"/>
                <a:gd name="T2" fmla="*/ 24 w 58"/>
                <a:gd name="T3" fmla="*/ 11 h 74"/>
                <a:gd name="T4" fmla="*/ 14 w 58"/>
                <a:gd name="T5" fmla="*/ 14 h 74"/>
                <a:gd name="T6" fmla="*/ 13 w 58"/>
                <a:gd name="T7" fmla="*/ 24 h 74"/>
                <a:gd name="T8" fmla="*/ 16 w 58"/>
                <a:gd name="T9" fmla="*/ 30 h 74"/>
                <a:gd name="T10" fmla="*/ 24 w 58"/>
                <a:gd name="T11" fmla="*/ 32 h 74"/>
                <a:gd name="T12" fmla="*/ 38 w 58"/>
                <a:gd name="T13" fmla="*/ 32 h 74"/>
                <a:gd name="T14" fmla="*/ 53 w 58"/>
                <a:gd name="T15" fmla="*/ 36 h 74"/>
                <a:gd name="T16" fmla="*/ 58 w 58"/>
                <a:gd name="T17" fmla="*/ 47 h 74"/>
                <a:gd name="T18" fmla="*/ 58 w 58"/>
                <a:gd name="T19" fmla="*/ 58 h 74"/>
                <a:gd name="T20" fmla="*/ 53 w 58"/>
                <a:gd name="T21" fmla="*/ 70 h 74"/>
                <a:gd name="T22" fmla="*/ 38 w 58"/>
                <a:gd name="T23" fmla="*/ 74 h 74"/>
                <a:gd name="T24" fmla="*/ 0 w 58"/>
                <a:gd name="T25" fmla="*/ 74 h 74"/>
                <a:gd name="T26" fmla="*/ 0 w 58"/>
                <a:gd name="T27" fmla="*/ 63 h 74"/>
                <a:gd name="T28" fmla="*/ 34 w 58"/>
                <a:gd name="T29" fmla="*/ 63 h 74"/>
                <a:gd name="T30" fmla="*/ 44 w 58"/>
                <a:gd name="T31" fmla="*/ 60 h 74"/>
                <a:gd name="T32" fmla="*/ 45 w 58"/>
                <a:gd name="T33" fmla="*/ 50 h 74"/>
                <a:gd name="T34" fmla="*/ 34 w 58"/>
                <a:gd name="T35" fmla="*/ 42 h 74"/>
                <a:gd name="T36" fmla="*/ 20 w 58"/>
                <a:gd name="T37" fmla="*/ 42 h 74"/>
                <a:gd name="T38" fmla="*/ 6 w 58"/>
                <a:gd name="T39" fmla="*/ 38 h 74"/>
                <a:gd name="T40" fmla="*/ 0 w 58"/>
                <a:gd name="T41" fmla="*/ 27 h 74"/>
                <a:gd name="T42" fmla="*/ 0 w 58"/>
                <a:gd name="T43" fmla="*/ 16 h 74"/>
                <a:gd name="T44" fmla="*/ 6 w 58"/>
                <a:gd name="T45" fmla="*/ 3 h 74"/>
                <a:gd name="T46" fmla="*/ 20 w 58"/>
                <a:gd name="T47" fmla="*/ 0 h 74"/>
                <a:gd name="T48" fmla="*/ 58 w 58"/>
                <a:gd name="T49" fmla="*/ 0 h 74"/>
                <a:gd name="T50" fmla="*/ 58 w 58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8" h="74">
                  <a:moveTo>
                    <a:pt x="58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19" y="11"/>
                    <a:pt x="15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2"/>
                    <a:pt x="24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44" y="32"/>
                    <a:pt x="49" y="33"/>
                    <a:pt x="53" y="36"/>
                  </a:cubicBezTo>
                  <a:cubicBezTo>
                    <a:pt x="56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4"/>
                    <a:pt x="56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1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9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58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6" name="Freeform 17"/>
            <p:cNvSpPr>
              <a:spLocks/>
            </p:cNvSpPr>
            <p:nvPr userDrawn="1"/>
          </p:nvSpPr>
          <p:spPr bwMode="auto">
            <a:xfrm>
              <a:off x="231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7" name="Rectangle 18"/>
            <p:cNvSpPr>
              <a:spLocks noChangeArrowheads="1"/>
            </p:cNvSpPr>
            <p:nvPr userDrawn="1"/>
          </p:nvSpPr>
          <p:spPr bwMode="auto">
            <a:xfrm>
              <a:off x="2422" y="2206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8" name="Freeform 19"/>
            <p:cNvSpPr>
              <a:spLocks/>
            </p:cNvSpPr>
            <p:nvPr userDrawn="1"/>
          </p:nvSpPr>
          <p:spPr bwMode="auto">
            <a:xfrm>
              <a:off x="2464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3 w 87"/>
                <a:gd name="T3" fmla="*/ 17 h 112"/>
                <a:gd name="T4" fmla="*/ 53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3" y="17"/>
                  </a:lnTo>
                  <a:lnTo>
                    <a:pt x="53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9" name="Freeform 20"/>
            <p:cNvSpPr>
              <a:spLocks/>
            </p:cNvSpPr>
            <p:nvPr userDrawn="1"/>
          </p:nvSpPr>
          <p:spPr bwMode="auto">
            <a:xfrm>
              <a:off x="2572" y="2206"/>
              <a:ext cx="100" cy="112"/>
            </a:xfrm>
            <a:custGeom>
              <a:avLst/>
              <a:gdLst>
                <a:gd name="T0" fmla="*/ 66 w 66"/>
                <a:gd name="T1" fmla="*/ 56 h 74"/>
                <a:gd name="T2" fmla="*/ 65 w 66"/>
                <a:gd name="T3" fmla="*/ 63 h 74"/>
                <a:gd name="T4" fmla="*/ 60 w 66"/>
                <a:gd name="T5" fmla="*/ 70 h 74"/>
                <a:gd name="T6" fmla="*/ 52 w 66"/>
                <a:gd name="T7" fmla="*/ 74 h 74"/>
                <a:gd name="T8" fmla="*/ 43 w 66"/>
                <a:gd name="T9" fmla="*/ 74 h 74"/>
                <a:gd name="T10" fmla="*/ 23 w 66"/>
                <a:gd name="T11" fmla="*/ 74 h 74"/>
                <a:gd name="T12" fmla="*/ 14 w 66"/>
                <a:gd name="T13" fmla="*/ 74 h 74"/>
                <a:gd name="T14" fmla="*/ 6 w 66"/>
                <a:gd name="T15" fmla="*/ 70 h 74"/>
                <a:gd name="T16" fmla="*/ 1 w 66"/>
                <a:gd name="T17" fmla="*/ 63 h 74"/>
                <a:gd name="T18" fmla="*/ 0 w 66"/>
                <a:gd name="T19" fmla="*/ 56 h 74"/>
                <a:gd name="T20" fmla="*/ 0 w 66"/>
                <a:gd name="T21" fmla="*/ 0 h 74"/>
                <a:gd name="T22" fmla="*/ 14 w 66"/>
                <a:gd name="T23" fmla="*/ 0 h 74"/>
                <a:gd name="T24" fmla="*/ 14 w 66"/>
                <a:gd name="T25" fmla="*/ 54 h 74"/>
                <a:gd name="T26" fmla="*/ 16 w 66"/>
                <a:gd name="T27" fmla="*/ 61 h 74"/>
                <a:gd name="T28" fmla="*/ 26 w 66"/>
                <a:gd name="T29" fmla="*/ 63 h 74"/>
                <a:gd name="T30" fmla="*/ 40 w 66"/>
                <a:gd name="T31" fmla="*/ 63 h 74"/>
                <a:gd name="T32" fmla="*/ 50 w 66"/>
                <a:gd name="T33" fmla="*/ 61 h 74"/>
                <a:gd name="T34" fmla="*/ 53 w 66"/>
                <a:gd name="T35" fmla="*/ 54 h 74"/>
                <a:gd name="T36" fmla="*/ 53 w 66"/>
                <a:gd name="T37" fmla="*/ 0 h 74"/>
                <a:gd name="T38" fmla="*/ 66 w 66"/>
                <a:gd name="T39" fmla="*/ 0 h 74"/>
                <a:gd name="T40" fmla="*/ 66 w 66"/>
                <a:gd name="T41" fmla="*/ 5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74">
                  <a:moveTo>
                    <a:pt x="66" y="56"/>
                  </a:moveTo>
                  <a:cubicBezTo>
                    <a:pt x="66" y="59"/>
                    <a:pt x="65" y="62"/>
                    <a:pt x="65" y="63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8" y="72"/>
                    <a:pt x="55" y="73"/>
                    <a:pt x="52" y="74"/>
                  </a:cubicBezTo>
                  <a:cubicBezTo>
                    <a:pt x="51" y="74"/>
                    <a:pt x="48" y="74"/>
                    <a:pt x="4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9" y="74"/>
                    <a:pt x="16" y="74"/>
                    <a:pt x="14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4" y="60"/>
                    <a:pt x="16" y="61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5" y="63"/>
                    <a:pt x="48" y="63"/>
                    <a:pt x="50" y="61"/>
                  </a:cubicBezTo>
                  <a:cubicBezTo>
                    <a:pt x="52" y="60"/>
                    <a:pt x="53" y="58"/>
                    <a:pt x="53" y="5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6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0" name="Freeform 21"/>
            <p:cNvSpPr>
              <a:spLocks/>
            </p:cNvSpPr>
            <p:nvPr userDrawn="1"/>
          </p:nvSpPr>
          <p:spPr bwMode="auto">
            <a:xfrm>
              <a:off x="269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" name="Freeform 22"/>
            <p:cNvSpPr>
              <a:spLocks/>
            </p:cNvSpPr>
            <p:nvPr userDrawn="1"/>
          </p:nvSpPr>
          <p:spPr bwMode="auto">
            <a:xfrm>
              <a:off x="2851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7" y="1"/>
                    <a:pt x="18" y="3"/>
                  </a:cubicBezTo>
                  <a:cubicBezTo>
                    <a:pt x="19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" name="Freeform 23"/>
            <p:cNvSpPr>
              <a:spLocks noEditPoints="1"/>
            </p:cNvSpPr>
            <p:nvPr userDrawn="1"/>
          </p:nvSpPr>
          <p:spPr bwMode="auto">
            <a:xfrm>
              <a:off x="2970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45" y="0"/>
                    <a:pt x="49" y="3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" name="Freeform 24"/>
            <p:cNvSpPr>
              <a:spLocks/>
            </p:cNvSpPr>
            <p:nvPr userDrawn="1"/>
          </p:nvSpPr>
          <p:spPr bwMode="auto">
            <a:xfrm>
              <a:off x="3091" y="2206"/>
              <a:ext cx="88" cy="112"/>
            </a:xfrm>
            <a:custGeom>
              <a:avLst/>
              <a:gdLst>
                <a:gd name="T0" fmla="*/ 88 w 88"/>
                <a:gd name="T1" fmla="*/ 17 h 112"/>
                <a:gd name="T2" fmla="*/ 54 w 88"/>
                <a:gd name="T3" fmla="*/ 17 h 112"/>
                <a:gd name="T4" fmla="*/ 54 w 88"/>
                <a:gd name="T5" fmla="*/ 112 h 112"/>
                <a:gd name="T6" fmla="*/ 35 w 88"/>
                <a:gd name="T7" fmla="*/ 112 h 112"/>
                <a:gd name="T8" fmla="*/ 35 w 88"/>
                <a:gd name="T9" fmla="*/ 17 h 112"/>
                <a:gd name="T10" fmla="*/ 0 w 88"/>
                <a:gd name="T11" fmla="*/ 17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5" y="112"/>
                  </a:lnTo>
                  <a:lnTo>
                    <a:pt x="3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" name="Rectangle 25"/>
            <p:cNvSpPr>
              <a:spLocks noChangeArrowheads="1"/>
            </p:cNvSpPr>
            <p:nvPr userDrawn="1"/>
          </p:nvSpPr>
          <p:spPr bwMode="auto">
            <a:xfrm>
              <a:off x="3201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" name="Freeform 26"/>
            <p:cNvSpPr>
              <a:spLocks noEditPoints="1"/>
            </p:cNvSpPr>
            <p:nvPr userDrawn="1"/>
          </p:nvSpPr>
          <p:spPr bwMode="auto">
            <a:xfrm>
              <a:off x="3251" y="2206"/>
              <a:ext cx="96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1 h 74"/>
                <a:gd name="T8" fmla="*/ 0 w 64"/>
                <a:gd name="T9" fmla="*/ 58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3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6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2 h 74"/>
                <a:gd name="T40" fmla="*/ 26 w 64"/>
                <a:gd name="T41" fmla="*/ 63 h 74"/>
                <a:gd name="T42" fmla="*/ 39 w 64"/>
                <a:gd name="T43" fmla="*/ 63 h 74"/>
                <a:gd name="T44" fmla="*/ 48 w 64"/>
                <a:gd name="T45" fmla="*/ 62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1"/>
                  </a:cubicBezTo>
                  <a:cubicBezTo>
                    <a:pt x="2" y="68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4" y="63"/>
                    <a:pt x="46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" name="Freeform 27"/>
            <p:cNvSpPr>
              <a:spLocks/>
            </p:cNvSpPr>
            <p:nvPr userDrawn="1"/>
          </p:nvSpPr>
          <p:spPr bwMode="auto">
            <a:xfrm>
              <a:off x="3379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2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19" y="3"/>
                    <a:pt x="20" y="5"/>
                    <a:pt x="22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" name="Freeform 28"/>
            <p:cNvSpPr>
              <a:spLocks noEditPoints="1"/>
            </p:cNvSpPr>
            <p:nvPr userDrawn="1"/>
          </p:nvSpPr>
          <p:spPr bwMode="auto">
            <a:xfrm>
              <a:off x="3498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7 h 74"/>
                <a:gd name="T14" fmla="*/ 40 w 80"/>
                <a:gd name="T15" fmla="*/ 0 h 74"/>
                <a:gd name="T16" fmla="*/ 50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3"/>
                    <a:pt x="35" y="0"/>
                    <a:pt x="40" y="0"/>
                  </a:cubicBezTo>
                  <a:cubicBezTo>
                    <a:pt x="45" y="0"/>
                    <a:pt x="48" y="3"/>
                    <a:pt x="50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" name="Freeform 29"/>
            <p:cNvSpPr>
              <a:spLocks/>
            </p:cNvSpPr>
            <p:nvPr userDrawn="1"/>
          </p:nvSpPr>
          <p:spPr bwMode="auto">
            <a:xfrm>
              <a:off x="3638" y="2206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6 w 59"/>
                <a:gd name="T15" fmla="*/ 62 h 74"/>
                <a:gd name="T16" fmla="*/ 27 w 59"/>
                <a:gd name="T17" fmla="*/ 64 h 74"/>
                <a:gd name="T18" fmla="*/ 59 w 59"/>
                <a:gd name="T19" fmla="*/ 64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8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2" y="64"/>
                    <a:pt x="27" y="64"/>
                  </a:cubicBezTo>
                  <a:cubicBezTo>
                    <a:pt x="59" y="64"/>
                    <a:pt x="59" y="64"/>
                    <a:pt x="59" y="64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" name="Freeform 30"/>
            <p:cNvSpPr>
              <a:spLocks noEditPoints="1"/>
            </p:cNvSpPr>
            <p:nvPr userDrawn="1"/>
          </p:nvSpPr>
          <p:spPr bwMode="auto">
            <a:xfrm>
              <a:off x="2023" y="2467"/>
              <a:ext cx="100" cy="112"/>
            </a:xfrm>
            <a:custGeom>
              <a:avLst/>
              <a:gdLst>
                <a:gd name="T0" fmla="*/ 66 w 66"/>
                <a:gd name="T1" fmla="*/ 57 h 74"/>
                <a:gd name="T2" fmla="*/ 60 w 66"/>
                <a:gd name="T3" fmla="*/ 69 h 74"/>
                <a:gd name="T4" fmla="*/ 46 w 66"/>
                <a:gd name="T5" fmla="*/ 74 h 74"/>
                <a:gd name="T6" fmla="*/ 0 w 66"/>
                <a:gd name="T7" fmla="*/ 74 h 74"/>
                <a:gd name="T8" fmla="*/ 0 w 66"/>
                <a:gd name="T9" fmla="*/ 0 h 74"/>
                <a:gd name="T10" fmla="*/ 46 w 66"/>
                <a:gd name="T11" fmla="*/ 0 h 74"/>
                <a:gd name="T12" fmla="*/ 66 w 66"/>
                <a:gd name="T13" fmla="*/ 16 h 74"/>
                <a:gd name="T14" fmla="*/ 66 w 66"/>
                <a:gd name="T15" fmla="*/ 57 h 74"/>
                <a:gd name="T16" fmla="*/ 52 w 66"/>
                <a:gd name="T17" fmla="*/ 53 h 74"/>
                <a:gd name="T18" fmla="*/ 52 w 66"/>
                <a:gd name="T19" fmla="*/ 19 h 74"/>
                <a:gd name="T20" fmla="*/ 42 w 66"/>
                <a:gd name="T21" fmla="*/ 10 h 74"/>
                <a:gd name="T22" fmla="*/ 13 w 66"/>
                <a:gd name="T23" fmla="*/ 10 h 74"/>
                <a:gd name="T24" fmla="*/ 13 w 66"/>
                <a:gd name="T25" fmla="*/ 63 h 74"/>
                <a:gd name="T26" fmla="*/ 42 w 66"/>
                <a:gd name="T27" fmla="*/ 63 h 74"/>
                <a:gd name="T28" fmla="*/ 52 w 66"/>
                <a:gd name="T29" fmla="*/ 5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" h="74">
                  <a:moveTo>
                    <a:pt x="66" y="57"/>
                  </a:moveTo>
                  <a:cubicBezTo>
                    <a:pt x="66" y="62"/>
                    <a:pt x="64" y="66"/>
                    <a:pt x="60" y="69"/>
                  </a:cubicBezTo>
                  <a:cubicBezTo>
                    <a:pt x="57" y="72"/>
                    <a:pt x="52" y="74"/>
                    <a:pt x="4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9" y="0"/>
                    <a:pt x="66" y="5"/>
                    <a:pt x="66" y="16"/>
                  </a:cubicBezTo>
                  <a:lnTo>
                    <a:pt x="66" y="57"/>
                  </a:lnTo>
                  <a:close/>
                  <a:moveTo>
                    <a:pt x="52" y="53"/>
                  </a:move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9" y="10"/>
                    <a:pt x="42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9" y="63"/>
                    <a:pt x="52" y="60"/>
                    <a:pt x="52" y="53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" name="Freeform 31"/>
            <p:cNvSpPr>
              <a:spLocks/>
            </p:cNvSpPr>
            <p:nvPr userDrawn="1"/>
          </p:nvSpPr>
          <p:spPr bwMode="auto">
            <a:xfrm>
              <a:off x="2155" y="2467"/>
              <a:ext cx="89" cy="112"/>
            </a:xfrm>
            <a:custGeom>
              <a:avLst/>
              <a:gdLst>
                <a:gd name="T0" fmla="*/ 56 w 59"/>
                <a:gd name="T1" fmla="*/ 42 h 74"/>
                <a:gd name="T2" fmla="*/ 13 w 59"/>
                <a:gd name="T3" fmla="*/ 42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" name="Freeform 32"/>
            <p:cNvSpPr>
              <a:spLocks/>
            </p:cNvSpPr>
            <p:nvPr userDrawn="1"/>
          </p:nvSpPr>
          <p:spPr bwMode="auto">
            <a:xfrm>
              <a:off x="2351" y="2467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7 w 59"/>
                <a:gd name="T15" fmla="*/ 61 h 74"/>
                <a:gd name="T16" fmla="*/ 27 w 59"/>
                <a:gd name="T17" fmla="*/ 63 h 74"/>
                <a:gd name="T18" fmla="*/ 59 w 59"/>
                <a:gd name="T19" fmla="*/ 63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7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7" y="61"/>
                  </a:cubicBezTo>
                  <a:cubicBezTo>
                    <a:pt x="18" y="63"/>
                    <a:pt x="22" y="63"/>
                    <a:pt x="27" y="63"/>
                  </a:cubicBezTo>
                  <a:cubicBezTo>
                    <a:pt x="59" y="63"/>
                    <a:pt x="59" y="63"/>
                    <a:pt x="59" y="63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" name="Freeform 33"/>
            <p:cNvSpPr>
              <a:spLocks/>
            </p:cNvSpPr>
            <p:nvPr userDrawn="1"/>
          </p:nvSpPr>
          <p:spPr bwMode="auto">
            <a:xfrm>
              <a:off x="2438" y="2450"/>
              <a:ext cx="20" cy="40"/>
            </a:xfrm>
            <a:custGeom>
              <a:avLst/>
              <a:gdLst>
                <a:gd name="T0" fmla="*/ 13 w 13"/>
                <a:gd name="T1" fmla="*/ 8 h 26"/>
                <a:gd name="T2" fmla="*/ 13 w 13"/>
                <a:gd name="T3" fmla="*/ 12 h 26"/>
                <a:gd name="T4" fmla="*/ 7 w 13"/>
                <a:gd name="T5" fmla="*/ 26 h 26"/>
                <a:gd name="T6" fmla="*/ 0 w 13"/>
                <a:gd name="T7" fmla="*/ 26 h 26"/>
                <a:gd name="T8" fmla="*/ 5 w 13"/>
                <a:gd name="T9" fmla="*/ 14 h 26"/>
                <a:gd name="T10" fmla="*/ 1 w 13"/>
                <a:gd name="T11" fmla="*/ 7 h 26"/>
                <a:gd name="T12" fmla="*/ 3 w 13"/>
                <a:gd name="T13" fmla="*/ 2 h 26"/>
                <a:gd name="T14" fmla="*/ 7 w 13"/>
                <a:gd name="T15" fmla="*/ 0 h 26"/>
                <a:gd name="T16" fmla="*/ 12 w 13"/>
                <a:gd name="T17" fmla="*/ 2 h 26"/>
                <a:gd name="T18" fmla="*/ 13 w 13"/>
                <a:gd name="T1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26">
                  <a:moveTo>
                    <a:pt x="13" y="8"/>
                  </a:moveTo>
                  <a:cubicBezTo>
                    <a:pt x="13" y="9"/>
                    <a:pt x="13" y="11"/>
                    <a:pt x="13" y="12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1"/>
                    <a:pt x="1" y="9"/>
                    <a:pt x="1" y="7"/>
                  </a:cubicBez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5" y="0"/>
                    <a:pt x="7" y="0"/>
                  </a:cubicBezTo>
                  <a:cubicBezTo>
                    <a:pt x="9" y="0"/>
                    <a:pt x="10" y="1"/>
                    <a:pt x="12" y="2"/>
                  </a:cubicBezTo>
                  <a:cubicBezTo>
                    <a:pt x="13" y="4"/>
                    <a:pt x="13" y="6"/>
                    <a:pt x="13" y="8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" name="Rectangle 34"/>
            <p:cNvSpPr>
              <a:spLocks noChangeArrowheads="1"/>
            </p:cNvSpPr>
            <p:nvPr userDrawn="1"/>
          </p:nvSpPr>
          <p:spPr bwMode="auto">
            <a:xfrm>
              <a:off x="2495" y="2467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" name="Freeform 35"/>
            <p:cNvSpPr>
              <a:spLocks/>
            </p:cNvSpPr>
            <p:nvPr userDrawn="1"/>
          </p:nvSpPr>
          <p:spPr bwMode="auto">
            <a:xfrm>
              <a:off x="2547" y="2467"/>
              <a:ext cx="99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2 h 75"/>
                <a:gd name="T22" fmla="*/ 23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4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5" y="0"/>
                    <a:pt x="17" y="1"/>
                    <a:pt x="19" y="2"/>
                  </a:cubicBezTo>
                  <a:cubicBezTo>
                    <a:pt x="20" y="3"/>
                    <a:pt x="21" y="5"/>
                    <a:pt x="23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" name="Freeform 36"/>
            <p:cNvSpPr>
              <a:spLocks/>
            </p:cNvSpPr>
            <p:nvPr userDrawn="1"/>
          </p:nvSpPr>
          <p:spPr bwMode="auto">
            <a:xfrm>
              <a:off x="2678" y="2467"/>
              <a:ext cx="90" cy="112"/>
            </a:xfrm>
            <a:custGeom>
              <a:avLst/>
              <a:gdLst>
                <a:gd name="T0" fmla="*/ 60 w 60"/>
                <a:gd name="T1" fmla="*/ 42 h 74"/>
                <a:gd name="T2" fmla="*/ 14 w 60"/>
                <a:gd name="T3" fmla="*/ 42 h 74"/>
                <a:gd name="T4" fmla="*/ 14 w 60"/>
                <a:gd name="T5" fmla="*/ 74 h 74"/>
                <a:gd name="T6" fmla="*/ 0 w 60"/>
                <a:gd name="T7" fmla="*/ 74 h 74"/>
                <a:gd name="T8" fmla="*/ 0 w 60"/>
                <a:gd name="T9" fmla="*/ 15 h 74"/>
                <a:gd name="T10" fmla="*/ 6 w 60"/>
                <a:gd name="T11" fmla="*/ 3 h 74"/>
                <a:gd name="T12" fmla="*/ 21 w 60"/>
                <a:gd name="T13" fmla="*/ 0 h 74"/>
                <a:gd name="T14" fmla="*/ 60 w 60"/>
                <a:gd name="T15" fmla="*/ 0 h 74"/>
                <a:gd name="T16" fmla="*/ 60 w 60"/>
                <a:gd name="T17" fmla="*/ 11 h 74"/>
                <a:gd name="T18" fmla="*/ 25 w 60"/>
                <a:gd name="T19" fmla="*/ 11 h 74"/>
                <a:gd name="T20" fmla="*/ 14 w 60"/>
                <a:gd name="T21" fmla="*/ 18 h 74"/>
                <a:gd name="T22" fmla="*/ 14 w 60"/>
                <a:gd name="T23" fmla="*/ 32 h 74"/>
                <a:gd name="T24" fmla="*/ 60 w 60"/>
                <a:gd name="T25" fmla="*/ 32 h 74"/>
                <a:gd name="T26" fmla="*/ 60 w 60"/>
                <a:gd name="T2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4">
                  <a:moveTo>
                    <a:pt x="60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2" y="6"/>
                    <a:pt x="6" y="3"/>
                  </a:cubicBezTo>
                  <a:cubicBezTo>
                    <a:pt x="10" y="1"/>
                    <a:pt x="15" y="0"/>
                    <a:pt x="2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4" y="13"/>
                    <a:pt x="14" y="18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60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" name="Freeform 37"/>
            <p:cNvSpPr>
              <a:spLocks noEditPoints="1"/>
            </p:cNvSpPr>
            <p:nvPr userDrawn="1"/>
          </p:nvSpPr>
          <p:spPr bwMode="auto">
            <a:xfrm>
              <a:off x="2803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" name="Freeform 38"/>
            <p:cNvSpPr>
              <a:spLocks/>
            </p:cNvSpPr>
            <p:nvPr userDrawn="1"/>
          </p:nvSpPr>
          <p:spPr bwMode="auto">
            <a:xfrm>
              <a:off x="2931" y="246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5 h 74"/>
                <a:gd name="T6" fmla="*/ 14 w 65"/>
                <a:gd name="T7" fmla="*/ 41 h 74"/>
                <a:gd name="T8" fmla="*/ 23 w 65"/>
                <a:gd name="T9" fmla="*/ 35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3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8" y="34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8" y="11"/>
                    <a:pt x="4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60" y="40"/>
                  </a:cubicBezTo>
                  <a:cubicBezTo>
                    <a:pt x="56" y="42"/>
                    <a:pt x="51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" name="Freeform 39"/>
            <p:cNvSpPr>
              <a:spLocks/>
            </p:cNvSpPr>
            <p:nvPr userDrawn="1"/>
          </p:nvSpPr>
          <p:spPr bwMode="auto">
            <a:xfrm>
              <a:off x="3058" y="2467"/>
              <a:ext cx="137" cy="115"/>
            </a:xfrm>
            <a:custGeom>
              <a:avLst/>
              <a:gdLst>
                <a:gd name="T0" fmla="*/ 91 w 91"/>
                <a:gd name="T1" fmla="*/ 74 h 76"/>
                <a:gd name="T2" fmla="*/ 79 w 91"/>
                <a:gd name="T3" fmla="*/ 74 h 76"/>
                <a:gd name="T4" fmla="*/ 79 w 91"/>
                <a:gd name="T5" fmla="*/ 16 h 76"/>
                <a:gd name="T6" fmla="*/ 55 w 91"/>
                <a:gd name="T7" fmla="*/ 68 h 76"/>
                <a:gd name="T8" fmla="*/ 46 w 91"/>
                <a:gd name="T9" fmla="*/ 76 h 76"/>
                <a:gd name="T10" fmla="*/ 40 w 91"/>
                <a:gd name="T11" fmla="*/ 73 h 76"/>
                <a:gd name="T12" fmla="*/ 37 w 91"/>
                <a:gd name="T13" fmla="*/ 68 h 76"/>
                <a:gd name="T14" fmla="*/ 13 w 91"/>
                <a:gd name="T15" fmla="*/ 16 h 76"/>
                <a:gd name="T16" fmla="*/ 13 w 91"/>
                <a:gd name="T17" fmla="*/ 74 h 76"/>
                <a:gd name="T18" fmla="*/ 0 w 91"/>
                <a:gd name="T19" fmla="*/ 74 h 76"/>
                <a:gd name="T20" fmla="*/ 0 w 91"/>
                <a:gd name="T21" fmla="*/ 10 h 76"/>
                <a:gd name="T22" fmla="*/ 3 w 91"/>
                <a:gd name="T23" fmla="*/ 3 h 76"/>
                <a:gd name="T24" fmla="*/ 12 w 91"/>
                <a:gd name="T25" fmla="*/ 0 h 76"/>
                <a:gd name="T26" fmla="*/ 23 w 91"/>
                <a:gd name="T27" fmla="*/ 7 h 76"/>
                <a:gd name="T28" fmla="*/ 46 w 91"/>
                <a:gd name="T29" fmla="*/ 59 h 76"/>
                <a:gd name="T30" fmla="*/ 69 w 91"/>
                <a:gd name="T31" fmla="*/ 7 h 76"/>
                <a:gd name="T32" fmla="*/ 80 w 91"/>
                <a:gd name="T33" fmla="*/ 0 h 76"/>
                <a:gd name="T34" fmla="*/ 89 w 91"/>
                <a:gd name="T35" fmla="*/ 3 h 76"/>
                <a:gd name="T36" fmla="*/ 91 w 91"/>
                <a:gd name="T37" fmla="*/ 10 h 76"/>
                <a:gd name="T38" fmla="*/ 91 w 91"/>
                <a:gd name="T3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76">
                  <a:moveTo>
                    <a:pt x="91" y="74"/>
                  </a:moveTo>
                  <a:cubicBezTo>
                    <a:pt x="79" y="74"/>
                    <a:pt x="79" y="74"/>
                    <a:pt x="79" y="7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3" y="73"/>
                    <a:pt x="50" y="76"/>
                    <a:pt x="46" y="76"/>
                  </a:cubicBezTo>
                  <a:cubicBezTo>
                    <a:pt x="43" y="76"/>
                    <a:pt x="41" y="75"/>
                    <a:pt x="40" y="73"/>
                  </a:cubicBezTo>
                  <a:cubicBezTo>
                    <a:pt x="39" y="72"/>
                    <a:pt x="38" y="71"/>
                    <a:pt x="37" y="6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1" y="5"/>
                    <a:pt x="3" y="3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1" y="2"/>
                    <a:pt x="23" y="7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1" y="2"/>
                    <a:pt x="75" y="0"/>
                    <a:pt x="80" y="0"/>
                  </a:cubicBezTo>
                  <a:cubicBezTo>
                    <a:pt x="84" y="0"/>
                    <a:pt x="87" y="1"/>
                    <a:pt x="89" y="3"/>
                  </a:cubicBezTo>
                  <a:cubicBezTo>
                    <a:pt x="90" y="5"/>
                    <a:pt x="91" y="7"/>
                    <a:pt x="91" y="10"/>
                  </a:cubicBezTo>
                  <a:lnTo>
                    <a:pt x="91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9" name="Freeform 40"/>
            <p:cNvSpPr>
              <a:spLocks noEditPoints="1"/>
            </p:cNvSpPr>
            <p:nvPr userDrawn="1"/>
          </p:nvSpPr>
          <p:spPr bwMode="auto">
            <a:xfrm>
              <a:off x="3216" y="2467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40 w 80"/>
                <a:gd name="T23" fmla="*/ 13 h 74"/>
                <a:gd name="T24" fmla="*/ 27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2"/>
                    <a:pt x="35" y="0"/>
                    <a:pt x="40" y="0"/>
                  </a:cubicBezTo>
                  <a:cubicBezTo>
                    <a:pt x="45" y="0"/>
                    <a:pt x="49" y="2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40" y="13"/>
                    <a:pt x="40" y="13"/>
                    <a:pt x="40" y="13"/>
                  </a:cubicBezTo>
                  <a:cubicBezTo>
                    <a:pt x="27" y="46"/>
                    <a:pt x="27" y="46"/>
                    <a:pt x="27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0" name="Freeform 41"/>
            <p:cNvSpPr>
              <a:spLocks/>
            </p:cNvSpPr>
            <p:nvPr userDrawn="1"/>
          </p:nvSpPr>
          <p:spPr bwMode="auto">
            <a:xfrm>
              <a:off x="3338" y="2467"/>
              <a:ext cx="88" cy="112"/>
            </a:xfrm>
            <a:custGeom>
              <a:avLst/>
              <a:gdLst>
                <a:gd name="T0" fmla="*/ 88 w 88"/>
                <a:gd name="T1" fmla="*/ 15 h 112"/>
                <a:gd name="T2" fmla="*/ 55 w 88"/>
                <a:gd name="T3" fmla="*/ 15 h 112"/>
                <a:gd name="T4" fmla="*/ 55 w 88"/>
                <a:gd name="T5" fmla="*/ 112 h 112"/>
                <a:gd name="T6" fmla="*/ 35 w 88"/>
                <a:gd name="T7" fmla="*/ 112 h 112"/>
                <a:gd name="T8" fmla="*/ 35 w 88"/>
                <a:gd name="T9" fmla="*/ 15 h 112"/>
                <a:gd name="T10" fmla="*/ 0 w 88"/>
                <a:gd name="T11" fmla="*/ 15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5"/>
                  </a:moveTo>
                  <a:lnTo>
                    <a:pt x="55" y="15"/>
                  </a:lnTo>
                  <a:lnTo>
                    <a:pt x="55" y="112"/>
                  </a:lnTo>
                  <a:lnTo>
                    <a:pt x="35" y="112"/>
                  </a:lnTo>
                  <a:lnTo>
                    <a:pt x="3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1" name="Rectangle 42"/>
            <p:cNvSpPr>
              <a:spLocks noChangeArrowheads="1"/>
            </p:cNvSpPr>
            <p:nvPr userDrawn="1"/>
          </p:nvSpPr>
          <p:spPr bwMode="auto">
            <a:xfrm>
              <a:off x="3448" y="2467"/>
              <a:ext cx="22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2" name="Freeform 43"/>
            <p:cNvSpPr>
              <a:spLocks noEditPoints="1"/>
            </p:cNvSpPr>
            <p:nvPr userDrawn="1"/>
          </p:nvSpPr>
          <p:spPr bwMode="auto">
            <a:xfrm>
              <a:off x="3501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3" name="Freeform 44"/>
            <p:cNvSpPr>
              <a:spLocks/>
            </p:cNvSpPr>
            <p:nvPr userDrawn="1"/>
          </p:nvSpPr>
          <p:spPr bwMode="auto">
            <a:xfrm>
              <a:off x="3629" y="2467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2 h 75"/>
                <a:gd name="T22" fmla="*/ 22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4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4" y="0"/>
                    <a:pt x="17" y="1"/>
                    <a:pt x="18" y="2"/>
                  </a:cubicBezTo>
                  <a:cubicBezTo>
                    <a:pt x="19" y="3"/>
                    <a:pt x="21" y="5"/>
                    <a:pt x="22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4" name="Freeform 45"/>
            <p:cNvSpPr>
              <a:spLocks/>
            </p:cNvSpPr>
            <p:nvPr userDrawn="1"/>
          </p:nvSpPr>
          <p:spPr bwMode="auto">
            <a:xfrm>
              <a:off x="2023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5 w 65"/>
                <a:gd name="T9" fmla="*/ 70 h 75"/>
                <a:gd name="T10" fmla="*/ 0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6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4 w 65"/>
                <a:gd name="T27" fmla="*/ 11 h 75"/>
                <a:gd name="T28" fmla="*/ 16 w 65"/>
                <a:gd name="T29" fmla="*/ 13 h 75"/>
                <a:gd name="T30" fmla="*/ 13 w 65"/>
                <a:gd name="T31" fmla="*/ 20 h 75"/>
                <a:gd name="T32" fmla="*/ 13 w 65"/>
                <a:gd name="T33" fmla="*/ 55 h 75"/>
                <a:gd name="T34" fmla="*/ 16 w 65"/>
                <a:gd name="T35" fmla="*/ 62 h 75"/>
                <a:gd name="T36" fmla="*/ 24 w 65"/>
                <a:gd name="T37" fmla="*/ 64 h 75"/>
                <a:gd name="T38" fmla="*/ 41 w 65"/>
                <a:gd name="T39" fmla="*/ 64 h 75"/>
                <a:gd name="T40" fmla="*/ 51 w 65"/>
                <a:gd name="T41" fmla="*/ 55 h 75"/>
                <a:gd name="T42" fmla="*/ 51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3" y="67"/>
                    <a:pt x="60" y="70"/>
                  </a:cubicBezTo>
                  <a:cubicBezTo>
                    <a:pt x="56" y="73"/>
                    <a:pt x="51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9" y="73"/>
                    <a:pt x="5" y="70"/>
                  </a:cubicBezTo>
                  <a:cubicBezTo>
                    <a:pt x="3" y="68"/>
                    <a:pt x="1" y="66"/>
                    <a:pt x="0" y="63"/>
                  </a:cubicBezTo>
                  <a:cubicBezTo>
                    <a:pt x="0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8"/>
                    <a:pt x="4" y="6"/>
                    <a:pt x="6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0" y="11"/>
                    <a:pt x="17" y="12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8"/>
                    <a:pt x="14" y="61"/>
                    <a:pt x="16" y="62"/>
                  </a:cubicBezTo>
                  <a:cubicBezTo>
                    <a:pt x="18" y="63"/>
                    <a:pt x="20" y="64"/>
                    <a:pt x="24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8" y="64"/>
                    <a:pt x="51" y="61"/>
                    <a:pt x="51" y="55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5" name="Freeform 46"/>
            <p:cNvSpPr>
              <a:spLocks noEditPoints="1"/>
            </p:cNvSpPr>
            <p:nvPr userDrawn="1"/>
          </p:nvSpPr>
          <p:spPr bwMode="auto">
            <a:xfrm>
              <a:off x="2179" y="2698"/>
              <a:ext cx="89" cy="142"/>
            </a:xfrm>
            <a:custGeom>
              <a:avLst/>
              <a:gdLst>
                <a:gd name="T0" fmla="*/ 59 w 59"/>
                <a:gd name="T1" fmla="*/ 94 h 94"/>
                <a:gd name="T2" fmla="*/ 21 w 59"/>
                <a:gd name="T3" fmla="*/ 94 h 94"/>
                <a:gd name="T4" fmla="*/ 6 w 59"/>
                <a:gd name="T5" fmla="*/ 90 h 94"/>
                <a:gd name="T6" fmla="*/ 0 w 59"/>
                <a:gd name="T7" fmla="*/ 78 h 94"/>
                <a:gd name="T8" fmla="*/ 0 w 59"/>
                <a:gd name="T9" fmla="*/ 36 h 94"/>
                <a:gd name="T10" fmla="*/ 5 w 59"/>
                <a:gd name="T11" fmla="*/ 24 h 94"/>
                <a:gd name="T12" fmla="*/ 20 w 59"/>
                <a:gd name="T13" fmla="*/ 19 h 94"/>
                <a:gd name="T14" fmla="*/ 59 w 59"/>
                <a:gd name="T15" fmla="*/ 19 h 94"/>
                <a:gd name="T16" fmla="*/ 59 w 59"/>
                <a:gd name="T17" fmla="*/ 30 h 94"/>
                <a:gd name="T18" fmla="*/ 24 w 59"/>
                <a:gd name="T19" fmla="*/ 30 h 94"/>
                <a:gd name="T20" fmla="*/ 13 w 59"/>
                <a:gd name="T21" fmla="*/ 39 h 94"/>
                <a:gd name="T22" fmla="*/ 13 w 59"/>
                <a:gd name="T23" fmla="*/ 51 h 94"/>
                <a:gd name="T24" fmla="*/ 59 w 59"/>
                <a:gd name="T25" fmla="*/ 51 h 94"/>
                <a:gd name="T26" fmla="*/ 59 w 59"/>
                <a:gd name="T27" fmla="*/ 62 h 94"/>
                <a:gd name="T28" fmla="*/ 13 w 59"/>
                <a:gd name="T29" fmla="*/ 62 h 94"/>
                <a:gd name="T30" fmla="*/ 13 w 59"/>
                <a:gd name="T31" fmla="*/ 74 h 94"/>
                <a:gd name="T32" fmla="*/ 24 w 59"/>
                <a:gd name="T33" fmla="*/ 83 h 94"/>
                <a:gd name="T34" fmla="*/ 59 w 59"/>
                <a:gd name="T35" fmla="*/ 83 h 94"/>
                <a:gd name="T36" fmla="*/ 59 w 59"/>
                <a:gd name="T37" fmla="*/ 94 h 94"/>
                <a:gd name="T38" fmla="*/ 44 w 59"/>
                <a:gd name="T39" fmla="*/ 0 h 94"/>
                <a:gd name="T40" fmla="*/ 34 w 59"/>
                <a:gd name="T41" fmla="*/ 13 h 94"/>
                <a:gd name="T42" fmla="*/ 24 w 59"/>
                <a:gd name="T43" fmla="*/ 13 h 94"/>
                <a:gd name="T44" fmla="*/ 33 w 59"/>
                <a:gd name="T45" fmla="*/ 0 h 94"/>
                <a:gd name="T46" fmla="*/ 44 w 59"/>
                <a:gd name="T4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4">
                  <a:moveTo>
                    <a:pt x="59" y="94"/>
                  </a:moveTo>
                  <a:cubicBezTo>
                    <a:pt x="21" y="94"/>
                    <a:pt x="21" y="94"/>
                    <a:pt x="21" y="94"/>
                  </a:cubicBezTo>
                  <a:cubicBezTo>
                    <a:pt x="14" y="94"/>
                    <a:pt x="9" y="92"/>
                    <a:pt x="6" y="90"/>
                  </a:cubicBezTo>
                  <a:cubicBezTo>
                    <a:pt x="2" y="87"/>
                    <a:pt x="0" y="83"/>
                    <a:pt x="0" y="7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1"/>
                    <a:pt x="1" y="27"/>
                    <a:pt x="5" y="24"/>
                  </a:cubicBezTo>
                  <a:cubicBezTo>
                    <a:pt x="8" y="21"/>
                    <a:pt x="13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7" y="30"/>
                    <a:pt x="13" y="33"/>
                    <a:pt x="13" y="39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3"/>
                    <a:pt x="24" y="83"/>
                  </a:cubicBezTo>
                  <a:cubicBezTo>
                    <a:pt x="59" y="83"/>
                    <a:pt x="59" y="83"/>
                    <a:pt x="59" y="83"/>
                  </a:cubicBezTo>
                  <a:lnTo>
                    <a:pt x="59" y="94"/>
                  </a:lnTo>
                  <a:close/>
                  <a:moveTo>
                    <a:pt x="44" y="0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6" name="Freeform 47"/>
            <p:cNvSpPr>
              <a:spLocks noEditPoints="1"/>
            </p:cNvSpPr>
            <p:nvPr userDrawn="1"/>
          </p:nvSpPr>
          <p:spPr bwMode="auto">
            <a:xfrm>
              <a:off x="2322" y="2726"/>
              <a:ext cx="97" cy="114"/>
            </a:xfrm>
            <a:custGeom>
              <a:avLst/>
              <a:gdLst>
                <a:gd name="T0" fmla="*/ 64 w 64"/>
                <a:gd name="T1" fmla="*/ 58 h 75"/>
                <a:gd name="T2" fmla="*/ 42 w 64"/>
                <a:gd name="T3" fmla="*/ 75 h 75"/>
                <a:gd name="T4" fmla="*/ 22 w 64"/>
                <a:gd name="T5" fmla="*/ 75 h 75"/>
                <a:gd name="T6" fmla="*/ 7 w 64"/>
                <a:gd name="T7" fmla="*/ 71 h 75"/>
                <a:gd name="T8" fmla="*/ 0 w 64"/>
                <a:gd name="T9" fmla="*/ 58 h 75"/>
                <a:gd name="T10" fmla="*/ 0 w 64"/>
                <a:gd name="T11" fmla="*/ 17 h 75"/>
                <a:gd name="T12" fmla="*/ 7 w 64"/>
                <a:gd name="T13" fmla="*/ 4 h 75"/>
                <a:gd name="T14" fmla="*/ 22 w 64"/>
                <a:gd name="T15" fmla="*/ 0 h 75"/>
                <a:gd name="T16" fmla="*/ 43 w 64"/>
                <a:gd name="T17" fmla="*/ 0 h 75"/>
                <a:gd name="T18" fmla="*/ 64 w 64"/>
                <a:gd name="T19" fmla="*/ 17 h 75"/>
                <a:gd name="T20" fmla="*/ 64 w 64"/>
                <a:gd name="T21" fmla="*/ 58 h 75"/>
                <a:gd name="T22" fmla="*/ 51 w 64"/>
                <a:gd name="T23" fmla="*/ 55 h 75"/>
                <a:gd name="T24" fmla="*/ 51 w 64"/>
                <a:gd name="T25" fmla="*/ 21 h 75"/>
                <a:gd name="T26" fmla="*/ 48 w 64"/>
                <a:gd name="T27" fmla="*/ 13 h 75"/>
                <a:gd name="T28" fmla="*/ 39 w 64"/>
                <a:gd name="T29" fmla="*/ 11 h 75"/>
                <a:gd name="T30" fmla="*/ 26 w 64"/>
                <a:gd name="T31" fmla="*/ 11 h 75"/>
                <a:gd name="T32" fmla="*/ 16 w 64"/>
                <a:gd name="T33" fmla="*/ 13 h 75"/>
                <a:gd name="T34" fmla="*/ 14 w 64"/>
                <a:gd name="T35" fmla="*/ 21 h 75"/>
                <a:gd name="T36" fmla="*/ 14 w 64"/>
                <a:gd name="T37" fmla="*/ 55 h 75"/>
                <a:gd name="T38" fmla="*/ 17 w 64"/>
                <a:gd name="T39" fmla="*/ 62 h 75"/>
                <a:gd name="T40" fmla="*/ 26 w 64"/>
                <a:gd name="T41" fmla="*/ 64 h 75"/>
                <a:gd name="T42" fmla="*/ 39 w 64"/>
                <a:gd name="T43" fmla="*/ 64 h 75"/>
                <a:gd name="T44" fmla="*/ 48 w 64"/>
                <a:gd name="T45" fmla="*/ 62 h 75"/>
                <a:gd name="T46" fmla="*/ 51 w 64"/>
                <a:gd name="T47" fmla="*/ 5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5">
                  <a:moveTo>
                    <a:pt x="64" y="58"/>
                  </a:moveTo>
                  <a:cubicBezTo>
                    <a:pt x="64" y="69"/>
                    <a:pt x="57" y="75"/>
                    <a:pt x="4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7" y="71"/>
                  </a:cubicBezTo>
                  <a:cubicBezTo>
                    <a:pt x="3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8"/>
                  </a:lnTo>
                  <a:close/>
                  <a:moveTo>
                    <a:pt x="51" y="55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1" y="17"/>
                    <a:pt x="50" y="15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5"/>
                    <a:pt x="14" y="17"/>
                    <a:pt x="14" y="21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7" name="Freeform 48"/>
            <p:cNvSpPr>
              <a:spLocks/>
            </p:cNvSpPr>
            <p:nvPr userDrawn="1"/>
          </p:nvSpPr>
          <p:spPr bwMode="auto">
            <a:xfrm>
              <a:off x="2476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6 w 65"/>
                <a:gd name="T9" fmla="*/ 70 h 75"/>
                <a:gd name="T10" fmla="*/ 1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7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5 w 65"/>
                <a:gd name="T27" fmla="*/ 11 h 75"/>
                <a:gd name="T28" fmla="*/ 16 w 65"/>
                <a:gd name="T29" fmla="*/ 13 h 75"/>
                <a:gd name="T30" fmla="*/ 14 w 65"/>
                <a:gd name="T31" fmla="*/ 20 h 75"/>
                <a:gd name="T32" fmla="*/ 14 w 65"/>
                <a:gd name="T33" fmla="*/ 55 h 75"/>
                <a:gd name="T34" fmla="*/ 17 w 65"/>
                <a:gd name="T35" fmla="*/ 62 h 75"/>
                <a:gd name="T36" fmla="*/ 25 w 65"/>
                <a:gd name="T37" fmla="*/ 64 h 75"/>
                <a:gd name="T38" fmla="*/ 42 w 65"/>
                <a:gd name="T39" fmla="*/ 64 h 75"/>
                <a:gd name="T40" fmla="*/ 52 w 65"/>
                <a:gd name="T41" fmla="*/ 55 h 75"/>
                <a:gd name="T42" fmla="*/ 52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4" y="67"/>
                    <a:pt x="60" y="70"/>
                  </a:cubicBezTo>
                  <a:cubicBezTo>
                    <a:pt x="57" y="73"/>
                    <a:pt x="52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1" y="12"/>
                    <a:pt x="1" y="10"/>
                  </a:cubicBezTo>
                  <a:cubicBezTo>
                    <a:pt x="2" y="8"/>
                    <a:pt x="4" y="6"/>
                    <a:pt x="7" y="4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6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1"/>
                    <a:pt x="17" y="62"/>
                  </a:cubicBezTo>
                  <a:cubicBezTo>
                    <a:pt x="18" y="63"/>
                    <a:pt x="21" y="64"/>
                    <a:pt x="25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9" y="64"/>
                    <a:pt x="52" y="61"/>
                    <a:pt x="52" y="55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8" name="Freeform 49"/>
            <p:cNvSpPr>
              <a:spLocks/>
            </p:cNvSpPr>
            <p:nvPr userDrawn="1"/>
          </p:nvSpPr>
          <p:spPr bwMode="auto">
            <a:xfrm>
              <a:off x="2631" y="2728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5 h 74"/>
                <a:gd name="T6" fmla="*/ 15 w 65"/>
                <a:gd name="T7" fmla="*/ 40 h 74"/>
                <a:gd name="T8" fmla="*/ 23 w 65"/>
                <a:gd name="T9" fmla="*/ 34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8 h 74"/>
                <a:gd name="T16" fmla="*/ 41 w 65"/>
                <a:gd name="T17" fmla="*/ 10 h 74"/>
                <a:gd name="T18" fmla="*/ 14 w 65"/>
                <a:gd name="T19" fmla="*/ 10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5 h 74"/>
                <a:gd name="T30" fmla="*/ 65 w 65"/>
                <a:gd name="T31" fmla="*/ 28 h 74"/>
                <a:gd name="T32" fmla="*/ 60 w 65"/>
                <a:gd name="T33" fmla="*/ 39 h 74"/>
                <a:gd name="T34" fmla="*/ 46 w 65"/>
                <a:gd name="T35" fmla="*/ 43 h 74"/>
                <a:gd name="T36" fmla="*/ 31 w 65"/>
                <a:gd name="T37" fmla="*/ 43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4"/>
                    <a:pt x="15" y="43"/>
                    <a:pt x="15" y="40"/>
                  </a:cubicBezTo>
                  <a:cubicBezTo>
                    <a:pt x="15" y="36"/>
                    <a:pt x="17" y="34"/>
                    <a:pt x="23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4"/>
                    <a:pt x="52" y="32"/>
                    <a:pt x="52" y="2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3"/>
                    <a:pt x="48" y="10"/>
                    <a:pt x="41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5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5" y="33"/>
                    <a:pt x="63" y="36"/>
                    <a:pt x="60" y="39"/>
                  </a:cubicBezTo>
                  <a:cubicBezTo>
                    <a:pt x="56" y="42"/>
                    <a:pt x="52" y="43"/>
                    <a:pt x="46" y="43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9" name="Freeform 50"/>
            <p:cNvSpPr>
              <a:spLocks noEditPoints="1"/>
            </p:cNvSpPr>
            <p:nvPr userDrawn="1"/>
          </p:nvSpPr>
          <p:spPr bwMode="auto">
            <a:xfrm>
              <a:off x="2773" y="2728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5 h 74"/>
                <a:gd name="T6" fmla="*/ 22 w 80"/>
                <a:gd name="T7" fmla="*/ 55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6 h 74"/>
                <a:gd name="T14" fmla="*/ 40 w 80"/>
                <a:gd name="T15" fmla="*/ 0 h 74"/>
                <a:gd name="T16" fmla="*/ 50 w 80"/>
                <a:gd name="T17" fmla="*/ 6 h 74"/>
                <a:gd name="T18" fmla="*/ 80 w 80"/>
                <a:gd name="T19" fmla="*/ 74 h 74"/>
                <a:gd name="T20" fmla="*/ 54 w 80"/>
                <a:gd name="T21" fmla="*/ 45 h 74"/>
                <a:gd name="T22" fmla="*/ 39 w 80"/>
                <a:gd name="T23" fmla="*/ 12 h 74"/>
                <a:gd name="T24" fmla="*/ 26 w 80"/>
                <a:gd name="T25" fmla="*/ 45 h 74"/>
                <a:gd name="T26" fmla="*/ 54 w 80"/>
                <a:gd name="T27" fmla="*/ 4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2"/>
                    <a:pt x="35" y="0"/>
                    <a:pt x="40" y="0"/>
                  </a:cubicBezTo>
                  <a:cubicBezTo>
                    <a:pt x="45" y="0"/>
                    <a:pt x="48" y="2"/>
                    <a:pt x="50" y="6"/>
                  </a:cubicBezTo>
                  <a:lnTo>
                    <a:pt x="80" y="74"/>
                  </a:lnTo>
                  <a:close/>
                  <a:moveTo>
                    <a:pt x="54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26" y="45"/>
                    <a:pt x="26" y="45"/>
                    <a:pt x="26" y="45"/>
                  </a:cubicBezTo>
                  <a:lnTo>
                    <a:pt x="54" y="4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0" name="Freeform 51"/>
            <p:cNvSpPr>
              <a:spLocks noEditPoints="1"/>
            </p:cNvSpPr>
            <p:nvPr userDrawn="1"/>
          </p:nvSpPr>
          <p:spPr bwMode="auto">
            <a:xfrm>
              <a:off x="2939" y="2726"/>
              <a:ext cx="99" cy="114"/>
            </a:xfrm>
            <a:custGeom>
              <a:avLst/>
              <a:gdLst>
                <a:gd name="T0" fmla="*/ 66 w 66"/>
                <a:gd name="T1" fmla="*/ 31 h 75"/>
                <a:gd name="T2" fmla="*/ 60 w 66"/>
                <a:gd name="T3" fmla="*/ 42 h 75"/>
                <a:gd name="T4" fmla="*/ 46 w 66"/>
                <a:gd name="T5" fmla="*/ 47 h 75"/>
                <a:gd name="T6" fmla="*/ 14 w 66"/>
                <a:gd name="T7" fmla="*/ 47 h 75"/>
                <a:gd name="T8" fmla="*/ 14 w 66"/>
                <a:gd name="T9" fmla="*/ 75 h 75"/>
                <a:gd name="T10" fmla="*/ 0 w 66"/>
                <a:gd name="T11" fmla="*/ 75 h 75"/>
                <a:gd name="T12" fmla="*/ 0 w 66"/>
                <a:gd name="T13" fmla="*/ 0 h 75"/>
                <a:gd name="T14" fmla="*/ 45 w 66"/>
                <a:gd name="T15" fmla="*/ 0 h 75"/>
                <a:gd name="T16" fmla="*/ 60 w 66"/>
                <a:gd name="T17" fmla="*/ 4 h 75"/>
                <a:gd name="T18" fmla="*/ 66 w 66"/>
                <a:gd name="T19" fmla="*/ 15 h 75"/>
                <a:gd name="T20" fmla="*/ 66 w 66"/>
                <a:gd name="T21" fmla="*/ 31 h 75"/>
                <a:gd name="T22" fmla="*/ 52 w 66"/>
                <a:gd name="T23" fmla="*/ 27 h 75"/>
                <a:gd name="T24" fmla="*/ 52 w 66"/>
                <a:gd name="T25" fmla="*/ 18 h 75"/>
                <a:gd name="T26" fmla="*/ 42 w 66"/>
                <a:gd name="T27" fmla="*/ 11 h 75"/>
                <a:gd name="T28" fmla="*/ 14 w 66"/>
                <a:gd name="T29" fmla="*/ 11 h 75"/>
                <a:gd name="T30" fmla="*/ 14 w 66"/>
                <a:gd name="T31" fmla="*/ 36 h 75"/>
                <a:gd name="T32" fmla="*/ 41 w 66"/>
                <a:gd name="T33" fmla="*/ 36 h 75"/>
                <a:gd name="T34" fmla="*/ 52 w 66"/>
                <a:gd name="T35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5">
                  <a:moveTo>
                    <a:pt x="66" y="31"/>
                  </a:moveTo>
                  <a:cubicBezTo>
                    <a:pt x="66" y="36"/>
                    <a:pt x="64" y="40"/>
                    <a:pt x="60" y="42"/>
                  </a:cubicBezTo>
                  <a:cubicBezTo>
                    <a:pt x="57" y="45"/>
                    <a:pt x="52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6" y="1"/>
                    <a:pt x="60" y="4"/>
                  </a:cubicBezTo>
                  <a:cubicBezTo>
                    <a:pt x="63" y="7"/>
                    <a:pt x="65" y="10"/>
                    <a:pt x="66" y="15"/>
                  </a:cubicBezTo>
                  <a:cubicBezTo>
                    <a:pt x="66" y="20"/>
                    <a:pt x="66" y="25"/>
                    <a:pt x="66" y="31"/>
                  </a:cubicBezTo>
                  <a:close/>
                  <a:moveTo>
                    <a:pt x="52" y="27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52" y="14"/>
                    <a:pt x="49" y="11"/>
                    <a:pt x="42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9" y="36"/>
                    <a:pt x="52" y="33"/>
                    <a:pt x="52" y="27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1" name="Freeform 52"/>
            <p:cNvSpPr>
              <a:spLocks/>
            </p:cNvSpPr>
            <p:nvPr userDrawn="1"/>
          </p:nvSpPr>
          <p:spPr bwMode="auto">
            <a:xfrm>
              <a:off x="3094" y="2726"/>
              <a:ext cx="100" cy="114"/>
            </a:xfrm>
            <a:custGeom>
              <a:avLst/>
              <a:gdLst>
                <a:gd name="T0" fmla="*/ 100 w 100"/>
                <a:gd name="T1" fmla="*/ 114 h 114"/>
                <a:gd name="T2" fmla="*/ 80 w 100"/>
                <a:gd name="T3" fmla="*/ 114 h 114"/>
                <a:gd name="T4" fmla="*/ 80 w 100"/>
                <a:gd name="T5" fmla="*/ 65 h 114"/>
                <a:gd name="T6" fmla="*/ 20 w 100"/>
                <a:gd name="T7" fmla="*/ 65 h 114"/>
                <a:gd name="T8" fmla="*/ 20 w 100"/>
                <a:gd name="T9" fmla="*/ 114 h 114"/>
                <a:gd name="T10" fmla="*/ 0 w 100"/>
                <a:gd name="T11" fmla="*/ 114 h 114"/>
                <a:gd name="T12" fmla="*/ 0 w 100"/>
                <a:gd name="T13" fmla="*/ 0 h 114"/>
                <a:gd name="T14" fmla="*/ 20 w 100"/>
                <a:gd name="T15" fmla="*/ 0 h 114"/>
                <a:gd name="T16" fmla="*/ 20 w 100"/>
                <a:gd name="T17" fmla="*/ 49 h 114"/>
                <a:gd name="T18" fmla="*/ 80 w 100"/>
                <a:gd name="T19" fmla="*/ 49 h 114"/>
                <a:gd name="T20" fmla="*/ 80 w 100"/>
                <a:gd name="T21" fmla="*/ 0 h 114"/>
                <a:gd name="T22" fmla="*/ 100 w 100"/>
                <a:gd name="T23" fmla="*/ 0 h 114"/>
                <a:gd name="T24" fmla="*/ 100 w 100"/>
                <a:gd name="T2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" h="114">
                  <a:moveTo>
                    <a:pt x="100" y="114"/>
                  </a:moveTo>
                  <a:lnTo>
                    <a:pt x="80" y="114"/>
                  </a:lnTo>
                  <a:lnTo>
                    <a:pt x="80" y="65"/>
                  </a:lnTo>
                  <a:lnTo>
                    <a:pt x="20" y="65"/>
                  </a:lnTo>
                  <a:lnTo>
                    <a:pt x="20" y="114"/>
                  </a:lnTo>
                  <a:lnTo>
                    <a:pt x="0" y="114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9"/>
                  </a:lnTo>
                  <a:lnTo>
                    <a:pt x="80" y="49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11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2" name="Rectangle 53"/>
            <p:cNvSpPr>
              <a:spLocks noChangeArrowheads="1"/>
            </p:cNvSpPr>
            <p:nvPr userDrawn="1"/>
          </p:nvSpPr>
          <p:spPr bwMode="auto">
            <a:xfrm>
              <a:off x="3251" y="2726"/>
              <a:ext cx="20" cy="114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3" name="Freeform 54"/>
            <p:cNvSpPr>
              <a:spLocks noEditPoints="1"/>
            </p:cNvSpPr>
            <p:nvPr userDrawn="1"/>
          </p:nvSpPr>
          <p:spPr bwMode="auto">
            <a:xfrm>
              <a:off x="3328" y="2726"/>
              <a:ext cx="98" cy="129"/>
            </a:xfrm>
            <a:custGeom>
              <a:avLst/>
              <a:gdLst>
                <a:gd name="T0" fmla="*/ 65 w 65"/>
                <a:gd name="T1" fmla="*/ 58 h 85"/>
                <a:gd name="T2" fmla="*/ 51 w 65"/>
                <a:gd name="T3" fmla="*/ 74 h 85"/>
                <a:gd name="T4" fmla="*/ 64 w 65"/>
                <a:gd name="T5" fmla="*/ 85 h 85"/>
                <a:gd name="T6" fmla="*/ 46 w 65"/>
                <a:gd name="T7" fmla="*/ 85 h 85"/>
                <a:gd name="T8" fmla="*/ 33 w 65"/>
                <a:gd name="T9" fmla="*/ 75 h 85"/>
                <a:gd name="T10" fmla="*/ 22 w 65"/>
                <a:gd name="T11" fmla="*/ 75 h 85"/>
                <a:gd name="T12" fmla="*/ 7 w 65"/>
                <a:gd name="T13" fmla="*/ 71 h 85"/>
                <a:gd name="T14" fmla="*/ 0 w 65"/>
                <a:gd name="T15" fmla="*/ 58 h 85"/>
                <a:gd name="T16" fmla="*/ 0 w 65"/>
                <a:gd name="T17" fmla="*/ 17 h 85"/>
                <a:gd name="T18" fmla="*/ 7 w 65"/>
                <a:gd name="T19" fmla="*/ 4 h 85"/>
                <a:gd name="T20" fmla="*/ 22 w 65"/>
                <a:gd name="T21" fmla="*/ 0 h 85"/>
                <a:gd name="T22" fmla="*/ 43 w 65"/>
                <a:gd name="T23" fmla="*/ 0 h 85"/>
                <a:gd name="T24" fmla="*/ 58 w 65"/>
                <a:gd name="T25" fmla="*/ 4 h 85"/>
                <a:gd name="T26" fmla="*/ 65 w 65"/>
                <a:gd name="T27" fmla="*/ 17 h 85"/>
                <a:gd name="T28" fmla="*/ 65 w 65"/>
                <a:gd name="T29" fmla="*/ 58 h 85"/>
                <a:gd name="T30" fmla="*/ 52 w 65"/>
                <a:gd name="T31" fmla="*/ 56 h 85"/>
                <a:gd name="T32" fmla="*/ 52 w 65"/>
                <a:gd name="T33" fmla="*/ 20 h 85"/>
                <a:gd name="T34" fmla="*/ 49 w 65"/>
                <a:gd name="T35" fmla="*/ 13 h 85"/>
                <a:gd name="T36" fmla="*/ 39 w 65"/>
                <a:gd name="T37" fmla="*/ 11 h 85"/>
                <a:gd name="T38" fmla="*/ 26 w 65"/>
                <a:gd name="T39" fmla="*/ 11 h 85"/>
                <a:gd name="T40" fmla="*/ 16 w 65"/>
                <a:gd name="T41" fmla="*/ 13 h 85"/>
                <a:gd name="T42" fmla="*/ 14 w 65"/>
                <a:gd name="T43" fmla="*/ 20 h 85"/>
                <a:gd name="T44" fmla="*/ 14 w 65"/>
                <a:gd name="T45" fmla="*/ 55 h 85"/>
                <a:gd name="T46" fmla="*/ 17 w 65"/>
                <a:gd name="T47" fmla="*/ 62 h 85"/>
                <a:gd name="T48" fmla="*/ 26 w 65"/>
                <a:gd name="T49" fmla="*/ 64 h 85"/>
                <a:gd name="T50" fmla="*/ 39 w 65"/>
                <a:gd name="T51" fmla="*/ 64 h 85"/>
                <a:gd name="T52" fmla="*/ 49 w 65"/>
                <a:gd name="T53" fmla="*/ 62 h 85"/>
                <a:gd name="T54" fmla="*/ 52 w 65"/>
                <a:gd name="T55" fmla="*/ 5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85">
                  <a:moveTo>
                    <a:pt x="65" y="58"/>
                  </a:moveTo>
                  <a:cubicBezTo>
                    <a:pt x="65" y="67"/>
                    <a:pt x="60" y="72"/>
                    <a:pt x="51" y="74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4"/>
                    <a:pt x="7" y="71"/>
                  </a:cubicBezTo>
                  <a:cubicBezTo>
                    <a:pt x="2" y="69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0" y="0"/>
                    <a:pt x="55" y="2"/>
                    <a:pt x="58" y="4"/>
                  </a:cubicBezTo>
                  <a:cubicBezTo>
                    <a:pt x="63" y="7"/>
                    <a:pt x="65" y="11"/>
                    <a:pt x="65" y="17"/>
                  </a:cubicBezTo>
                  <a:lnTo>
                    <a:pt x="65" y="58"/>
                  </a:lnTo>
                  <a:close/>
                  <a:moveTo>
                    <a:pt x="52" y="56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17"/>
                    <a:pt x="51" y="14"/>
                    <a:pt x="49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9"/>
                    <a:pt x="15" y="61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9" y="62"/>
                  </a:cubicBezTo>
                  <a:cubicBezTo>
                    <a:pt x="51" y="61"/>
                    <a:pt x="52" y="59"/>
                    <a:pt x="52" y="56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4" name="Freeform 55"/>
            <p:cNvSpPr>
              <a:spLocks/>
            </p:cNvSpPr>
            <p:nvPr userDrawn="1"/>
          </p:nvSpPr>
          <p:spPr bwMode="auto">
            <a:xfrm>
              <a:off x="3483" y="2726"/>
              <a:ext cx="98" cy="114"/>
            </a:xfrm>
            <a:custGeom>
              <a:avLst/>
              <a:gdLst>
                <a:gd name="T0" fmla="*/ 65 w 65"/>
                <a:gd name="T1" fmla="*/ 56 h 75"/>
                <a:gd name="T2" fmla="*/ 64 w 65"/>
                <a:gd name="T3" fmla="*/ 64 h 75"/>
                <a:gd name="T4" fmla="*/ 60 w 65"/>
                <a:gd name="T5" fmla="*/ 70 h 75"/>
                <a:gd name="T6" fmla="*/ 52 w 65"/>
                <a:gd name="T7" fmla="*/ 74 h 75"/>
                <a:gd name="T8" fmla="*/ 43 w 65"/>
                <a:gd name="T9" fmla="*/ 75 h 75"/>
                <a:gd name="T10" fmla="*/ 22 w 65"/>
                <a:gd name="T11" fmla="*/ 75 h 75"/>
                <a:gd name="T12" fmla="*/ 13 w 65"/>
                <a:gd name="T13" fmla="*/ 74 h 75"/>
                <a:gd name="T14" fmla="*/ 6 w 65"/>
                <a:gd name="T15" fmla="*/ 70 h 75"/>
                <a:gd name="T16" fmla="*/ 1 w 65"/>
                <a:gd name="T17" fmla="*/ 64 h 75"/>
                <a:gd name="T18" fmla="*/ 0 w 65"/>
                <a:gd name="T19" fmla="*/ 56 h 75"/>
                <a:gd name="T20" fmla="*/ 0 w 65"/>
                <a:gd name="T21" fmla="*/ 0 h 75"/>
                <a:gd name="T22" fmla="*/ 13 w 65"/>
                <a:gd name="T23" fmla="*/ 0 h 75"/>
                <a:gd name="T24" fmla="*/ 13 w 65"/>
                <a:gd name="T25" fmla="*/ 54 h 75"/>
                <a:gd name="T26" fmla="*/ 16 w 65"/>
                <a:gd name="T27" fmla="*/ 62 h 75"/>
                <a:gd name="T28" fmla="*/ 26 w 65"/>
                <a:gd name="T29" fmla="*/ 64 h 75"/>
                <a:gd name="T30" fmla="*/ 40 w 65"/>
                <a:gd name="T31" fmla="*/ 64 h 75"/>
                <a:gd name="T32" fmla="*/ 49 w 65"/>
                <a:gd name="T33" fmla="*/ 62 h 75"/>
                <a:gd name="T34" fmla="*/ 52 w 65"/>
                <a:gd name="T35" fmla="*/ 54 h 75"/>
                <a:gd name="T36" fmla="*/ 52 w 65"/>
                <a:gd name="T37" fmla="*/ 0 h 75"/>
                <a:gd name="T38" fmla="*/ 65 w 65"/>
                <a:gd name="T39" fmla="*/ 0 h 75"/>
                <a:gd name="T40" fmla="*/ 65 w 65"/>
                <a:gd name="T41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5" h="75">
                  <a:moveTo>
                    <a:pt x="65" y="56"/>
                  </a:moveTo>
                  <a:cubicBezTo>
                    <a:pt x="65" y="59"/>
                    <a:pt x="65" y="62"/>
                    <a:pt x="64" y="64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7" y="72"/>
                    <a:pt x="55" y="73"/>
                    <a:pt x="52" y="74"/>
                  </a:cubicBezTo>
                  <a:cubicBezTo>
                    <a:pt x="50" y="74"/>
                    <a:pt x="47" y="75"/>
                    <a:pt x="4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8" y="75"/>
                    <a:pt x="15" y="74"/>
                    <a:pt x="13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3" y="68"/>
                    <a:pt x="2" y="66"/>
                    <a:pt x="1" y="64"/>
                  </a:cubicBezTo>
                  <a:cubicBezTo>
                    <a:pt x="0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4" y="64"/>
                    <a:pt x="48" y="63"/>
                    <a:pt x="49" y="62"/>
                  </a:cubicBezTo>
                  <a:cubicBezTo>
                    <a:pt x="51" y="60"/>
                    <a:pt x="52" y="58"/>
                    <a:pt x="52" y="5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5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5" name="Freeform 56"/>
            <p:cNvSpPr>
              <a:spLocks/>
            </p:cNvSpPr>
            <p:nvPr userDrawn="1"/>
          </p:nvSpPr>
          <p:spPr bwMode="auto">
            <a:xfrm>
              <a:off x="3638" y="2728"/>
              <a:ext cx="89" cy="112"/>
            </a:xfrm>
            <a:custGeom>
              <a:avLst/>
              <a:gdLst>
                <a:gd name="T0" fmla="*/ 57 w 59"/>
                <a:gd name="T1" fmla="*/ 42 h 74"/>
                <a:gd name="T2" fmla="*/ 14 w 59"/>
                <a:gd name="T3" fmla="*/ 42 h 74"/>
                <a:gd name="T4" fmla="*/ 14 w 59"/>
                <a:gd name="T5" fmla="*/ 54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2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6 h 74"/>
                <a:gd name="T20" fmla="*/ 6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0 h 74"/>
                <a:gd name="T28" fmla="*/ 25 w 59"/>
                <a:gd name="T29" fmla="*/ 10 h 74"/>
                <a:gd name="T30" fmla="*/ 14 w 59"/>
                <a:gd name="T31" fmla="*/ 19 h 74"/>
                <a:gd name="T32" fmla="*/ 14 w 59"/>
                <a:gd name="T33" fmla="*/ 31 h 74"/>
                <a:gd name="T34" fmla="*/ 57 w 59"/>
                <a:gd name="T35" fmla="*/ 31 h 74"/>
                <a:gd name="T36" fmla="*/ 57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2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7" y="10"/>
                    <a:pt x="14" y="13"/>
                    <a:pt x="14" y="19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57" y="31"/>
                    <a:pt x="57" y="31"/>
                    <a:pt x="57" y="31"/>
                  </a:cubicBezTo>
                  <a:lnTo>
                    <a:pt x="57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6" name="Freeform 57"/>
            <p:cNvSpPr>
              <a:spLocks/>
            </p:cNvSpPr>
            <p:nvPr userDrawn="1"/>
          </p:nvSpPr>
          <p:spPr bwMode="auto">
            <a:xfrm>
              <a:off x="2023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4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4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4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4" y="74"/>
                    <a:pt x="9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1" y="8"/>
                    <a:pt x="5" y="5"/>
                  </a:cubicBezTo>
                  <a:cubicBezTo>
                    <a:pt x="9" y="2"/>
                    <a:pt x="13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7" name="Freeform 58"/>
            <p:cNvSpPr>
              <a:spLocks/>
            </p:cNvSpPr>
            <p:nvPr userDrawn="1"/>
          </p:nvSpPr>
          <p:spPr bwMode="auto">
            <a:xfrm>
              <a:off x="2164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8" name="Freeform 59"/>
            <p:cNvSpPr>
              <a:spLocks/>
            </p:cNvSpPr>
            <p:nvPr userDrawn="1"/>
          </p:nvSpPr>
          <p:spPr bwMode="auto">
            <a:xfrm>
              <a:off x="2394" y="2987"/>
              <a:ext cx="89" cy="112"/>
            </a:xfrm>
            <a:custGeom>
              <a:avLst/>
              <a:gdLst>
                <a:gd name="T0" fmla="*/ 59 w 59"/>
                <a:gd name="T1" fmla="*/ 43 h 74"/>
                <a:gd name="T2" fmla="*/ 13 w 59"/>
                <a:gd name="T3" fmla="*/ 43 h 74"/>
                <a:gd name="T4" fmla="*/ 13 w 59"/>
                <a:gd name="T5" fmla="*/ 74 h 74"/>
                <a:gd name="T6" fmla="*/ 0 w 59"/>
                <a:gd name="T7" fmla="*/ 74 h 74"/>
                <a:gd name="T8" fmla="*/ 0 w 59"/>
                <a:gd name="T9" fmla="*/ 15 h 74"/>
                <a:gd name="T10" fmla="*/ 6 w 59"/>
                <a:gd name="T11" fmla="*/ 4 h 74"/>
                <a:gd name="T12" fmla="*/ 20 w 59"/>
                <a:gd name="T13" fmla="*/ 0 h 74"/>
                <a:gd name="T14" fmla="*/ 59 w 59"/>
                <a:gd name="T15" fmla="*/ 0 h 74"/>
                <a:gd name="T16" fmla="*/ 59 w 59"/>
                <a:gd name="T17" fmla="*/ 11 h 74"/>
                <a:gd name="T18" fmla="*/ 24 w 59"/>
                <a:gd name="T19" fmla="*/ 11 h 74"/>
                <a:gd name="T20" fmla="*/ 13 w 59"/>
                <a:gd name="T21" fmla="*/ 19 h 74"/>
                <a:gd name="T22" fmla="*/ 13 w 59"/>
                <a:gd name="T23" fmla="*/ 32 h 74"/>
                <a:gd name="T24" fmla="*/ 59 w 59"/>
                <a:gd name="T25" fmla="*/ 32 h 74"/>
                <a:gd name="T26" fmla="*/ 59 w 59"/>
                <a:gd name="T2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" h="74">
                  <a:moveTo>
                    <a:pt x="59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6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9" y="32"/>
                    <a:pt x="59" y="32"/>
                    <a:pt x="59" y="32"/>
                  </a:cubicBezTo>
                  <a:lnTo>
                    <a:pt x="59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9" name="Freeform 60"/>
            <p:cNvSpPr>
              <a:spLocks noEditPoints="1"/>
            </p:cNvSpPr>
            <p:nvPr userDrawn="1"/>
          </p:nvSpPr>
          <p:spPr bwMode="auto">
            <a:xfrm>
              <a:off x="2542" y="298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6" y="12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5" y="60"/>
                    <a:pt x="17" y="61"/>
                  </a:cubicBezTo>
                  <a:cubicBezTo>
                    <a:pt x="18" y="63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3"/>
                    <a:pt x="48" y="61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0" name="Freeform 61"/>
            <p:cNvSpPr>
              <a:spLocks/>
            </p:cNvSpPr>
            <p:nvPr userDrawn="1"/>
          </p:nvSpPr>
          <p:spPr bwMode="auto">
            <a:xfrm>
              <a:off x="269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6 h 74"/>
                <a:gd name="T6" fmla="*/ 14 w 65"/>
                <a:gd name="T7" fmla="*/ 41 h 74"/>
                <a:gd name="T8" fmla="*/ 22 w 65"/>
                <a:gd name="T9" fmla="*/ 35 h 74"/>
                <a:gd name="T10" fmla="*/ 42 w 65"/>
                <a:gd name="T11" fmla="*/ 35 h 74"/>
                <a:gd name="T12" fmla="*/ 51 w 65"/>
                <a:gd name="T13" fmla="*/ 27 h 74"/>
                <a:gd name="T14" fmla="*/ 51 w 65"/>
                <a:gd name="T15" fmla="*/ 19 h 74"/>
                <a:gd name="T16" fmla="*/ 40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4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59 w 65"/>
                <a:gd name="T33" fmla="*/ 40 h 74"/>
                <a:gd name="T34" fmla="*/ 45 w 65"/>
                <a:gd name="T35" fmla="*/ 44 h 74"/>
                <a:gd name="T36" fmla="*/ 30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8" y="35"/>
                    <a:pt x="51" y="32"/>
                    <a:pt x="51" y="27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4"/>
                    <a:pt x="48" y="11"/>
                    <a:pt x="40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59" y="40"/>
                  </a:cubicBezTo>
                  <a:cubicBezTo>
                    <a:pt x="56" y="43"/>
                    <a:pt x="51" y="44"/>
                    <a:pt x="45" y="44"/>
                  </a:cubicBezTo>
                  <a:cubicBezTo>
                    <a:pt x="30" y="44"/>
                    <a:pt x="30" y="44"/>
                    <a:pt x="30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1" name="Freeform 62"/>
            <p:cNvSpPr>
              <a:spLocks/>
            </p:cNvSpPr>
            <p:nvPr userDrawn="1"/>
          </p:nvSpPr>
          <p:spPr bwMode="auto">
            <a:xfrm>
              <a:off x="2847" y="2987"/>
              <a:ext cx="89" cy="112"/>
            </a:xfrm>
            <a:custGeom>
              <a:avLst/>
              <a:gdLst>
                <a:gd name="T0" fmla="*/ 57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6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7 w 59"/>
                <a:gd name="T35" fmla="*/ 32 h 74"/>
                <a:gd name="T36" fmla="*/ 57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6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7" y="32"/>
                    <a:pt x="57" y="32"/>
                    <a:pt x="57" y="32"/>
                  </a:cubicBezTo>
                  <a:lnTo>
                    <a:pt x="57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2" name="Freeform 63"/>
            <p:cNvSpPr>
              <a:spLocks/>
            </p:cNvSpPr>
            <p:nvPr userDrawn="1"/>
          </p:nvSpPr>
          <p:spPr bwMode="auto">
            <a:xfrm>
              <a:off x="2995" y="2987"/>
              <a:ext cx="89" cy="112"/>
            </a:xfrm>
            <a:custGeom>
              <a:avLst/>
              <a:gdLst>
                <a:gd name="T0" fmla="*/ 59 w 59"/>
                <a:gd name="T1" fmla="*/ 11 h 74"/>
                <a:gd name="T2" fmla="*/ 25 w 59"/>
                <a:gd name="T3" fmla="*/ 11 h 74"/>
                <a:gd name="T4" fmla="*/ 14 w 59"/>
                <a:gd name="T5" fmla="*/ 14 h 74"/>
                <a:gd name="T6" fmla="*/ 13 w 59"/>
                <a:gd name="T7" fmla="*/ 24 h 74"/>
                <a:gd name="T8" fmla="*/ 16 w 59"/>
                <a:gd name="T9" fmla="*/ 30 h 74"/>
                <a:gd name="T10" fmla="*/ 25 w 59"/>
                <a:gd name="T11" fmla="*/ 31 h 74"/>
                <a:gd name="T12" fmla="*/ 39 w 59"/>
                <a:gd name="T13" fmla="*/ 31 h 74"/>
                <a:gd name="T14" fmla="*/ 53 w 59"/>
                <a:gd name="T15" fmla="*/ 35 h 74"/>
                <a:gd name="T16" fmla="*/ 58 w 59"/>
                <a:gd name="T17" fmla="*/ 47 h 74"/>
                <a:gd name="T18" fmla="*/ 58 w 59"/>
                <a:gd name="T19" fmla="*/ 58 h 74"/>
                <a:gd name="T20" fmla="*/ 53 w 59"/>
                <a:gd name="T21" fmla="*/ 70 h 74"/>
                <a:gd name="T22" fmla="*/ 38 w 59"/>
                <a:gd name="T23" fmla="*/ 74 h 74"/>
                <a:gd name="T24" fmla="*/ 0 w 59"/>
                <a:gd name="T25" fmla="*/ 74 h 74"/>
                <a:gd name="T26" fmla="*/ 0 w 59"/>
                <a:gd name="T27" fmla="*/ 63 h 74"/>
                <a:gd name="T28" fmla="*/ 34 w 59"/>
                <a:gd name="T29" fmla="*/ 63 h 74"/>
                <a:gd name="T30" fmla="*/ 44 w 59"/>
                <a:gd name="T31" fmla="*/ 60 h 74"/>
                <a:gd name="T32" fmla="*/ 45 w 59"/>
                <a:gd name="T33" fmla="*/ 50 h 74"/>
                <a:gd name="T34" fmla="*/ 34 w 59"/>
                <a:gd name="T35" fmla="*/ 42 h 74"/>
                <a:gd name="T36" fmla="*/ 20 w 59"/>
                <a:gd name="T37" fmla="*/ 42 h 74"/>
                <a:gd name="T38" fmla="*/ 6 w 59"/>
                <a:gd name="T39" fmla="*/ 38 h 74"/>
                <a:gd name="T40" fmla="*/ 0 w 59"/>
                <a:gd name="T41" fmla="*/ 27 h 74"/>
                <a:gd name="T42" fmla="*/ 0 w 59"/>
                <a:gd name="T43" fmla="*/ 16 h 74"/>
                <a:gd name="T44" fmla="*/ 6 w 59"/>
                <a:gd name="T45" fmla="*/ 3 h 74"/>
                <a:gd name="T46" fmla="*/ 20 w 59"/>
                <a:gd name="T47" fmla="*/ 0 h 74"/>
                <a:gd name="T48" fmla="*/ 59 w 59"/>
                <a:gd name="T49" fmla="*/ 0 h 74"/>
                <a:gd name="T50" fmla="*/ 59 w 59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74">
                  <a:moveTo>
                    <a:pt x="59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9" y="11"/>
                    <a:pt x="16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1"/>
                    <a:pt x="25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45" y="31"/>
                    <a:pt x="49" y="33"/>
                    <a:pt x="53" y="35"/>
                  </a:cubicBezTo>
                  <a:cubicBezTo>
                    <a:pt x="57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3"/>
                    <a:pt x="57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2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10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6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3" name="Freeform 64"/>
            <p:cNvSpPr>
              <a:spLocks/>
            </p:cNvSpPr>
            <p:nvPr userDrawn="1"/>
          </p:nvSpPr>
          <p:spPr bwMode="auto">
            <a:xfrm>
              <a:off x="3132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4" name="Rectangle 65"/>
            <p:cNvSpPr>
              <a:spLocks noChangeArrowheads="1"/>
            </p:cNvSpPr>
            <p:nvPr userDrawn="1"/>
          </p:nvSpPr>
          <p:spPr bwMode="auto">
            <a:xfrm>
              <a:off x="3266" y="2987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5" name="Freeform 66"/>
            <p:cNvSpPr>
              <a:spLocks noEditPoints="1"/>
            </p:cNvSpPr>
            <p:nvPr userDrawn="1"/>
          </p:nvSpPr>
          <p:spPr bwMode="auto">
            <a:xfrm>
              <a:off x="3343" y="2959"/>
              <a:ext cx="89" cy="140"/>
            </a:xfrm>
            <a:custGeom>
              <a:avLst/>
              <a:gdLst>
                <a:gd name="T0" fmla="*/ 59 w 59"/>
                <a:gd name="T1" fmla="*/ 93 h 93"/>
                <a:gd name="T2" fmla="*/ 21 w 59"/>
                <a:gd name="T3" fmla="*/ 93 h 93"/>
                <a:gd name="T4" fmla="*/ 6 w 59"/>
                <a:gd name="T5" fmla="*/ 89 h 93"/>
                <a:gd name="T6" fmla="*/ 0 w 59"/>
                <a:gd name="T7" fmla="*/ 77 h 93"/>
                <a:gd name="T8" fmla="*/ 0 w 59"/>
                <a:gd name="T9" fmla="*/ 36 h 93"/>
                <a:gd name="T10" fmla="*/ 5 w 59"/>
                <a:gd name="T11" fmla="*/ 23 h 93"/>
                <a:gd name="T12" fmla="*/ 20 w 59"/>
                <a:gd name="T13" fmla="*/ 19 h 93"/>
                <a:gd name="T14" fmla="*/ 59 w 59"/>
                <a:gd name="T15" fmla="*/ 19 h 93"/>
                <a:gd name="T16" fmla="*/ 59 w 59"/>
                <a:gd name="T17" fmla="*/ 30 h 93"/>
                <a:gd name="T18" fmla="*/ 25 w 59"/>
                <a:gd name="T19" fmla="*/ 30 h 93"/>
                <a:gd name="T20" fmla="*/ 13 w 59"/>
                <a:gd name="T21" fmla="*/ 38 h 93"/>
                <a:gd name="T22" fmla="*/ 13 w 59"/>
                <a:gd name="T23" fmla="*/ 51 h 93"/>
                <a:gd name="T24" fmla="*/ 59 w 59"/>
                <a:gd name="T25" fmla="*/ 51 h 93"/>
                <a:gd name="T26" fmla="*/ 59 w 59"/>
                <a:gd name="T27" fmla="*/ 62 h 93"/>
                <a:gd name="T28" fmla="*/ 13 w 59"/>
                <a:gd name="T29" fmla="*/ 62 h 93"/>
                <a:gd name="T30" fmla="*/ 13 w 59"/>
                <a:gd name="T31" fmla="*/ 74 h 93"/>
                <a:gd name="T32" fmla="*/ 25 w 59"/>
                <a:gd name="T33" fmla="*/ 82 h 93"/>
                <a:gd name="T34" fmla="*/ 59 w 59"/>
                <a:gd name="T35" fmla="*/ 82 h 93"/>
                <a:gd name="T36" fmla="*/ 59 w 59"/>
                <a:gd name="T37" fmla="*/ 93 h 93"/>
                <a:gd name="T38" fmla="*/ 44 w 59"/>
                <a:gd name="T39" fmla="*/ 13 h 93"/>
                <a:gd name="T40" fmla="*/ 34 w 59"/>
                <a:gd name="T41" fmla="*/ 13 h 93"/>
                <a:gd name="T42" fmla="*/ 24 w 59"/>
                <a:gd name="T43" fmla="*/ 0 h 93"/>
                <a:gd name="T44" fmla="*/ 35 w 59"/>
                <a:gd name="T45" fmla="*/ 0 h 93"/>
                <a:gd name="T46" fmla="*/ 44 w 59"/>
                <a:gd name="T47" fmla="*/ 1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3">
                  <a:moveTo>
                    <a:pt x="59" y="93"/>
                  </a:moveTo>
                  <a:cubicBezTo>
                    <a:pt x="21" y="93"/>
                    <a:pt x="21" y="93"/>
                    <a:pt x="21" y="93"/>
                  </a:cubicBezTo>
                  <a:cubicBezTo>
                    <a:pt x="15" y="93"/>
                    <a:pt x="10" y="92"/>
                    <a:pt x="6" y="89"/>
                  </a:cubicBezTo>
                  <a:cubicBezTo>
                    <a:pt x="2" y="87"/>
                    <a:pt x="0" y="83"/>
                    <a:pt x="0" y="7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0"/>
                    <a:pt x="2" y="26"/>
                    <a:pt x="5" y="23"/>
                  </a:cubicBezTo>
                  <a:cubicBezTo>
                    <a:pt x="9" y="21"/>
                    <a:pt x="14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7" y="30"/>
                    <a:pt x="13" y="33"/>
                    <a:pt x="13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2"/>
                    <a:pt x="25" y="82"/>
                  </a:cubicBezTo>
                  <a:cubicBezTo>
                    <a:pt x="59" y="82"/>
                    <a:pt x="59" y="82"/>
                    <a:pt x="59" y="82"/>
                  </a:cubicBezTo>
                  <a:lnTo>
                    <a:pt x="59" y="93"/>
                  </a:lnTo>
                  <a:close/>
                  <a:moveTo>
                    <a:pt x="44" y="13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4" y="1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6" name="Freeform 67"/>
            <p:cNvSpPr>
              <a:spLocks/>
            </p:cNvSpPr>
            <p:nvPr userDrawn="1"/>
          </p:nvSpPr>
          <p:spPr bwMode="auto">
            <a:xfrm>
              <a:off x="348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6 h 74"/>
                <a:gd name="T6" fmla="*/ 15 w 65"/>
                <a:gd name="T7" fmla="*/ 41 h 74"/>
                <a:gd name="T8" fmla="*/ 23 w 65"/>
                <a:gd name="T9" fmla="*/ 35 h 74"/>
                <a:gd name="T10" fmla="*/ 42 w 65"/>
                <a:gd name="T11" fmla="*/ 35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4 w 65"/>
                <a:gd name="T19" fmla="*/ 11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5" y="43"/>
                    <a:pt x="15" y="41"/>
                  </a:cubicBezTo>
                  <a:cubicBezTo>
                    <a:pt x="15" y="37"/>
                    <a:pt x="18" y="35"/>
                    <a:pt x="23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9" y="35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4"/>
                    <a:pt x="48" y="11"/>
                    <a:pt x="41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4" y="37"/>
                    <a:pt x="60" y="40"/>
                  </a:cubicBezTo>
                  <a:cubicBezTo>
                    <a:pt x="57" y="43"/>
                    <a:pt x="52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7" name="Freeform 68"/>
            <p:cNvSpPr>
              <a:spLocks/>
            </p:cNvSpPr>
            <p:nvPr userDrawn="1"/>
          </p:nvSpPr>
          <p:spPr bwMode="auto">
            <a:xfrm>
              <a:off x="3638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5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8" name="Rectangle 69"/>
            <p:cNvSpPr>
              <a:spLocks noChangeArrowheads="1"/>
            </p:cNvSpPr>
            <p:nvPr userDrawn="1"/>
          </p:nvSpPr>
          <p:spPr bwMode="auto">
            <a:xfrm>
              <a:off x="2023" y="1245"/>
              <a:ext cx="148" cy="751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9" name="Freeform 70"/>
            <p:cNvSpPr>
              <a:spLocks/>
            </p:cNvSpPr>
            <p:nvPr userDrawn="1"/>
          </p:nvSpPr>
          <p:spPr bwMode="auto">
            <a:xfrm>
              <a:off x="3145" y="1221"/>
              <a:ext cx="588" cy="801"/>
            </a:xfrm>
            <a:custGeom>
              <a:avLst/>
              <a:gdLst>
                <a:gd name="T0" fmla="*/ 299 w 390"/>
                <a:gd name="T1" fmla="*/ 16 h 531"/>
                <a:gd name="T2" fmla="*/ 299 w 390"/>
                <a:gd name="T3" fmla="*/ 314 h 531"/>
                <a:gd name="T4" fmla="*/ 15 w 390"/>
                <a:gd name="T5" fmla="*/ 0 h 531"/>
                <a:gd name="T6" fmla="*/ 0 w 390"/>
                <a:gd name="T7" fmla="*/ 0 h 531"/>
                <a:gd name="T8" fmla="*/ 0 w 390"/>
                <a:gd name="T9" fmla="*/ 514 h 531"/>
                <a:gd name="T10" fmla="*/ 91 w 390"/>
                <a:gd name="T11" fmla="*/ 514 h 531"/>
                <a:gd name="T12" fmla="*/ 91 w 390"/>
                <a:gd name="T13" fmla="*/ 220 h 531"/>
                <a:gd name="T14" fmla="*/ 374 w 390"/>
                <a:gd name="T15" fmla="*/ 531 h 531"/>
                <a:gd name="T16" fmla="*/ 390 w 390"/>
                <a:gd name="T17" fmla="*/ 531 h 531"/>
                <a:gd name="T18" fmla="*/ 390 w 390"/>
                <a:gd name="T19" fmla="*/ 16 h 531"/>
                <a:gd name="T20" fmla="*/ 299 w 390"/>
                <a:gd name="T21" fmla="*/ 1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70" name="Freeform 71"/>
            <p:cNvSpPr>
              <a:spLocks/>
            </p:cNvSpPr>
            <p:nvPr userDrawn="1"/>
          </p:nvSpPr>
          <p:spPr bwMode="auto">
            <a:xfrm>
              <a:off x="2286" y="1221"/>
              <a:ext cx="687" cy="801"/>
            </a:xfrm>
            <a:custGeom>
              <a:avLst/>
              <a:gdLst>
                <a:gd name="T0" fmla="*/ 365 w 456"/>
                <a:gd name="T1" fmla="*/ 370 h 531"/>
                <a:gd name="T2" fmla="*/ 360 w 456"/>
                <a:gd name="T3" fmla="*/ 370 h 531"/>
                <a:gd name="T4" fmla="*/ 360 w 456"/>
                <a:gd name="T5" fmla="*/ 422 h 531"/>
                <a:gd name="T6" fmla="*/ 272 w 456"/>
                <a:gd name="T7" fmla="*/ 439 h 531"/>
                <a:gd name="T8" fmla="*/ 97 w 456"/>
                <a:gd name="T9" fmla="*/ 257 h 531"/>
                <a:gd name="T10" fmla="*/ 266 w 456"/>
                <a:gd name="T11" fmla="*/ 88 h 531"/>
                <a:gd name="T12" fmla="*/ 411 w 456"/>
                <a:gd name="T13" fmla="*/ 153 h 531"/>
                <a:gd name="T14" fmla="*/ 419 w 456"/>
                <a:gd name="T15" fmla="*/ 162 h 531"/>
                <a:gd name="T16" fmla="*/ 426 w 456"/>
                <a:gd name="T17" fmla="*/ 49 h 531"/>
                <a:gd name="T18" fmla="*/ 424 w 456"/>
                <a:gd name="T19" fmla="*/ 47 h 531"/>
                <a:gd name="T20" fmla="*/ 382 w 456"/>
                <a:gd name="T21" fmla="*/ 24 h 531"/>
                <a:gd name="T22" fmla="*/ 268 w 456"/>
                <a:gd name="T23" fmla="*/ 0 h 531"/>
                <a:gd name="T24" fmla="*/ 75 w 456"/>
                <a:gd name="T25" fmla="*/ 74 h 531"/>
                <a:gd name="T26" fmla="*/ 0 w 456"/>
                <a:gd name="T27" fmla="*/ 264 h 531"/>
                <a:gd name="T28" fmla="*/ 262 w 456"/>
                <a:gd name="T29" fmla="*/ 531 h 531"/>
                <a:gd name="T30" fmla="*/ 380 w 456"/>
                <a:gd name="T31" fmla="*/ 512 h 531"/>
                <a:gd name="T32" fmla="*/ 453 w 456"/>
                <a:gd name="T33" fmla="*/ 482 h 531"/>
                <a:gd name="T34" fmla="*/ 456 w 456"/>
                <a:gd name="T35" fmla="*/ 481 h 531"/>
                <a:gd name="T36" fmla="*/ 456 w 456"/>
                <a:gd name="T37" fmla="*/ 355 h 531"/>
                <a:gd name="T38" fmla="*/ 450 w 456"/>
                <a:gd name="T39" fmla="*/ 357 h 531"/>
                <a:gd name="T40" fmla="*/ 365 w 456"/>
                <a:gd name="T41" fmla="*/ 37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71" name="Freeform 72"/>
            <p:cNvSpPr>
              <a:spLocks/>
            </p:cNvSpPr>
            <p:nvPr userDrawn="1"/>
          </p:nvSpPr>
          <p:spPr bwMode="auto">
            <a:xfrm>
              <a:off x="2547" y="1514"/>
              <a:ext cx="469" cy="241"/>
            </a:xfrm>
            <a:custGeom>
              <a:avLst/>
              <a:gdLst>
                <a:gd name="T0" fmla="*/ 173 w 311"/>
                <a:gd name="T1" fmla="*/ 16 h 160"/>
                <a:gd name="T2" fmla="*/ 172 w 311"/>
                <a:gd name="T3" fmla="*/ 16 h 160"/>
                <a:gd name="T4" fmla="*/ 0 w 311"/>
                <a:gd name="T5" fmla="*/ 40 h 160"/>
                <a:gd name="T6" fmla="*/ 139 w 311"/>
                <a:gd name="T7" fmla="*/ 144 h 160"/>
                <a:gd name="T8" fmla="*/ 139 w 311"/>
                <a:gd name="T9" fmla="*/ 144 h 160"/>
                <a:gd name="T10" fmla="*/ 311 w 311"/>
                <a:gd name="T11" fmla="*/ 120 h 160"/>
                <a:gd name="T12" fmla="*/ 173 w 311"/>
                <a:gd name="T13" fmla="*/ 1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23/03/2026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9998" y="1891968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312000" y="1893600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263999" y="1893600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738000"/>
            <a:ext cx="9144000" cy="44064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738000"/>
            <a:ext cx="8424000" cy="40464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396000" indent="-396000">
              <a:buFont typeface="+mj-lt"/>
              <a:buAutoNum type="arabicPeriod"/>
              <a:defRPr sz="3250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23/03/2026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859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23/03/2026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12000" y="180000"/>
            <a:ext cx="5472000" cy="360000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59999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312000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264000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384045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9838" y="171670"/>
            <a:ext cx="8747165" cy="319196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1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269838" y="781046"/>
            <a:ext cx="8747165" cy="3834000"/>
          </a:xfrm>
          <a:prstGeom prst="rect">
            <a:avLst/>
          </a:prstGeom>
        </p:spPr>
        <p:txBody>
          <a:bodyPr/>
          <a:lstStyle>
            <a:lvl1pPr marL="257175" indent="-257175">
              <a:lnSpc>
                <a:spcPct val="100000"/>
              </a:lnSpc>
              <a:spcBef>
                <a:spcPts val="45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165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defRPr sz="15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39379" indent="-132160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−"/>
              <a:tabLst/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78324" y="4860000"/>
            <a:ext cx="745028" cy="216000"/>
          </a:xfrm>
          <a:prstGeom prst="rect">
            <a:avLst/>
          </a:prstGeom>
        </p:spPr>
        <p:txBody>
          <a:bodyPr anchor="b"/>
          <a:lstStyle>
            <a:lvl1pPr algn="r">
              <a:defRPr sz="825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269834" y="4914008"/>
            <a:ext cx="3086100" cy="179044"/>
          </a:xfrm>
          <a:prstGeom prst="rect">
            <a:avLst/>
          </a:prstGeom>
        </p:spPr>
        <p:txBody>
          <a:bodyPr anchor="b"/>
          <a:lstStyle>
            <a:lvl1pPr>
              <a:defRPr sz="75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645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78BEB-CB5F-4DC3-8267-6B4093870A95}" type="slidenum">
              <a:rPr>
                <a:solidFill>
                  <a:prstClr val="white"/>
                </a:solidFill>
              </a:rPr>
              <a:pPr>
                <a:defRPr/>
              </a:pPr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23/03/2026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58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359999" y="900000"/>
            <a:ext cx="8424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359999" y="1836000"/>
            <a:ext cx="8424000" cy="257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23/03/2026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60000" y="47835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360000" y="4784400"/>
            <a:ext cx="8424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88000" y="108000"/>
            <a:ext cx="540000" cy="540000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180883" y="197038"/>
            <a:ext cx="590843" cy="325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2" r:id="rId2"/>
    <p:sldLayoutId id="2147483810" r:id="rId3"/>
    <p:sldLayoutId id="2147483811" r:id="rId4"/>
    <p:sldLayoutId id="2147483809" r:id="rId5"/>
    <p:sldLayoutId id="2147483826" r:id="rId6"/>
    <p:sldLayoutId id="2147483827" r:id="rId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05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7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ion.lacroix@ign.f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hyperlink" Target="naviforest.ign.fr&#8203;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mailto:vincent.morillon@fcba.fr" TargetMode="External"/><Relationship Id="rId3" Type="http://schemas.openxmlformats.org/officeDocument/2006/relationships/customXml" Target="../ink/ink2.xml"/><Relationship Id="rId7" Type="http://schemas.openxmlformats.org/officeDocument/2006/relationships/hyperlink" Target="mailto:frank.zalateu@interieur.gouv.fr" TargetMode="External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hyperlink" Target="mailto:isabelle.bertrand@agriculture.gouv.fr" TargetMode="External"/><Relationship Id="rId11" Type="http://schemas.openxmlformats.org/officeDocument/2006/relationships/image" Target="../media/image5.png"/><Relationship Id="rId5" Type="http://schemas.openxmlformats.org/officeDocument/2006/relationships/hyperlink" Target="mailto:odile.colnard@agriculture.gouv.fr" TargetMode="External"/><Relationship Id="rId10" Type="http://schemas.openxmlformats.org/officeDocument/2006/relationships/hyperlink" Target="mailto:marion.lacroix@ign.fr" TargetMode="External"/><Relationship Id="rId4" Type="http://schemas.openxmlformats.org/officeDocument/2006/relationships/image" Target="../media/image7.png"/><Relationship Id="rId9" Type="http://schemas.openxmlformats.org/officeDocument/2006/relationships/hyperlink" Target="mailto:pierre-olivier.hays@ign.fr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12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microsoft.com/office/2007/relationships/hdphoto" Target="../media/hdphoto1.wdp"/><Relationship Id="rId5" Type="http://schemas.openxmlformats.org/officeDocument/2006/relationships/image" Target="../media/image14.png"/><Relationship Id="rId10" Type="http://schemas.openxmlformats.org/officeDocument/2006/relationships/image" Target="../media/image22.png"/><Relationship Id="rId4" Type="http://schemas.openxmlformats.org/officeDocument/2006/relationships/image" Target="../media/image13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lasuite.numerique.gouv.fr/" TargetMode="External"/><Relationship Id="rId13" Type="http://schemas.openxmlformats.org/officeDocument/2006/relationships/image" Target="../media/image31.png"/><Relationship Id="rId3" Type="http://schemas.openxmlformats.org/officeDocument/2006/relationships/customXml" Target="../ink/ink4.xml"/><Relationship Id="rId7" Type="http://schemas.openxmlformats.org/officeDocument/2006/relationships/hyperlink" Target="https://github.com/cnigfr/schema-dessertes-transport-de-bois" TargetMode="Externa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cnig.gouv.fr/gt-dessertes-pour-les-transports-de-bois-a18535.html#H_Reunions" TargetMode="External"/><Relationship Id="rId11" Type="http://schemas.openxmlformats.org/officeDocument/2006/relationships/image" Target="../media/image30.png"/><Relationship Id="rId5" Type="http://schemas.openxmlformats.org/officeDocument/2006/relationships/hyperlink" Target="mailto:marion.lacroix@ign.fr" TargetMode="External"/><Relationship Id="rId10" Type="http://schemas.openxmlformats.org/officeDocument/2006/relationships/image" Target="../media/image29.png"/><Relationship Id="rId4" Type="http://schemas.openxmlformats.org/officeDocument/2006/relationships/image" Target="../media/image7.png"/><Relationship Id="rId9" Type="http://schemas.openxmlformats.org/officeDocument/2006/relationships/hyperlink" Target="https://guides.data.gouv.fr/fabrique-des-standards/readme/outil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github.com/cnigfr/schema-dessertes-transport-de-bois/tree/master/ressources/tableaux-de-travail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customXml" Target="../ink/ink5.xml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2.png"/><Relationship Id="rId10" Type="http://schemas.openxmlformats.org/officeDocument/2006/relationships/image" Target="../media/image39.png"/><Relationship Id="rId4" Type="http://schemas.openxmlformats.org/officeDocument/2006/relationships/image" Target="../media/image230.png"/><Relationship Id="rId9" Type="http://schemas.openxmlformats.org/officeDocument/2006/relationships/hyperlink" Target="https://guides.data.gouv.fr/fabrique-des-standard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customXml" Target="../ink/ink6.xml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2.png"/><Relationship Id="rId10" Type="http://schemas.openxmlformats.org/officeDocument/2006/relationships/image" Target="../media/image44.jpeg"/><Relationship Id="rId4" Type="http://schemas.openxmlformats.org/officeDocument/2006/relationships/image" Target="../media/image230.png"/><Relationship Id="rId9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32.png"/><Relationship Id="rId4" Type="http://schemas.openxmlformats.org/officeDocument/2006/relationships/image" Target="../media/image2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5" Type="http://schemas.openxmlformats.org/officeDocument/2006/relationships/image" Target="../media/image32.png"/><Relationship Id="rId4" Type="http://schemas.openxmlformats.org/officeDocument/2006/relationships/image" Target="../media/image2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marion.lacroix@ign.fr" TargetMode="Externa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23/03/2026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1041557" y="2865811"/>
            <a:ext cx="7514983" cy="150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sz="3200" b="1" dirty="0">
                <a:latin typeface="+mj-lt"/>
              </a:rPr>
              <a:t>CNIG - commission des Standards​</a:t>
            </a:r>
          </a:p>
          <a:p>
            <a:pPr algn="r">
              <a:spcBef>
                <a:spcPts val="600"/>
              </a:spcBef>
            </a:pPr>
            <a:r>
              <a:rPr lang="fr-FR" sz="2400" b="1" dirty="0">
                <a:latin typeface="+mj-lt"/>
              </a:rPr>
              <a:t>Révision et élargissement​</a:t>
            </a:r>
          </a:p>
          <a:p>
            <a:pPr algn="r">
              <a:spcBef>
                <a:spcPts val="600"/>
              </a:spcBef>
            </a:pPr>
            <a:r>
              <a:rPr lang="fr-FR" sz="2400" b="1" dirty="0">
                <a:latin typeface="+mj-lt"/>
              </a:rPr>
              <a:t>« Dessertes en forêt : Transport de bois et DFCI"​</a:t>
            </a:r>
          </a:p>
          <a:p>
            <a:pPr algn="r">
              <a:spcBef>
                <a:spcPct val="50000"/>
              </a:spcBef>
            </a:pPr>
            <a:endParaRPr lang="fr-FR" sz="100" i="1" dirty="0">
              <a:solidFill>
                <a:srgbClr val="1F497D"/>
              </a:solidFill>
              <a:latin typeface="+mj-l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4559E33-298E-4EED-AE22-B1AD4585ECCE}"/>
              </a:ext>
            </a:extLst>
          </p:cNvPr>
          <p:cNvSpPr txBox="1"/>
          <p:nvPr/>
        </p:nvSpPr>
        <p:spPr>
          <a:xfrm>
            <a:off x="6805933" y="4588826"/>
            <a:ext cx="17506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hlinkClick r:id="rId2"/>
              </a:rPr>
              <a:t>marion.lacroix@ign.fr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62429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4A21B9-D2B4-49C3-B39A-984967DE242D}"/>
              </a:ext>
            </a:extLst>
          </p:cNvPr>
          <p:cNvSpPr/>
          <p:nvPr/>
        </p:nvSpPr>
        <p:spPr>
          <a:xfrm>
            <a:off x="1701312" y="573698"/>
            <a:ext cx="6923942" cy="4767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594251" y="2077493"/>
            <a:ext cx="8424000" cy="988514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Mise en contexte</a:t>
            </a:r>
          </a:p>
        </p:txBody>
      </p:sp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362" y="58387"/>
            <a:ext cx="576064" cy="6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2007A2-99E4-4F9F-A223-1CF2C8BA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 dirty="0"/>
              <a:t>23/03/2026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28CB49-4516-4C3D-974F-D42AC1FF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64000" y="4783500"/>
            <a:ext cx="1350000" cy="360000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A0B99B6E-89EA-421B-BD04-F5AC00C65404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A0D5C22-82EA-1848-3719-498524C80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974" y="1526720"/>
            <a:ext cx="1387714" cy="138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253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7642B-8918-3733-6118-AF9E1AFBD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EF7CFB-5E9D-632A-96EE-BBAAEE1FE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696" y="260842"/>
            <a:ext cx="7181307" cy="319196"/>
          </a:xfrm>
        </p:spPr>
        <p:txBody>
          <a:bodyPr vert="horz" lIns="68580" tIns="34290" rIns="68580" bIns="34290" rtlCol="0" anchor="ctr" anchorCtr="0">
            <a:noAutofit/>
          </a:bodyPr>
          <a:lstStyle/>
          <a:p>
            <a:pPr algn="ctr"/>
            <a:r>
              <a:rPr lang="fr-FR" dirty="0"/>
              <a:t>Origine du standard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5E6A2102-8B6A-1A83-FF50-9F9055787C3F}"/>
                  </a:ext>
                </a:extLst>
              </p14:cNvPr>
              <p14:cNvContentPartPr/>
              <p14:nvPr/>
            </p14:nvContentPartPr>
            <p14:xfrm>
              <a:off x="-291022" y="-3765"/>
              <a:ext cx="6197" cy="6197"/>
            </p14:xfrm>
          </p:contentPart>
        </mc:Choice>
        <mc:Fallback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5E6A2102-8B6A-1A83-FF50-9F9055787C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00872" y="-313615"/>
                <a:ext cx="619700" cy="6197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97177C-FFB0-A69B-6003-04178C9887EB}"/>
              </a:ext>
            </a:extLst>
          </p:cNvPr>
          <p:cNvSpPr>
            <a:spLocks noGrp="1"/>
          </p:cNvSpPr>
          <p:nvPr/>
        </p:nvSpPr>
        <p:spPr>
          <a:xfrm>
            <a:off x="165070" y="798061"/>
            <a:ext cx="8663774" cy="4345441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68" indent="-257168" algn="just" defTabSz="685783">
              <a:defRPr/>
            </a:pPr>
            <a:endParaRPr lang="fr-FR" sz="12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A886D46A-693B-9EEC-7265-8D11553E47F6}"/>
              </a:ext>
            </a:extLst>
          </p:cNvPr>
          <p:cNvSpPr>
            <a:spLocks noGrp="1"/>
          </p:cNvSpPr>
          <p:nvPr/>
        </p:nvSpPr>
        <p:spPr>
          <a:xfrm>
            <a:off x="0" y="725581"/>
            <a:ext cx="8937268" cy="3839896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fontAlgn="base"/>
            <a:endParaRPr lang="fr-FR" sz="1050" b="0" dirty="0">
              <a:solidFill>
                <a:srgbClr val="000000"/>
              </a:solidFill>
              <a:latin typeface="+mn-lt"/>
            </a:endParaRPr>
          </a:p>
          <a:p>
            <a:pPr lvl="1" algn="just" fontAlgn="base"/>
            <a:endParaRPr lang="fr-FR" sz="1050" b="0" dirty="0">
              <a:solidFill>
                <a:srgbClr val="000000"/>
              </a:solidFill>
              <a:latin typeface="+mn-l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200" b="0" dirty="0">
                <a:solidFill>
                  <a:srgbClr val="000000"/>
                </a:solidFill>
                <a:latin typeface="+mn-lt"/>
              </a:rPr>
              <a:t>Standard CNIG « Dessertes pour le transport de bois » publié en 2019 </a:t>
            </a:r>
          </a:p>
          <a:p>
            <a:pPr lvl="1" algn="just" fontAlgn="base"/>
            <a:r>
              <a:rPr lang="fr-FR" sz="1000" b="0" dirty="0">
                <a:solidFill>
                  <a:srgbClr val="000000"/>
                </a:solidFill>
                <a:latin typeface="+mn-lt"/>
              </a:rPr>
              <a:t>Assurer cohérence entre l’ensemble des données et acteurs du transport de bois</a:t>
            </a:r>
          </a:p>
          <a:p>
            <a:pPr lvl="1" algn="just" fontAlgn="base"/>
            <a:r>
              <a:rPr lang="fr-FR" sz="1000" b="0" dirty="0">
                <a:solidFill>
                  <a:srgbClr val="000000"/>
                </a:solidFill>
                <a:latin typeface="+mn-lt"/>
              </a:rPr>
              <a:t>Uniformiser les productions régionales ou locales de données</a:t>
            </a:r>
          </a:p>
          <a:p>
            <a:pPr lvl="1" algn="just" fontAlgn="base"/>
            <a:r>
              <a:rPr lang="fr-FR" sz="1000" b="0" dirty="0">
                <a:solidFill>
                  <a:srgbClr val="000000"/>
                </a:solidFill>
                <a:latin typeface="+mn-lt"/>
              </a:rPr>
              <a:t>Faciliter leur intégration dans une base nationale unique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endParaRPr lang="fr-FR" sz="1200" b="0" dirty="0">
              <a:solidFill>
                <a:srgbClr val="000000"/>
              </a:solidFill>
              <a:latin typeface="+mn-l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endParaRPr lang="fr-FR" sz="1200" b="0" dirty="0">
              <a:solidFill>
                <a:srgbClr val="000000"/>
              </a:solidFill>
              <a:latin typeface="+mn-l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200" b="0" dirty="0">
                <a:solidFill>
                  <a:srgbClr val="000000"/>
                </a:solidFill>
                <a:latin typeface="+mn-lt"/>
              </a:rPr>
              <a:t>Standard est intégré dans l’outil </a:t>
            </a:r>
            <a:r>
              <a:rPr lang="fr-FR" sz="1200" b="0" dirty="0">
                <a:solidFill>
                  <a:srgbClr val="000000"/>
                </a:solidFill>
                <a:latin typeface="+mn-lt"/>
                <a:hlinkClick r:id="rId5"/>
              </a:rPr>
              <a:t>NaviForest</a:t>
            </a:r>
            <a:endParaRPr lang="fr-FR" sz="1200" b="0" dirty="0">
              <a:solidFill>
                <a:srgbClr val="000000"/>
              </a:solidFill>
              <a:latin typeface="+mn-lt"/>
            </a:endParaRPr>
          </a:p>
          <a:p>
            <a:pPr lvl="1" algn="just" fontAlgn="base"/>
            <a:r>
              <a:rPr lang="fr-FR" sz="1000" b="0" dirty="0">
                <a:solidFill>
                  <a:srgbClr val="000000"/>
                </a:solidFill>
                <a:latin typeface="+mn-lt"/>
              </a:rPr>
              <a:t>Permet inventaire des bases dessertes régionales existantes​</a:t>
            </a:r>
          </a:p>
          <a:p>
            <a:pPr lvl="1" algn="just" fontAlgn="base"/>
            <a:r>
              <a:rPr lang="fr-FR" sz="1000" b="0" dirty="0">
                <a:solidFill>
                  <a:srgbClr val="000000"/>
                </a:solidFill>
                <a:latin typeface="+mn-lt"/>
              </a:rPr>
              <a:t>Numérisation des arrêtés préfectoraux « Itinéraires bois ronds »​</a:t>
            </a:r>
          </a:p>
          <a:p>
            <a:pPr lvl="1" algn="just" fontAlgn="base"/>
            <a:r>
              <a:rPr lang="fr-FR" sz="1000" b="0" dirty="0">
                <a:solidFill>
                  <a:srgbClr val="000000"/>
                </a:solidFill>
                <a:latin typeface="+mn-lt"/>
              </a:rPr>
              <a:t>Création de la Base nationale métier « Dessertes pour le transport des bois » + intégration de 143 000 km d’itinéraires bois rond + dessertes PACA + dessertes départementales sur Grand Est​</a:t>
            </a:r>
          </a:p>
          <a:p>
            <a:pPr lvl="1" algn="just" fontAlgn="base"/>
            <a:r>
              <a:rPr lang="fr-FR" sz="1000" b="0" dirty="0">
                <a:solidFill>
                  <a:srgbClr val="000000"/>
                </a:solidFill>
                <a:latin typeface="+mn-lt"/>
              </a:rPr>
              <a:t>Développement d’un site web collaboratif + application mobile NaviForest​ </a:t>
            </a:r>
            <a:endParaRPr lang="fr-FR" sz="800" b="0" dirty="0">
              <a:solidFill>
                <a:srgbClr val="000000"/>
              </a:solidFill>
              <a:latin typeface="+mn-l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endParaRPr lang="fr-FR" sz="1200" b="0" dirty="0">
              <a:solidFill>
                <a:srgbClr val="000000"/>
              </a:solidFill>
              <a:latin typeface="+mn-lt"/>
            </a:endParaRPr>
          </a:p>
          <a:p>
            <a:pPr algn="just" defTabSz="914378">
              <a:buFont typeface="Arial" panose="020B0604020202020204" pitchFamily="34" charset="0"/>
              <a:buChar char="•"/>
              <a:defRPr/>
            </a:pPr>
            <a:endParaRPr lang="fr-FR" sz="1400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D057935E-7F0E-E824-EA3D-3A1D8609BF9D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  <p:sp>
        <p:nvSpPr>
          <p:cNvPr id="15" name="Espace réservé du numéro de diapositive 16">
            <a:extLst>
              <a:ext uri="{FF2B5EF4-FFF2-40B4-BE49-F238E27FC236}">
                <a16:creationId xmlns:a16="http://schemas.microsoft.com/office/drawing/2014/main" id="{71B6A807-581F-430E-DEFF-F6B345D24816}"/>
              </a:ext>
            </a:extLst>
          </p:cNvPr>
          <p:cNvSpPr txBox="1">
            <a:spLocks/>
          </p:cNvSpPr>
          <p:nvPr/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750" b="1"/>
              <a:pPr algn="r"/>
              <a:t>3</a:t>
            </a:fld>
            <a:endParaRPr lang="fr-FR" sz="750" b="1" dirty="0"/>
          </a:p>
        </p:txBody>
      </p:sp>
      <p:pic>
        <p:nvPicPr>
          <p:cNvPr id="16" name="Picture 9">
            <a:extLst>
              <a:ext uri="{FF2B5EF4-FFF2-40B4-BE49-F238E27FC236}">
                <a16:creationId xmlns:a16="http://schemas.microsoft.com/office/drawing/2014/main" id="{6DEA7751-E5BA-BFD4-B5BD-342E72912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493" y="201176"/>
            <a:ext cx="576064" cy="6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AD4FAE8-3336-6D10-13EF-3DD8BFDD4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997" y="2324403"/>
            <a:ext cx="664006" cy="64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D1EF2A1-684E-D01E-D2D2-2D0317C2888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03" y="195393"/>
            <a:ext cx="485186" cy="485186"/>
          </a:xfrm>
          <a:prstGeom prst="rect">
            <a:avLst/>
          </a:prstGeom>
        </p:spPr>
      </p:pic>
      <p:sp>
        <p:nvSpPr>
          <p:cNvPr id="14" name="Espace réservé de la date 2">
            <a:extLst>
              <a:ext uri="{FF2B5EF4-FFF2-40B4-BE49-F238E27FC236}">
                <a16:creationId xmlns:a16="http://schemas.microsoft.com/office/drawing/2014/main" id="{924FEDEE-3B13-597F-8A0D-8F51520FB4F4}"/>
              </a:ext>
            </a:extLst>
          </p:cNvPr>
          <p:cNvSpPr txBox="1">
            <a:spLocks/>
          </p:cNvSpPr>
          <p:nvPr/>
        </p:nvSpPr>
        <p:spPr>
          <a:xfrm>
            <a:off x="7614000" y="4783500"/>
            <a:ext cx="117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750" b="1" cap="all"/>
              <a:t>23/03/2026</a:t>
            </a:r>
            <a:endParaRPr lang="fr-FR" sz="750" b="1" cap="all" dirty="0"/>
          </a:p>
        </p:txBody>
      </p:sp>
    </p:spTree>
    <p:extLst>
      <p:ext uri="{BB962C8B-B14F-4D97-AF65-F5344CB8AC3E}">
        <p14:creationId xmlns:p14="http://schemas.microsoft.com/office/powerpoint/2010/main" val="727399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669" y="2610924"/>
            <a:ext cx="500534" cy="488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Forme libre 39"/>
          <p:cNvSpPr/>
          <p:nvPr/>
        </p:nvSpPr>
        <p:spPr>
          <a:xfrm>
            <a:off x="4521200" y="914400"/>
            <a:ext cx="1733550" cy="3717596"/>
          </a:xfrm>
          <a:custGeom>
            <a:avLst/>
            <a:gdLst>
              <a:gd name="connsiteX0" fmla="*/ 0 w 1733550"/>
              <a:gd name="connsiteY0" fmla="*/ 0 h 3717596"/>
              <a:gd name="connsiteX1" fmla="*/ 1238250 w 1733550"/>
              <a:gd name="connsiteY1" fmla="*/ 768350 h 3717596"/>
              <a:gd name="connsiteX2" fmla="*/ 1657350 w 1733550"/>
              <a:gd name="connsiteY2" fmla="*/ 2209800 h 3717596"/>
              <a:gd name="connsiteX3" fmla="*/ 1720850 w 1733550"/>
              <a:gd name="connsiteY3" fmla="*/ 3581400 h 3717596"/>
              <a:gd name="connsiteX4" fmla="*/ 1733550 w 1733550"/>
              <a:gd name="connsiteY4" fmla="*/ 3594100 h 3717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3550" h="3717596">
                <a:moveTo>
                  <a:pt x="0" y="0"/>
                </a:moveTo>
                <a:cubicBezTo>
                  <a:pt x="481012" y="200025"/>
                  <a:pt x="962025" y="400050"/>
                  <a:pt x="1238250" y="768350"/>
                </a:cubicBezTo>
                <a:cubicBezTo>
                  <a:pt x="1514475" y="1136650"/>
                  <a:pt x="1576917" y="1740959"/>
                  <a:pt x="1657350" y="2209800"/>
                </a:cubicBezTo>
                <a:cubicBezTo>
                  <a:pt x="1737783" y="2678641"/>
                  <a:pt x="1708150" y="3350683"/>
                  <a:pt x="1720850" y="3581400"/>
                </a:cubicBezTo>
                <a:cubicBezTo>
                  <a:pt x="1733550" y="3812117"/>
                  <a:pt x="1733550" y="3703108"/>
                  <a:pt x="1733550" y="3594100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Forme libre 27"/>
          <p:cNvSpPr/>
          <p:nvPr/>
        </p:nvSpPr>
        <p:spPr>
          <a:xfrm rot="4910162">
            <a:off x="7100087" y="719008"/>
            <a:ext cx="1872208" cy="2161406"/>
          </a:xfrm>
          <a:custGeom>
            <a:avLst/>
            <a:gdLst>
              <a:gd name="connsiteX0" fmla="*/ 5750 w 780450"/>
              <a:gd name="connsiteY0" fmla="*/ 82550 h 683589"/>
              <a:gd name="connsiteX1" fmla="*/ 5750 w 780450"/>
              <a:gd name="connsiteY1" fmla="*/ 82550 h 683589"/>
              <a:gd name="connsiteX2" fmla="*/ 31150 w 780450"/>
              <a:gd name="connsiteY2" fmla="*/ 254000 h 683589"/>
              <a:gd name="connsiteX3" fmla="*/ 43850 w 780450"/>
              <a:gd name="connsiteY3" fmla="*/ 292100 h 683589"/>
              <a:gd name="connsiteX4" fmla="*/ 50200 w 780450"/>
              <a:gd name="connsiteY4" fmla="*/ 381000 h 683589"/>
              <a:gd name="connsiteX5" fmla="*/ 62900 w 780450"/>
              <a:gd name="connsiteY5" fmla="*/ 406400 h 683589"/>
              <a:gd name="connsiteX6" fmla="*/ 75600 w 780450"/>
              <a:gd name="connsiteY6" fmla="*/ 425450 h 683589"/>
              <a:gd name="connsiteX7" fmla="*/ 75600 w 780450"/>
              <a:gd name="connsiteY7" fmla="*/ 520700 h 683589"/>
              <a:gd name="connsiteX8" fmla="*/ 183550 w 780450"/>
              <a:gd name="connsiteY8" fmla="*/ 552450 h 683589"/>
              <a:gd name="connsiteX9" fmla="*/ 234350 w 780450"/>
              <a:gd name="connsiteY9" fmla="*/ 584200 h 683589"/>
              <a:gd name="connsiteX10" fmla="*/ 285150 w 780450"/>
              <a:gd name="connsiteY10" fmla="*/ 628650 h 683589"/>
              <a:gd name="connsiteX11" fmla="*/ 329600 w 780450"/>
              <a:gd name="connsiteY11" fmla="*/ 635000 h 683589"/>
              <a:gd name="connsiteX12" fmla="*/ 386750 w 780450"/>
              <a:gd name="connsiteY12" fmla="*/ 654050 h 683589"/>
              <a:gd name="connsiteX13" fmla="*/ 456600 w 780450"/>
              <a:gd name="connsiteY13" fmla="*/ 673100 h 683589"/>
              <a:gd name="connsiteX14" fmla="*/ 577250 w 780450"/>
              <a:gd name="connsiteY14" fmla="*/ 673100 h 683589"/>
              <a:gd name="connsiteX15" fmla="*/ 628050 w 780450"/>
              <a:gd name="connsiteY15" fmla="*/ 660400 h 683589"/>
              <a:gd name="connsiteX16" fmla="*/ 666150 w 780450"/>
              <a:gd name="connsiteY16" fmla="*/ 628650 h 683589"/>
              <a:gd name="connsiteX17" fmla="*/ 678850 w 780450"/>
              <a:gd name="connsiteY17" fmla="*/ 603250 h 683589"/>
              <a:gd name="connsiteX18" fmla="*/ 685200 w 780450"/>
              <a:gd name="connsiteY18" fmla="*/ 584200 h 683589"/>
              <a:gd name="connsiteX19" fmla="*/ 723300 w 780450"/>
              <a:gd name="connsiteY19" fmla="*/ 546100 h 683589"/>
              <a:gd name="connsiteX20" fmla="*/ 736000 w 780450"/>
              <a:gd name="connsiteY20" fmla="*/ 514350 h 683589"/>
              <a:gd name="connsiteX21" fmla="*/ 761400 w 780450"/>
              <a:gd name="connsiteY21" fmla="*/ 463550 h 683589"/>
              <a:gd name="connsiteX22" fmla="*/ 780450 w 780450"/>
              <a:gd name="connsiteY22" fmla="*/ 406400 h 683589"/>
              <a:gd name="connsiteX23" fmla="*/ 761400 w 780450"/>
              <a:gd name="connsiteY23" fmla="*/ 311150 h 683589"/>
              <a:gd name="connsiteX24" fmla="*/ 742350 w 780450"/>
              <a:gd name="connsiteY24" fmla="*/ 292100 h 683589"/>
              <a:gd name="connsiteX25" fmla="*/ 716950 w 780450"/>
              <a:gd name="connsiteY25" fmla="*/ 247650 h 683589"/>
              <a:gd name="connsiteX26" fmla="*/ 672500 w 780450"/>
              <a:gd name="connsiteY26" fmla="*/ 196850 h 683589"/>
              <a:gd name="connsiteX27" fmla="*/ 647100 w 780450"/>
              <a:gd name="connsiteY27" fmla="*/ 171450 h 683589"/>
              <a:gd name="connsiteX28" fmla="*/ 634400 w 780450"/>
              <a:gd name="connsiteY28" fmla="*/ 152400 h 683589"/>
              <a:gd name="connsiteX29" fmla="*/ 602650 w 780450"/>
              <a:gd name="connsiteY29" fmla="*/ 139700 h 683589"/>
              <a:gd name="connsiteX30" fmla="*/ 589950 w 780450"/>
              <a:gd name="connsiteY30" fmla="*/ 120650 h 683589"/>
              <a:gd name="connsiteX31" fmla="*/ 570900 w 780450"/>
              <a:gd name="connsiteY31" fmla="*/ 114300 h 683589"/>
              <a:gd name="connsiteX32" fmla="*/ 551850 w 780450"/>
              <a:gd name="connsiteY32" fmla="*/ 101600 h 683589"/>
              <a:gd name="connsiteX33" fmla="*/ 532800 w 780450"/>
              <a:gd name="connsiteY33" fmla="*/ 95250 h 683589"/>
              <a:gd name="connsiteX34" fmla="*/ 443900 w 780450"/>
              <a:gd name="connsiteY34" fmla="*/ 50800 h 683589"/>
              <a:gd name="connsiteX35" fmla="*/ 418500 w 780450"/>
              <a:gd name="connsiteY35" fmla="*/ 38100 h 683589"/>
              <a:gd name="connsiteX36" fmla="*/ 361350 w 780450"/>
              <a:gd name="connsiteY36" fmla="*/ 31750 h 683589"/>
              <a:gd name="connsiteX37" fmla="*/ 221650 w 780450"/>
              <a:gd name="connsiteY37" fmla="*/ 19050 h 683589"/>
              <a:gd name="connsiteX38" fmla="*/ 189900 w 780450"/>
              <a:gd name="connsiteY38" fmla="*/ 6350 h 683589"/>
              <a:gd name="connsiteX39" fmla="*/ 151800 w 780450"/>
              <a:gd name="connsiteY39" fmla="*/ 0 h 683589"/>
              <a:gd name="connsiteX40" fmla="*/ 88300 w 780450"/>
              <a:gd name="connsiteY40" fmla="*/ 6350 h 683589"/>
              <a:gd name="connsiteX41" fmla="*/ 50200 w 780450"/>
              <a:gd name="connsiteY41" fmla="*/ 19050 h 683589"/>
              <a:gd name="connsiteX42" fmla="*/ 31150 w 780450"/>
              <a:gd name="connsiteY42" fmla="*/ 38100 h 683589"/>
              <a:gd name="connsiteX43" fmla="*/ 24800 w 780450"/>
              <a:gd name="connsiteY43" fmla="*/ 57150 h 683589"/>
              <a:gd name="connsiteX44" fmla="*/ 12100 w 780450"/>
              <a:gd name="connsiteY44" fmla="*/ 82550 h 683589"/>
              <a:gd name="connsiteX45" fmla="*/ 5750 w 780450"/>
              <a:gd name="connsiteY45" fmla="*/ 82550 h 683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780450" h="683589">
                <a:moveTo>
                  <a:pt x="5750" y="82550"/>
                </a:moveTo>
                <a:lnTo>
                  <a:pt x="5750" y="82550"/>
                </a:lnTo>
                <a:cubicBezTo>
                  <a:pt x="46934" y="233557"/>
                  <a:pt x="4727" y="60233"/>
                  <a:pt x="31150" y="254000"/>
                </a:cubicBezTo>
                <a:cubicBezTo>
                  <a:pt x="32959" y="267264"/>
                  <a:pt x="43850" y="292100"/>
                  <a:pt x="43850" y="292100"/>
                </a:cubicBezTo>
                <a:cubicBezTo>
                  <a:pt x="45967" y="321733"/>
                  <a:pt x="45316" y="351695"/>
                  <a:pt x="50200" y="381000"/>
                </a:cubicBezTo>
                <a:cubicBezTo>
                  <a:pt x="51756" y="390337"/>
                  <a:pt x="58204" y="398181"/>
                  <a:pt x="62900" y="406400"/>
                </a:cubicBezTo>
                <a:cubicBezTo>
                  <a:pt x="66686" y="413026"/>
                  <a:pt x="74757" y="417865"/>
                  <a:pt x="75600" y="425450"/>
                </a:cubicBezTo>
                <a:cubicBezTo>
                  <a:pt x="79106" y="457006"/>
                  <a:pt x="75600" y="488950"/>
                  <a:pt x="75600" y="520700"/>
                </a:cubicBezTo>
                <a:lnTo>
                  <a:pt x="183550" y="552450"/>
                </a:lnTo>
                <a:cubicBezTo>
                  <a:pt x="200483" y="563033"/>
                  <a:pt x="218757" y="571726"/>
                  <a:pt x="234350" y="584200"/>
                </a:cubicBezTo>
                <a:cubicBezTo>
                  <a:pt x="260348" y="604999"/>
                  <a:pt x="231037" y="620920"/>
                  <a:pt x="285150" y="628650"/>
                </a:cubicBezTo>
                <a:lnTo>
                  <a:pt x="329600" y="635000"/>
                </a:lnTo>
                <a:cubicBezTo>
                  <a:pt x="393444" y="666922"/>
                  <a:pt x="312892" y="629431"/>
                  <a:pt x="386750" y="654050"/>
                </a:cubicBezTo>
                <a:cubicBezTo>
                  <a:pt x="459476" y="678292"/>
                  <a:pt x="349117" y="657745"/>
                  <a:pt x="456600" y="673100"/>
                </a:cubicBezTo>
                <a:cubicBezTo>
                  <a:pt x="504929" y="689210"/>
                  <a:pt x="483735" y="684789"/>
                  <a:pt x="577250" y="673100"/>
                </a:cubicBezTo>
                <a:cubicBezTo>
                  <a:pt x="594570" y="670935"/>
                  <a:pt x="628050" y="660400"/>
                  <a:pt x="628050" y="660400"/>
                </a:cubicBezTo>
                <a:cubicBezTo>
                  <a:pt x="643240" y="650273"/>
                  <a:pt x="655038" y="644207"/>
                  <a:pt x="666150" y="628650"/>
                </a:cubicBezTo>
                <a:cubicBezTo>
                  <a:pt x="671652" y="620947"/>
                  <a:pt x="675121" y="611951"/>
                  <a:pt x="678850" y="603250"/>
                </a:cubicBezTo>
                <a:cubicBezTo>
                  <a:pt x="681487" y="597098"/>
                  <a:pt x="681091" y="589484"/>
                  <a:pt x="685200" y="584200"/>
                </a:cubicBezTo>
                <a:cubicBezTo>
                  <a:pt x="696227" y="570023"/>
                  <a:pt x="723300" y="546100"/>
                  <a:pt x="723300" y="546100"/>
                </a:cubicBezTo>
                <a:cubicBezTo>
                  <a:pt x="727533" y="535517"/>
                  <a:pt x="730902" y="524545"/>
                  <a:pt x="736000" y="514350"/>
                </a:cubicBezTo>
                <a:cubicBezTo>
                  <a:pt x="755656" y="475038"/>
                  <a:pt x="744920" y="518483"/>
                  <a:pt x="761400" y="463550"/>
                </a:cubicBezTo>
                <a:cubicBezTo>
                  <a:pt x="779864" y="402002"/>
                  <a:pt x="753926" y="459447"/>
                  <a:pt x="780450" y="406400"/>
                </a:cubicBezTo>
                <a:cubicBezTo>
                  <a:pt x="775956" y="352472"/>
                  <a:pt x="787493" y="342461"/>
                  <a:pt x="761400" y="311150"/>
                </a:cubicBezTo>
                <a:cubicBezTo>
                  <a:pt x="755651" y="304251"/>
                  <a:pt x="748700" y="298450"/>
                  <a:pt x="742350" y="292100"/>
                </a:cubicBezTo>
                <a:cubicBezTo>
                  <a:pt x="731242" y="247668"/>
                  <a:pt x="744826" y="283490"/>
                  <a:pt x="716950" y="247650"/>
                </a:cubicBezTo>
                <a:cubicBezTo>
                  <a:pt x="644278" y="154214"/>
                  <a:pt x="725769" y="242510"/>
                  <a:pt x="672500" y="196850"/>
                </a:cubicBezTo>
                <a:cubicBezTo>
                  <a:pt x="663409" y="189058"/>
                  <a:pt x="654892" y="180541"/>
                  <a:pt x="647100" y="171450"/>
                </a:cubicBezTo>
                <a:cubicBezTo>
                  <a:pt x="642133" y="165656"/>
                  <a:pt x="640610" y="156836"/>
                  <a:pt x="634400" y="152400"/>
                </a:cubicBezTo>
                <a:cubicBezTo>
                  <a:pt x="625125" y="145775"/>
                  <a:pt x="613233" y="143933"/>
                  <a:pt x="602650" y="139700"/>
                </a:cubicBezTo>
                <a:cubicBezTo>
                  <a:pt x="598417" y="133350"/>
                  <a:pt x="595909" y="125418"/>
                  <a:pt x="589950" y="120650"/>
                </a:cubicBezTo>
                <a:cubicBezTo>
                  <a:pt x="584723" y="116469"/>
                  <a:pt x="576887" y="117293"/>
                  <a:pt x="570900" y="114300"/>
                </a:cubicBezTo>
                <a:cubicBezTo>
                  <a:pt x="564074" y="110887"/>
                  <a:pt x="558676" y="105013"/>
                  <a:pt x="551850" y="101600"/>
                </a:cubicBezTo>
                <a:cubicBezTo>
                  <a:pt x="545863" y="98607"/>
                  <a:pt x="538856" y="98100"/>
                  <a:pt x="532800" y="95250"/>
                </a:cubicBezTo>
                <a:cubicBezTo>
                  <a:pt x="502822" y="81143"/>
                  <a:pt x="473533" y="65617"/>
                  <a:pt x="443900" y="50800"/>
                </a:cubicBezTo>
                <a:cubicBezTo>
                  <a:pt x="435433" y="46567"/>
                  <a:pt x="427908" y="39145"/>
                  <a:pt x="418500" y="38100"/>
                </a:cubicBezTo>
                <a:lnTo>
                  <a:pt x="361350" y="31750"/>
                </a:lnTo>
                <a:cubicBezTo>
                  <a:pt x="296743" y="10214"/>
                  <a:pt x="393216" y="40496"/>
                  <a:pt x="221650" y="19050"/>
                </a:cubicBezTo>
                <a:cubicBezTo>
                  <a:pt x="210339" y="17636"/>
                  <a:pt x="200897" y="9349"/>
                  <a:pt x="189900" y="6350"/>
                </a:cubicBezTo>
                <a:cubicBezTo>
                  <a:pt x="177478" y="2962"/>
                  <a:pt x="164500" y="2117"/>
                  <a:pt x="151800" y="0"/>
                </a:cubicBezTo>
                <a:cubicBezTo>
                  <a:pt x="130633" y="2117"/>
                  <a:pt x="109208" y="2430"/>
                  <a:pt x="88300" y="6350"/>
                </a:cubicBezTo>
                <a:cubicBezTo>
                  <a:pt x="75142" y="8817"/>
                  <a:pt x="50200" y="19050"/>
                  <a:pt x="50200" y="19050"/>
                </a:cubicBezTo>
                <a:cubicBezTo>
                  <a:pt x="43850" y="25400"/>
                  <a:pt x="36131" y="30628"/>
                  <a:pt x="31150" y="38100"/>
                </a:cubicBezTo>
                <a:cubicBezTo>
                  <a:pt x="27437" y="43669"/>
                  <a:pt x="27437" y="50998"/>
                  <a:pt x="24800" y="57150"/>
                </a:cubicBezTo>
                <a:cubicBezTo>
                  <a:pt x="21071" y="65851"/>
                  <a:pt x="15829" y="73849"/>
                  <a:pt x="12100" y="82550"/>
                </a:cubicBezTo>
                <a:cubicBezTo>
                  <a:pt x="-11440" y="137477"/>
                  <a:pt x="6808" y="82550"/>
                  <a:pt x="5750" y="82550"/>
                </a:cubicBezTo>
                <a:close/>
              </a:path>
            </a:pathLst>
          </a:custGeom>
          <a:solidFill>
            <a:srgbClr val="92D050">
              <a:alpha val="96863"/>
            </a:srgb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285963">
            <a:off x="4066596" y="2255276"/>
            <a:ext cx="14473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re 6"/>
          <p:cNvSpPr>
            <a:spLocks noGrp="1"/>
          </p:cNvSpPr>
          <p:nvPr>
            <p:ph type="title"/>
          </p:nvPr>
        </p:nvSpPr>
        <p:spPr>
          <a:xfrm>
            <a:off x="1744988" y="236967"/>
            <a:ext cx="5462240" cy="272210"/>
          </a:xfrm>
        </p:spPr>
        <p:txBody>
          <a:bodyPr/>
          <a:lstStyle/>
          <a:p>
            <a:pPr algn="ctr"/>
            <a:r>
              <a:rPr lang="fr-FR" sz="2000" dirty="0"/>
              <a:t>Objectifs initiaux</a:t>
            </a:r>
          </a:p>
        </p:txBody>
      </p:sp>
      <p:cxnSp>
        <p:nvCxnSpPr>
          <p:cNvPr id="11" name="Connecteur droit 10"/>
          <p:cNvCxnSpPr/>
          <p:nvPr/>
        </p:nvCxnSpPr>
        <p:spPr>
          <a:xfrm flipV="1">
            <a:off x="3949655" y="555527"/>
            <a:ext cx="3816424" cy="2880319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617" y="3718162"/>
            <a:ext cx="729707" cy="95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ZoneTexte 20"/>
          <p:cNvSpPr txBox="1"/>
          <p:nvPr/>
        </p:nvSpPr>
        <p:spPr>
          <a:xfrm>
            <a:off x="8212879" y="3281957"/>
            <a:ext cx="934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>
                <a:solidFill>
                  <a:srgbClr val="FF0000"/>
                </a:solidFill>
              </a:rPr>
              <a:t>N 134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0" y="3281957"/>
            <a:ext cx="934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>
                <a:solidFill>
                  <a:srgbClr val="FF0000"/>
                </a:solidFill>
              </a:rPr>
              <a:t>N 134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7513839" y="339501"/>
            <a:ext cx="934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>
                <a:solidFill>
                  <a:srgbClr val="FF0000"/>
                </a:solidFill>
              </a:rPr>
              <a:t>D</a:t>
            </a:r>
            <a:r>
              <a:rPr lang="fr-FR" sz="1400" b="1"/>
              <a:t> </a:t>
            </a:r>
            <a:r>
              <a:rPr lang="fr-FR" sz="1400" b="1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27" name="Forme libre 26"/>
          <p:cNvSpPr/>
          <p:nvPr/>
        </p:nvSpPr>
        <p:spPr>
          <a:xfrm>
            <a:off x="5231309" y="2355726"/>
            <a:ext cx="2832100" cy="317164"/>
          </a:xfrm>
          <a:custGeom>
            <a:avLst/>
            <a:gdLst>
              <a:gd name="connsiteX0" fmla="*/ 0 w 2832100"/>
              <a:gd name="connsiteY0" fmla="*/ 121499 h 317164"/>
              <a:gd name="connsiteX1" fmla="*/ 419100 w 2832100"/>
              <a:gd name="connsiteY1" fmla="*/ 216749 h 317164"/>
              <a:gd name="connsiteX2" fmla="*/ 1174750 w 2832100"/>
              <a:gd name="connsiteY2" fmla="*/ 849 h 317164"/>
              <a:gd name="connsiteX3" fmla="*/ 1752600 w 2832100"/>
              <a:gd name="connsiteY3" fmla="*/ 311999 h 317164"/>
              <a:gd name="connsiteX4" fmla="*/ 2571750 w 2832100"/>
              <a:gd name="connsiteY4" fmla="*/ 191349 h 317164"/>
              <a:gd name="connsiteX5" fmla="*/ 2832100 w 2832100"/>
              <a:gd name="connsiteY5" fmla="*/ 140549 h 317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32100" h="317164">
                <a:moveTo>
                  <a:pt x="0" y="121499"/>
                </a:moveTo>
                <a:cubicBezTo>
                  <a:pt x="111654" y="179178"/>
                  <a:pt x="223308" y="236857"/>
                  <a:pt x="419100" y="216749"/>
                </a:cubicBezTo>
                <a:cubicBezTo>
                  <a:pt x="614892" y="196641"/>
                  <a:pt x="952500" y="-15026"/>
                  <a:pt x="1174750" y="849"/>
                </a:cubicBezTo>
                <a:cubicBezTo>
                  <a:pt x="1397000" y="16724"/>
                  <a:pt x="1519767" y="280249"/>
                  <a:pt x="1752600" y="311999"/>
                </a:cubicBezTo>
                <a:cubicBezTo>
                  <a:pt x="1985433" y="343749"/>
                  <a:pt x="2391833" y="219924"/>
                  <a:pt x="2571750" y="191349"/>
                </a:cubicBezTo>
                <a:cubicBezTo>
                  <a:pt x="2751667" y="162774"/>
                  <a:pt x="2791883" y="151661"/>
                  <a:pt x="2832100" y="140549"/>
                </a:cubicBezTo>
              </a:path>
            </a:pathLst>
          </a:cu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Espace réservé de la date 1"/>
          <p:cNvSpPr>
            <a:spLocks noGrp="1"/>
          </p:cNvSpPr>
          <p:nvPr>
            <p:ph type="dt" sz="half" idx="4294967295"/>
          </p:nvPr>
        </p:nvSpPr>
        <p:spPr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pPr algn="r"/>
            <a:r>
              <a:rPr lang="fr-FR" sz="750" b="1" dirty="0"/>
              <a:t>23/03/2026</a:t>
            </a:r>
          </a:p>
        </p:txBody>
      </p:sp>
      <p:cxnSp>
        <p:nvCxnSpPr>
          <p:cNvPr id="41" name="Connecteur droit 40"/>
          <p:cNvCxnSpPr>
            <a:cxnSpLocks/>
          </p:cNvCxnSpPr>
          <p:nvPr/>
        </p:nvCxnSpPr>
        <p:spPr>
          <a:xfrm flipV="1">
            <a:off x="854354" y="3453921"/>
            <a:ext cx="1838284" cy="1197863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01" y="3697920"/>
            <a:ext cx="854622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74288">
            <a:off x="5919133" y="2443163"/>
            <a:ext cx="360040" cy="113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479682">
            <a:off x="5834318" y="2323255"/>
            <a:ext cx="360040" cy="113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Arc 36"/>
          <p:cNvSpPr/>
          <p:nvPr/>
        </p:nvSpPr>
        <p:spPr>
          <a:xfrm>
            <a:off x="6084168" y="3435846"/>
            <a:ext cx="1116124" cy="1224136"/>
          </a:xfrm>
          <a:prstGeom prst="arc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orme libre 41"/>
          <p:cNvSpPr/>
          <p:nvPr/>
        </p:nvSpPr>
        <p:spPr>
          <a:xfrm>
            <a:off x="6855932" y="1066882"/>
            <a:ext cx="1866333" cy="1575668"/>
          </a:xfrm>
          <a:custGeom>
            <a:avLst/>
            <a:gdLst>
              <a:gd name="connsiteX0" fmla="*/ 78883 w 1386983"/>
              <a:gd name="connsiteY0" fmla="*/ 1295400 h 1295400"/>
              <a:gd name="connsiteX1" fmla="*/ 15383 w 1386983"/>
              <a:gd name="connsiteY1" fmla="*/ 673100 h 1295400"/>
              <a:gd name="connsiteX2" fmla="*/ 332883 w 1386983"/>
              <a:gd name="connsiteY2" fmla="*/ 876300 h 1295400"/>
              <a:gd name="connsiteX3" fmla="*/ 218583 w 1386983"/>
              <a:gd name="connsiteY3" fmla="*/ 463550 h 1295400"/>
              <a:gd name="connsiteX4" fmla="*/ 663083 w 1386983"/>
              <a:gd name="connsiteY4" fmla="*/ 730250 h 1295400"/>
              <a:gd name="connsiteX5" fmla="*/ 574183 w 1386983"/>
              <a:gd name="connsiteY5" fmla="*/ 323850 h 1295400"/>
              <a:gd name="connsiteX6" fmla="*/ 1005983 w 1386983"/>
              <a:gd name="connsiteY6" fmla="*/ 387350 h 1295400"/>
              <a:gd name="connsiteX7" fmla="*/ 1221883 w 1386983"/>
              <a:gd name="connsiteY7" fmla="*/ 177800 h 1295400"/>
              <a:gd name="connsiteX8" fmla="*/ 1386983 w 1386983"/>
              <a:gd name="connsiteY8" fmla="*/ 0 h 1295400"/>
              <a:gd name="connsiteX9" fmla="*/ 1386983 w 1386983"/>
              <a:gd name="connsiteY9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86983" h="1295400">
                <a:moveTo>
                  <a:pt x="78883" y="1295400"/>
                </a:moveTo>
                <a:cubicBezTo>
                  <a:pt x="25966" y="1019175"/>
                  <a:pt x="-26950" y="742950"/>
                  <a:pt x="15383" y="673100"/>
                </a:cubicBezTo>
                <a:cubicBezTo>
                  <a:pt x="57716" y="603250"/>
                  <a:pt x="299016" y="911225"/>
                  <a:pt x="332883" y="876300"/>
                </a:cubicBezTo>
                <a:cubicBezTo>
                  <a:pt x="366750" y="841375"/>
                  <a:pt x="163550" y="487892"/>
                  <a:pt x="218583" y="463550"/>
                </a:cubicBezTo>
                <a:cubicBezTo>
                  <a:pt x="273616" y="439208"/>
                  <a:pt x="603816" y="753533"/>
                  <a:pt x="663083" y="730250"/>
                </a:cubicBezTo>
                <a:cubicBezTo>
                  <a:pt x="722350" y="706967"/>
                  <a:pt x="517033" y="381000"/>
                  <a:pt x="574183" y="323850"/>
                </a:cubicBezTo>
                <a:cubicBezTo>
                  <a:pt x="631333" y="266700"/>
                  <a:pt x="898033" y="411692"/>
                  <a:pt x="1005983" y="387350"/>
                </a:cubicBezTo>
                <a:cubicBezTo>
                  <a:pt x="1113933" y="363008"/>
                  <a:pt x="1158383" y="242358"/>
                  <a:pt x="1221883" y="177800"/>
                </a:cubicBezTo>
                <a:cubicBezTo>
                  <a:pt x="1285383" y="113242"/>
                  <a:pt x="1386983" y="0"/>
                  <a:pt x="1386983" y="0"/>
                </a:cubicBezTo>
                <a:lnTo>
                  <a:pt x="1386983" y="0"/>
                </a:ln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/>
          <p:cNvSpPr/>
          <p:nvPr/>
        </p:nvSpPr>
        <p:spPr>
          <a:xfrm>
            <a:off x="3121999" y="3721249"/>
            <a:ext cx="297796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100" b="1" dirty="0">
                <a:solidFill>
                  <a:schemeClr val="bg1">
                    <a:lumMod val="50000"/>
                  </a:schemeClr>
                </a:solidFill>
              </a:rPr>
              <a:t>Itinéraire dérogatoire au code de la route en termes de tonnage pour le transport de bois</a:t>
            </a:r>
          </a:p>
          <a:p>
            <a:pPr algn="ctr"/>
            <a:r>
              <a:rPr lang="fr-FR" sz="1100" b="1" dirty="0">
                <a:solidFill>
                  <a:schemeClr val="bg1">
                    <a:lumMod val="50000"/>
                  </a:schemeClr>
                </a:solidFill>
              </a:rPr>
              <a:t>(itinéraire bois ronds)</a:t>
            </a:r>
          </a:p>
        </p:txBody>
      </p:sp>
      <p:sp>
        <p:nvSpPr>
          <p:cNvPr id="44" name="Forme libre 43"/>
          <p:cNvSpPr/>
          <p:nvPr/>
        </p:nvSpPr>
        <p:spPr>
          <a:xfrm>
            <a:off x="7315200" y="2114550"/>
            <a:ext cx="1117600" cy="159601"/>
          </a:xfrm>
          <a:custGeom>
            <a:avLst/>
            <a:gdLst>
              <a:gd name="connsiteX0" fmla="*/ 0 w 1117600"/>
              <a:gd name="connsiteY0" fmla="*/ 0 h 159601"/>
              <a:gd name="connsiteX1" fmla="*/ 165100 w 1117600"/>
              <a:gd name="connsiteY1" fmla="*/ 152400 h 159601"/>
              <a:gd name="connsiteX2" fmla="*/ 685800 w 1117600"/>
              <a:gd name="connsiteY2" fmla="*/ 127000 h 159601"/>
              <a:gd name="connsiteX3" fmla="*/ 1117600 w 1117600"/>
              <a:gd name="connsiteY3" fmla="*/ 57150 h 15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0" h="159601">
                <a:moveTo>
                  <a:pt x="0" y="0"/>
                </a:moveTo>
                <a:cubicBezTo>
                  <a:pt x="25400" y="65616"/>
                  <a:pt x="50800" y="131233"/>
                  <a:pt x="165100" y="152400"/>
                </a:cubicBezTo>
                <a:cubicBezTo>
                  <a:pt x="279400" y="173567"/>
                  <a:pt x="527050" y="142875"/>
                  <a:pt x="685800" y="127000"/>
                </a:cubicBezTo>
                <a:cubicBezTo>
                  <a:pt x="844550" y="111125"/>
                  <a:pt x="981075" y="84137"/>
                  <a:pt x="1117600" y="57150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7"/>
          <p:cNvCxnSpPr/>
          <p:nvPr/>
        </p:nvCxnSpPr>
        <p:spPr>
          <a:xfrm>
            <a:off x="820348" y="3435845"/>
            <a:ext cx="7488832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8087566" y="3988614"/>
            <a:ext cx="936104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050" b="1" i="1">
                <a:solidFill>
                  <a:schemeClr val="bg1">
                    <a:lumMod val="50000"/>
                  </a:schemeClr>
                </a:solidFill>
              </a:rPr>
              <a:t>Scierie</a:t>
            </a:r>
          </a:p>
          <a:p>
            <a:r>
              <a:rPr lang="fr-FR" sz="1050" b="1" i="1">
                <a:solidFill>
                  <a:schemeClr val="bg1">
                    <a:lumMod val="50000"/>
                  </a:schemeClr>
                </a:solidFill>
              </a:rPr>
              <a:t>Papeterie</a:t>
            </a:r>
          </a:p>
          <a:p>
            <a:r>
              <a:rPr lang="fr-FR" sz="1050" b="1" i="1">
                <a:solidFill>
                  <a:schemeClr val="bg1">
                    <a:lumMod val="50000"/>
                  </a:schemeClr>
                </a:solidFill>
              </a:rPr>
              <a:t>Chaufferie</a:t>
            </a:r>
          </a:p>
        </p:txBody>
      </p:sp>
      <p:pic>
        <p:nvPicPr>
          <p:cNvPr id="6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194" y="2031689"/>
            <a:ext cx="534668" cy="314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4" name="Connecteur droit avec flèche 63"/>
          <p:cNvCxnSpPr/>
          <p:nvPr/>
        </p:nvCxnSpPr>
        <p:spPr>
          <a:xfrm flipV="1">
            <a:off x="5306282" y="3476114"/>
            <a:ext cx="210387" cy="288032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 rot="19251235">
            <a:off x="4489548" y="2203728"/>
            <a:ext cx="101121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050" b="1">
                <a:solidFill>
                  <a:srgbClr val="FFFF00"/>
                </a:solidFill>
              </a:rPr>
              <a:t>55 tonnes</a:t>
            </a:r>
          </a:p>
        </p:txBody>
      </p:sp>
      <p:cxnSp>
        <p:nvCxnSpPr>
          <p:cNvPr id="67" name="Connecteur droit avec flèche 66"/>
          <p:cNvCxnSpPr>
            <a:cxnSpLocks/>
          </p:cNvCxnSpPr>
          <p:nvPr/>
        </p:nvCxnSpPr>
        <p:spPr>
          <a:xfrm flipH="1" flipV="1">
            <a:off x="4448194" y="3115029"/>
            <a:ext cx="93216" cy="59848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15548" y="4443958"/>
            <a:ext cx="256652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/>
          <p:cNvSpPr/>
          <p:nvPr/>
        </p:nvSpPr>
        <p:spPr>
          <a:xfrm>
            <a:off x="1569879" y="1997252"/>
            <a:ext cx="906102" cy="365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/>
          <p:cNvSpPr/>
          <p:nvPr/>
        </p:nvSpPr>
        <p:spPr>
          <a:xfrm rot="20323109">
            <a:off x="8561472" y="557178"/>
            <a:ext cx="233868" cy="212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/>
          <p:cNvSpPr/>
          <p:nvPr/>
        </p:nvSpPr>
        <p:spPr>
          <a:xfrm>
            <a:off x="8597053" y="546557"/>
            <a:ext cx="211179" cy="237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465" y="644455"/>
            <a:ext cx="429534" cy="387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Espace réservé du texte 7">
            <a:extLst>
              <a:ext uri="{FF2B5EF4-FFF2-40B4-BE49-F238E27FC236}">
                <a16:creationId xmlns:a16="http://schemas.microsoft.com/office/drawing/2014/main" id="{5606BA2C-A428-4647-A584-4C97775E2E63}"/>
              </a:ext>
            </a:extLst>
          </p:cNvPr>
          <p:cNvSpPr txBox="1">
            <a:spLocks/>
          </p:cNvSpPr>
          <p:nvPr/>
        </p:nvSpPr>
        <p:spPr>
          <a:xfrm>
            <a:off x="181420" y="845915"/>
            <a:ext cx="3898061" cy="150903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Font typeface="Calibri" panose="020F0502020204030204" pitchFamily="34" charset="0"/>
              <a:buChar char="​"/>
              <a:defRPr sz="2000" kern="1200" cap="none" baseline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Font typeface="Calibri" panose="020F0502020204030204" pitchFamily="34" charset="0"/>
              <a:buChar char="​"/>
              <a:defRPr lang="fr-FR" sz="1400" kern="1200" dirty="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360000" indent="-144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accent6"/>
              </a:buClr>
              <a:buSzPct val="175000"/>
              <a:buFontTx/>
              <a:buBlip>
                <a:blip r:embed="rId9"/>
              </a:buBlip>
              <a:defRPr sz="1200" b="1" kern="120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88925" indent="-72000" algn="l" defTabSz="6858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D6F71"/>
              </a:buClr>
              <a:buSzPct val="110000"/>
              <a:buFont typeface="Arial" panose="020B0604020202020204" pitchFamily="34" charset="0"/>
              <a:buChar char="•"/>
              <a:defRPr sz="11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8800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​"/>
              <a:defRPr sz="1100" i="0" kern="120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ctr" defTabSz="914400">
              <a:spcBef>
                <a:spcPts val="0"/>
              </a:spcBef>
              <a:spcAft>
                <a:spcPts val="600"/>
              </a:spcAft>
              <a:buNone/>
            </a:pPr>
            <a:r>
              <a:rPr lang="fr-FR" b="0" dirty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 </a:t>
            </a:r>
            <a:r>
              <a:rPr lang="fr-FR" b="0" dirty="0">
                <a:solidFill>
                  <a:schemeClr val="tx1"/>
                </a:solidFill>
                <a:latin typeface="+mn-lt"/>
                <a:cs typeface="+mn-cs"/>
              </a:rPr>
              <a:t>Permettre la </a:t>
            </a:r>
            <a:r>
              <a:rPr lang="fr-FR" dirty="0">
                <a:solidFill>
                  <a:schemeClr val="tx1"/>
                </a:solidFill>
                <a:latin typeface="+mn-lt"/>
                <a:cs typeface="+mn-cs"/>
              </a:rPr>
              <a:t>production uniforme de données et le partage des informations utiles </a:t>
            </a:r>
            <a:r>
              <a:rPr lang="fr-FR" b="0" dirty="0">
                <a:solidFill>
                  <a:schemeClr val="tx1"/>
                </a:solidFill>
                <a:latin typeface="+mn-lt"/>
                <a:cs typeface="+mn-cs"/>
              </a:rPr>
              <a:t>au transport de bois</a:t>
            </a:r>
          </a:p>
          <a:p>
            <a:pPr marL="0" lvl="2" indent="0" algn="ctr" defTabSz="914400">
              <a:spcBef>
                <a:spcPts val="0"/>
              </a:spcBef>
              <a:spcAft>
                <a:spcPts val="600"/>
              </a:spcAft>
              <a:buNone/>
            </a:pPr>
            <a:r>
              <a:rPr lang="fr-FR" b="0" dirty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 </a:t>
            </a:r>
            <a:r>
              <a:rPr lang="fr-FR" b="0" dirty="0">
                <a:solidFill>
                  <a:schemeClr val="tx1"/>
                </a:solidFill>
                <a:latin typeface="+mn-lt"/>
                <a:cs typeface="+mn-cs"/>
              </a:rPr>
              <a:t>Récupérer les données dessertes dans une </a:t>
            </a:r>
            <a:r>
              <a:rPr lang="fr-FR" dirty="0">
                <a:solidFill>
                  <a:schemeClr val="tx1"/>
                </a:solidFill>
                <a:latin typeface="+mn-lt"/>
                <a:cs typeface="+mn-cs"/>
              </a:rPr>
              <a:t>base nationale unique via un outil collaboratif </a:t>
            </a:r>
            <a:r>
              <a:rPr lang="fr-FR" b="0" dirty="0">
                <a:solidFill>
                  <a:schemeClr val="tx1"/>
                </a:solidFill>
                <a:latin typeface="+mn-lt"/>
                <a:cs typeface="+mn-cs"/>
              </a:rPr>
              <a:t>en ligne </a:t>
            </a:r>
          </a:p>
          <a:p>
            <a:pPr marL="0" lvl="2" indent="0" algn="ctr" defTabSz="914400">
              <a:spcBef>
                <a:spcPts val="0"/>
              </a:spcBef>
              <a:spcAft>
                <a:spcPts val="600"/>
              </a:spcAft>
              <a:buNone/>
            </a:pPr>
            <a:r>
              <a:rPr lang="fr-FR" b="0" dirty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 A</a:t>
            </a:r>
            <a:r>
              <a:rPr lang="fr-FR" b="0" dirty="0">
                <a:solidFill>
                  <a:schemeClr val="tx1"/>
                </a:solidFill>
                <a:latin typeface="+mn-lt"/>
                <a:cs typeface="+mn-cs"/>
              </a:rPr>
              <a:t>méliorer la compétitivité de la filière Forêt-Bois française</a:t>
            </a:r>
          </a:p>
          <a:p>
            <a:pPr marL="285750" lvl="2" indent="-285750" algn="ctr" defTabSz="91440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à"/>
            </a:pPr>
            <a:endParaRPr lang="fr-FR" sz="1400" b="0" dirty="0">
              <a:solidFill>
                <a:schemeClr val="tx1"/>
              </a:solidFill>
            </a:endParaRPr>
          </a:p>
        </p:txBody>
      </p:sp>
      <p:sp>
        <p:nvSpPr>
          <p:cNvPr id="4" name="Forme libre 43">
            <a:extLst>
              <a:ext uri="{FF2B5EF4-FFF2-40B4-BE49-F238E27FC236}">
                <a16:creationId xmlns:a16="http://schemas.microsoft.com/office/drawing/2014/main" id="{B301E6C4-6E58-2E55-0CB9-9AFEEB96B22F}"/>
              </a:ext>
            </a:extLst>
          </p:cNvPr>
          <p:cNvSpPr/>
          <p:nvPr/>
        </p:nvSpPr>
        <p:spPr>
          <a:xfrm rot="17311591">
            <a:off x="7671704" y="1747302"/>
            <a:ext cx="1437420" cy="208062"/>
          </a:xfrm>
          <a:custGeom>
            <a:avLst/>
            <a:gdLst>
              <a:gd name="connsiteX0" fmla="*/ 0 w 1117600"/>
              <a:gd name="connsiteY0" fmla="*/ 0 h 159601"/>
              <a:gd name="connsiteX1" fmla="*/ 165100 w 1117600"/>
              <a:gd name="connsiteY1" fmla="*/ 152400 h 159601"/>
              <a:gd name="connsiteX2" fmla="*/ 685800 w 1117600"/>
              <a:gd name="connsiteY2" fmla="*/ 127000 h 159601"/>
              <a:gd name="connsiteX3" fmla="*/ 1117600 w 1117600"/>
              <a:gd name="connsiteY3" fmla="*/ 57150 h 15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0" h="159601">
                <a:moveTo>
                  <a:pt x="0" y="0"/>
                </a:moveTo>
                <a:cubicBezTo>
                  <a:pt x="25400" y="65616"/>
                  <a:pt x="50800" y="131233"/>
                  <a:pt x="165100" y="152400"/>
                </a:cubicBezTo>
                <a:cubicBezTo>
                  <a:pt x="279400" y="173567"/>
                  <a:pt x="527050" y="142875"/>
                  <a:pt x="685800" y="127000"/>
                </a:cubicBezTo>
                <a:cubicBezTo>
                  <a:pt x="844550" y="111125"/>
                  <a:pt x="981075" y="84137"/>
                  <a:pt x="1117600" y="57150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27E398D-88EF-C86C-175A-39C3370C6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6355" y="2024218"/>
            <a:ext cx="534668" cy="314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Espace réservé du pied de page 10">
            <a:extLst>
              <a:ext uri="{FF2B5EF4-FFF2-40B4-BE49-F238E27FC236}">
                <a16:creationId xmlns:a16="http://schemas.microsoft.com/office/drawing/2014/main" id="{DEB02D24-8714-A1B8-D0BE-38671CAEFF77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AC582FBE-B2A0-4D68-6743-3C94A900DC5D}"/>
              </a:ext>
            </a:extLst>
          </p:cNvPr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mtClean="0"/>
              <a:pPr algn="r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801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28" grpId="0" animBg="1"/>
      <p:bldP spid="21" grpId="0"/>
      <p:bldP spid="29" grpId="0"/>
      <p:bldP spid="32" grpId="0"/>
      <p:bldP spid="27" grpId="0" animBg="1"/>
      <p:bldP spid="37" grpId="0" animBg="1"/>
      <p:bldP spid="42" grpId="0" animBg="1"/>
      <p:bldP spid="43" grpId="0"/>
      <p:bldP spid="44" grpId="0" animBg="1"/>
      <p:bldP spid="6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C0CE2-D06A-536D-0009-7361FE49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399A3A-60A9-82B7-9565-7F8AD367A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696" y="260842"/>
            <a:ext cx="7181307" cy="319196"/>
          </a:xfrm>
        </p:spPr>
        <p:txBody>
          <a:bodyPr vert="horz" lIns="68580" tIns="34290" rIns="68580" bIns="34290" rtlCol="0" anchor="ctr" anchorCtr="0">
            <a:noAutofit/>
          </a:bodyPr>
          <a:lstStyle/>
          <a:p>
            <a:pPr algn="ctr"/>
            <a:r>
              <a:rPr lang="fr-FR" dirty="0"/>
              <a:t>Bouleversement législatif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D3D0C07F-F579-55D5-A656-4C8410ADE196}"/>
                  </a:ext>
                </a:extLst>
              </p14:cNvPr>
              <p14:cNvContentPartPr/>
              <p14:nvPr/>
            </p14:nvContentPartPr>
            <p14:xfrm>
              <a:off x="-291022" y="-3765"/>
              <a:ext cx="6197" cy="6197"/>
            </p14:xfrm>
          </p:contentPart>
        </mc:Choice>
        <mc:Fallback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D3D0C07F-F579-55D5-A656-4C8410ADE1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00872" y="-313615"/>
                <a:ext cx="619700" cy="6197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EE1615-49CB-D4F2-D739-B5637960E234}"/>
              </a:ext>
            </a:extLst>
          </p:cNvPr>
          <p:cNvSpPr>
            <a:spLocks noGrp="1"/>
          </p:cNvSpPr>
          <p:nvPr/>
        </p:nvSpPr>
        <p:spPr>
          <a:xfrm>
            <a:off x="165070" y="798061"/>
            <a:ext cx="8663774" cy="4345441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68" indent="-257168" algn="just" defTabSz="685783">
              <a:defRPr/>
            </a:pPr>
            <a:endParaRPr lang="fr-FR" sz="12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683AAD94-FB3B-6176-59BF-92414CCBF89D}"/>
              </a:ext>
            </a:extLst>
          </p:cNvPr>
          <p:cNvSpPr>
            <a:spLocks noGrp="1"/>
          </p:cNvSpPr>
          <p:nvPr/>
        </p:nvSpPr>
        <p:spPr>
          <a:xfrm>
            <a:off x="165070" y="834963"/>
            <a:ext cx="8937268" cy="3839896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0000"/>
                </a:solidFill>
                <a:latin typeface="+mn-lt"/>
              </a:rPr>
              <a:t>Loi Incendie de 2023</a:t>
            </a:r>
          </a:p>
          <a:p>
            <a:pPr lvl="1" algn="just" fontAlgn="base"/>
            <a:r>
              <a:rPr lang="fr-FR" sz="1000" b="0" i="1" dirty="0">
                <a:solidFill>
                  <a:srgbClr val="000000"/>
                </a:solidFill>
                <a:latin typeface="+mn-lt"/>
              </a:rPr>
              <a:t>Art. L. 153-9. - […] II. - « Chaque département établit et met à jour, au moins tous les cinq ans, une carte des </a:t>
            </a:r>
            <a:r>
              <a:rPr lang="fr-FR" sz="1000" b="0" i="1" dirty="0">
                <a:solidFill>
                  <a:srgbClr val="00B050"/>
                </a:solidFill>
                <a:latin typeface="+mn-lt"/>
              </a:rPr>
              <a:t>voies d’accès aux ressources forestières, </a:t>
            </a:r>
            <a:r>
              <a:rPr lang="fr-FR" sz="1000" b="0" i="1" dirty="0">
                <a:solidFill>
                  <a:srgbClr val="E1000F"/>
                </a:solidFill>
                <a:latin typeface="+mn-lt"/>
              </a:rPr>
              <a:t>des voies de défense des bois et forêts contre l’incendie et des points d’eau</a:t>
            </a:r>
            <a:r>
              <a:rPr lang="fr-FR" sz="1000" b="0" i="1" dirty="0">
                <a:solidFill>
                  <a:srgbClr val="000000"/>
                </a:solidFill>
                <a:latin typeface="+mn-lt"/>
              </a:rPr>
              <a:t>. Cette carte est mise à disposition gratuitement et librement sous une forme dématérialisée, sur un portail national commun au plus tard le 1</a:t>
            </a:r>
            <a:r>
              <a:rPr lang="fr-FR" sz="1000" b="0" i="1" baseline="30000" dirty="0">
                <a:solidFill>
                  <a:srgbClr val="000000"/>
                </a:solidFill>
                <a:latin typeface="+mn-lt"/>
              </a:rPr>
              <a:t>er</a:t>
            </a:r>
            <a:r>
              <a:rPr lang="fr-FR" sz="1000" b="0" i="1" dirty="0">
                <a:solidFill>
                  <a:srgbClr val="000000"/>
                </a:solidFill>
                <a:latin typeface="+mn-lt"/>
              </a:rPr>
              <a:t> janvier 2026 »</a:t>
            </a:r>
          </a:p>
          <a:p>
            <a:pPr marL="457200" lvl="1" indent="0" algn="just" fontAlgn="base">
              <a:buNone/>
            </a:pPr>
            <a:endParaRPr lang="fr-FR" sz="1000" b="0" i="1" dirty="0">
              <a:solidFill>
                <a:srgbClr val="000000"/>
              </a:solidFill>
              <a:latin typeface="+mn-lt"/>
            </a:endParaRPr>
          </a:p>
          <a:p>
            <a:pPr lvl="1" algn="just" fontAlgn="base"/>
            <a:r>
              <a:rPr lang="fr-FR" sz="1000" b="0" i="1" dirty="0">
                <a:solidFill>
                  <a:srgbClr val="000000"/>
                </a:solidFill>
                <a:latin typeface="+mn-lt"/>
              </a:rPr>
              <a:t>Article 4 : « Un arrêté du ministre chargé de l'agriculture définit des </a:t>
            </a:r>
            <a:r>
              <a:rPr lang="fr-FR" sz="1000" i="1" dirty="0">
                <a:solidFill>
                  <a:srgbClr val="000000"/>
                </a:solidFill>
                <a:latin typeface="+mn-lt"/>
              </a:rPr>
              <a:t>normes cartographiques </a:t>
            </a:r>
            <a:r>
              <a:rPr lang="fr-FR" sz="1000" b="0" i="1" dirty="0">
                <a:solidFill>
                  <a:srgbClr val="000000"/>
                </a:solidFill>
                <a:latin typeface="+mn-lt"/>
              </a:rPr>
              <a:t>en vue d'assurer </a:t>
            </a:r>
            <a:r>
              <a:rPr lang="fr-FR" sz="1000" i="1" dirty="0">
                <a:solidFill>
                  <a:srgbClr val="000000"/>
                </a:solidFill>
                <a:latin typeface="+mn-lt"/>
              </a:rPr>
              <a:t>l'harmonisation nationale des cartes départementales</a:t>
            </a:r>
            <a:r>
              <a:rPr lang="fr-FR" sz="1000" b="0" i="1" dirty="0">
                <a:solidFill>
                  <a:srgbClr val="000000"/>
                </a:solidFill>
                <a:latin typeface="+mn-lt"/>
              </a:rPr>
              <a:t>. »</a:t>
            </a:r>
          </a:p>
          <a:p>
            <a:pPr marL="457200" lvl="1" indent="0" algn="just" fontAlgn="base">
              <a:buNone/>
            </a:pPr>
            <a:endParaRPr lang="fr-FR" sz="1000" b="0" i="1" dirty="0">
              <a:solidFill>
                <a:srgbClr val="000000"/>
              </a:solidFill>
              <a:latin typeface="+mn-lt"/>
            </a:endParaRPr>
          </a:p>
          <a:p>
            <a:pPr lvl="1" algn="just" fontAlgn="base"/>
            <a:r>
              <a:rPr lang="fr-FR" sz="1000" b="0" i="1" dirty="0">
                <a:solidFill>
                  <a:srgbClr val="000000"/>
                </a:solidFill>
                <a:latin typeface="+mn-lt"/>
              </a:rPr>
              <a:t>Ajd : Arrêté ministériel en cours de rédaction pour imposer le standard CNIG « Dessertes en forêt : Transport de bois et DFCI » comme norme cartographique</a:t>
            </a:r>
          </a:p>
          <a:p>
            <a:pPr marL="457200" lvl="1" indent="0" algn="just" fontAlgn="base">
              <a:buNone/>
            </a:pPr>
            <a:endParaRPr lang="fr-FR" sz="1000" b="0" i="1" dirty="0">
              <a:solidFill>
                <a:srgbClr val="000000"/>
              </a:solidFill>
              <a:latin typeface="+mn-l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it-IT" sz="1200" b="0" dirty="0">
                <a:solidFill>
                  <a:srgbClr val="000000"/>
                </a:solidFill>
                <a:latin typeface="+mn-lt"/>
              </a:rPr>
              <a:t>POC du projet</a:t>
            </a:r>
          </a:p>
          <a:p>
            <a:pPr lvl="1" algn="just" fontAlgn="base"/>
            <a:r>
              <a:rPr lang="it-IT" sz="1000" b="0" dirty="0">
                <a:solidFill>
                  <a:srgbClr val="000000"/>
                </a:solidFill>
                <a:latin typeface="+mn-lt"/>
              </a:rPr>
              <a:t>Pilotage : </a:t>
            </a:r>
            <a:r>
              <a:rPr lang="it-IT" sz="1000" b="0" dirty="0">
                <a:solidFill>
                  <a:srgbClr val="000000"/>
                </a:solidFill>
                <a:latin typeface="+mn-lt"/>
                <a:hlinkClick r:id="rId5"/>
              </a:rPr>
              <a:t>Odile COLNARD </a:t>
            </a:r>
            <a:r>
              <a:rPr lang="it-IT" sz="1000" b="0" dirty="0">
                <a:solidFill>
                  <a:srgbClr val="000000"/>
                </a:solidFill>
                <a:latin typeface="+mn-lt"/>
              </a:rPr>
              <a:t>(MASA), </a:t>
            </a:r>
            <a:r>
              <a:rPr lang="it-IT" sz="1000" b="0" dirty="0">
                <a:solidFill>
                  <a:srgbClr val="000000"/>
                </a:solidFill>
                <a:latin typeface="+mn-lt"/>
                <a:hlinkClick r:id="rId6"/>
              </a:rPr>
              <a:t>Isabelle BERTRAND </a:t>
            </a:r>
            <a:r>
              <a:rPr lang="it-IT" sz="1000" b="0" dirty="0">
                <a:solidFill>
                  <a:srgbClr val="000000"/>
                </a:solidFill>
                <a:latin typeface="+mn-lt"/>
              </a:rPr>
              <a:t>(MASA), </a:t>
            </a:r>
            <a:r>
              <a:rPr lang="it-IT" sz="1000" b="0" dirty="0">
                <a:solidFill>
                  <a:srgbClr val="000000"/>
                </a:solidFill>
                <a:latin typeface="+mn-lt"/>
                <a:hlinkClick r:id="rId7"/>
              </a:rPr>
              <a:t>Frank ZALATEU </a:t>
            </a:r>
            <a:r>
              <a:rPr lang="it-IT" sz="1000" b="0" dirty="0">
                <a:solidFill>
                  <a:srgbClr val="000000"/>
                </a:solidFill>
                <a:latin typeface="+mn-lt"/>
              </a:rPr>
              <a:t>(MI-DGSCGC)</a:t>
            </a:r>
          </a:p>
          <a:p>
            <a:pPr lvl="1" algn="just" fontAlgn="base"/>
            <a:r>
              <a:rPr lang="it-IT" sz="1000" b="0" dirty="0">
                <a:solidFill>
                  <a:srgbClr val="000000"/>
                </a:solidFill>
                <a:latin typeface="+mn-lt"/>
              </a:rPr>
              <a:t>Animation : </a:t>
            </a:r>
            <a:r>
              <a:rPr lang="it-IT" sz="1000" b="0" dirty="0">
                <a:solidFill>
                  <a:srgbClr val="000000"/>
                </a:solidFill>
                <a:latin typeface="+mn-lt"/>
                <a:hlinkClick r:id="rId8"/>
              </a:rPr>
              <a:t>Vinvent MORILLON </a:t>
            </a:r>
            <a:r>
              <a:rPr lang="it-IT" sz="1000" b="0" dirty="0">
                <a:solidFill>
                  <a:srgbClr val="000000"/>
                </a:solidFill>
                <a:latin typeface="+mn-lt"/>
              </a:rPr>
              <a:t>(FCBA), </a:t>
            </a:r>
            <a:r>
              <a:rPr lang="it-IT" sz="1000" b="0" dirty="0">
                <a:solidFill>
                  <a:srgbClr val="000000"/>
                </a:solidFill>
                <a:latin typeface="+mn-lt"/>
                <a:hlinkClick r:id="rId9"/>
              </a:rPr>
              <a:t>Pierre-Olivier HAYS </a:t>
            </a:r>
            <a:r>
              <a:rPr lang="it-IT" sz="1000" b="0" dirty="0">
                <a:solidFill>
                  <a:srgbClr val="000000"/>
                </a:solidFill>
                <a:latin typeface="+mn-lt"/>
              </a:rPr>
              <a:t>(IGN), </a:t>
            </a:r>
            <a:r>
              <a:rPr lang="it-IT" sz="1000" b="0" dirty="0">
                <a:solidFill>
                  <a:srgbClr val="000000"/>
                </a:solidFill>
                <a:latin typeface="+mn-lt"/>
                <a:hlinkClick r:id="rId10"/>
              </a:rPr>
              <a:t>Marion LACROIX </a:t>
            </a:r>
            <a:r>
              <a:rPr lang="it-IT" sz="1000" b="0" dirty="0">
                <a:solidFill>
                  <a:srgbClr val="000000"/>
                </a:solidFill>
                <a:latin typeface="+mn-lt"/>
              </a:rPr>
              <a:t>(IGN)</a:t>
            </a:r>
          </a:p>
          <a:p>
            <a:pPr marL="0" indent="0" algn="just" fontAlgn="base">
              <a:buNone/>
            </a:pPr>
            <a:endParaRPr lang="fr-FR" sz="1200" b="0" dirty="0">
              <a:solidFill>
                <a:srgbClr val="000000"/>
              </a:solidFill>
              <a:latin typeface="+mn-lt"/>
            </a:endParaRPr>
          </a:p>
          <a:p>
            <a:pPr lvl="1" algn="just" fontAlgn="base"/>
            <a:endParaRPr lang="fr-FR" sz="1000" b="0" i="1" dirty="0">
              <a:solidFill>
                <a:srgbClr val="000000"/>
              </a:solidFill>
              <a:latin typeface="+mn-lt"/>
            </a:endParaRPr>
          </a:p>
          <a:p>
            <a:pPr lvl="1" algn="just" fontAlgn="base"/>
            <a:endParaRPr lang="fr-FR" sz="1000" b="0" i="1" dirty="0">
              <a:solidFill>
                <a:srgbClr val="000000"/>
              </a:solidFill>
              <a:latin typeface="+mn-lt"/>
            </a:endParaRPr>
          </a:p>
          <a:p>
            <a:pPr lvl="1" algn="just" fontAlgn="base"/>
            <a:endParaRPr lang="fr-FR" sz="1000" b="0" dirty="0">
              <a:solidFill>
                <a:srgbClr val="000000"/>
              </a:solidFill>
              <a:latin typeface="+mn-l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endParaRPr lang="fr-FR" sz="1200" b="0" dirty="0">
              <a:solidFill>
                <a:srgbClr val="000000"/>
              </a:solidFill>
              <a:latin typeface="+mn-lt"/>
            </a:endParaRPr>
          </a:p>
          <a:p>
            <a:pPr algn="just" defTabSz="914378">
              <a:buFont typeface="Arial" panose="020B0604020202020204" pitchFamily="34" charset="0"/>
              <a:buChar char="•"/>
              <a:defRPr/>
            </a:pPr>
            <a:endParaRPr lang="fr-FR" sz="1400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</p:txBody>
      </p:sp>
      <p:sp>
        <p:nvSpPr>
          <p:cNvPr id="15" name="Espace réservé du numéro de diapositive 16">
            <a:extLst>
              <a:ext uri="{FF2B5EF4-FFF2-40B4-BE49-F238E27FC236}">
                <a16:creationId xmlns:a16="http://schemas.microsoft.com/office/drawing/2014/main" id="{70B55D81-743D-8492-8738-9286155668CC}"/>
              </a:ext>
            </a:extLst>
          </p:cNvPr>
          <p:cNvSpPr txBox="1">
            <a:spLocks/>
          </p:cNvSpPr>
          <p:nvPr/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750" b="1"/>
              <a:pPr algn="r"/>
              <a:t>5</a:t>
            </a:fld>
            <a:endParaRPr lang="fr-FR" sz="750" b="1" dirty="0"/>
          </a:p>
        </p:txBody>
      </p:sp>
      <p:pic>
        <p:nvPicPr>
          <p:cNvPr id="16" name="Picture 9">
            <a:extLst>
              <a:ext uri="{FF2B5EF4-FFF2-40B4-BE49-F238E27FC236}">
                <a16:creationId xmlns:a16="http://schemas.microsoft.com/office/drawing/2014/main" id="{256BD95D-DA0B-19A3-AA85-BEBFDC7A8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493" y="201176"/>
            <a:ext cx="576064" cy="6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36112CA-350D-18EE-FC77-13A9FD013F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86523" y="168679"/>
            <a:ext cx="538821" cy="538821"/>
          </a:xfrm>
          <a:prstGeom prst="rect">
            <a:avLst/>
          </a:prstGeom>
        </p:spPr>
      </p:pic>
      <p:sp>
        <p:nvSpPr>
          <p:cNvPr id="8" name="Espace réservé du pied de page 10">
            <a:extLst>
              <a:ext uri="{FF2B5EF4-FFF2-40B4-BE49-F238E27FC236}">
                <a16:creationId xmlns:a16="http://schemas.microsoft.com/office/drawing/2014/main" id="{08251739-7B4A-F8D9-A1B4-9B0CA1925DA1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  <p:sp>
        <p:nvSpPr>
          <p:cNvPr id="10" name="Espace réservé de la date 2">
            <a:extLst>
              <a:ext uri="{FF2B5EF4-FFF2-40B4-BE49-F238E27FC236}">
                <a16:creationId xmlns:a16="http://schemas.microsoft.com/office/drawing/2014/main" id="{DA00D4CA-5719-E1F5-B7AF-DC794763706B}"/>
              </a:ext>
            </a:extLst>
          </p:cNvPr>
          <p:cNvSpPr txBox="1">
            <a:spLocks/>
          </p:cNvSpPr>
          <p:nvPr/>
        </p:nvSpPr>
        <p:spPr>
          <a:xfrm>
            <a:off x="7614000" y="4783500"/>
            <a:ext cx="117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750" b="1" cap="all" dirty="0"/>
              <a:t>23/03/2026</a:t>
            </a:r>
          </a:p>
        </p:txBody>
      </p:sp>
    </p:spTree>
    <p:extLst>
      <p:ext uri="{BB962C8B-B14F-4D97-AF65-F5344CB8AC3E}">
        <p14:creationId xmlns:p14="http://schemas.microsoft.com/office/powerpoint/2010/main" val="901792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05831891-0FD2-4487-AC59-0910FA9FC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383828" flipH="1">
            <a:off x="4253432" y="2227563"/>
            <a:ext cx="866488" cy="593840"/>
          </a:xfrm>
          <a:prstGeom prst="rect">
            <a:avLst/>
          </a:prstGeom>
        </p:spPr>
      </p:pic>
      <p:sp>
        <p:nvSpPr>
          <p:cNvPr id="28" name="Forme libre 27"/>
          <p:cNvSpPr/>
          <p:nvPr/>
        </p:nvSpPr>
        <p:spPr>
          <a:xfrm rot="4910162">
            <a:off x="7100087" y="719008"/>
            <a:ext cx="1872208" cy="2161406"/>
          </a:xfrm>
          <a:custGeom>
            <a:avLst/>
            <a:gdLst>
              <a:gd name="connsiteX0" fmla="*/ 5750 w 780450"/>
              <a:gd name="connsiteY0" fmla="*/ 82550 h 683589"/>
              <a:gd name="connsiteX1" fmla="*/ 5750 w 780450"/>
              <a:gd name="connsiteY1" fmla="*/ 82550 h 683589"/>
              <a:gd name="connsiteX2" fmla="*/ 31150 w 780450"/>
              <a:gd name="connsiteY2" fmla="*/ 254000 h 683589"/>
              <a:gd name="connsiteX3" fmla="*/ 43850 w 780450"/>
              <a:gd name="connsiteY3" fmla="*/ 292100 h 683589"/>
              <a:gd name="connsiteX4" fmla="*/ 50200 w 780450"/>
              <a:gd name="connsiteY4" fmla="*/ 381000 h 683589"/>
              <a:gd name="connsiteX5" fmla="*/ 62900 w 780450"/>
              <a:gd name="connsiteY5" fmla="*/ 406400 h 683589"/>
              <a:gd name="connsiteX6" fmla="*/ 75600 w 780450"/>
              <a:gd name="connsiteY6" fmla="*/ 425450 h 683589"/>
              <a:gd name="connsiteX7" fmla="*/ 75600 w 780450"/>
              <a:gd name="connsiteY7" fmla="*/ 520700 h 683589"/>
              <a:gd name="connsiteX8" fmla="*/ 183550 w 780450"/>
              <a:gd name="connsiteY8" fmla="*/ 552450 h 683589"/>
              <a:gd name="connsiteX9" fmla="*/ 234350 w 780450"/>
              <a:gd name="connsiteY9" fmla="*/ 584200 h 683589"/>
              <a:gd name="connsiteX10" fmla="*/ 285150 w 780450"/>
              <a:gd name="connsiteY10" fmla="*/ 628650 h 683589"/>
              <a:gd name="connsiteX11" fmla="*/ 329600 w 780450"/>
              <a:gd name="connsiteY11" fmla="*/ 635000 h 683589"/>
              <a:gd name="connsiteX12" fmla="*/ 386750 w 780450"/>
              <a:gd name="connsiteY12" fmla="*/ 654050 h 683589"/>
              <a:gd name="connsiteX13" fmla="*/ 456600 w 780450"/>
              <a:gd name="connsiteY13" fmla="*/ 673100 h 683589"/>
              <a:gd name="connsiteX14" fmla="*/ 577250 w 780450"/>
              <a:gd name="connsiteY14" fmla="*/ 673100 h 683589"/>
              <a:gd name="connsiteX15" fmla="*/ 628050 w 780450"/>
              <a:gd name="connsiteY15" fmla="*/ 660400 h 683589"/>
              <a:gd name="connsiteX16" fmla="*/ 666150 w 780450"/>
              <a:gd name="connsiteY16" fmla="*/ 628650 h 683589"/>
              <a:gd name="connsiteX17" fmla="*/ 678850 w 780450"/>
              <a:gd name="connsiteY17" fmla="*/ 603250 h 683589"/>
              <a:gd name="connsiteX18" fmla="*/ 685200 w 780450"/>
              <a:gd name="connsiteY18" fmla="*/ 584200 h 683589"/>
              <a:gd name="connsiteX19" fmla="*/ 723300 w 780450"/>
              <a:gd name="connsiteY19" fmla="*/ 546100 h 683589"/>
              <a:gd name="connsiteX20" fmla="*/ 736000 w 780450"/>
              <a:gd name="connsiteY20" fmla="*/ 514350 h 683589"/>
              <a:gd name="connsiteX21" fmla="*/ 761400 w 780450"/>
              <a:gd name="connsiteY21" fmla="*/ 463550 h 683589"/>
              <a:gd name="connsiteX22" fmla="*/ 780450 w 780450"/>
              <a:gd name="connsiteY22" fmla="*/ 406400 h 683589"/>
              <a:gd name="connsiteX23" fmla="*/ 761400 w 780450"/>
              <a:gd name="connsiteY23" fmla="*/ 311150 h 683589"/>
              <a:gd name="connsiteX24" fmla="*/ 742350 w 780450"/>
              <a:gd name="connsiteY24" fmla="*/ 292100 h 683589"/>
              <a:gd name="connsiteX25" fmla="*/ 716950 w 780450"/>
              <a:gd name="connsiteY25" fmla="*/ 247650 h 683589"/>
              <a:gd name="connsiteX26" fmla="*/ 672500 w 780450"/>
              <a:gd name="connsiteY26" fmla="*/ 196850 h 683589"/>
              <a:gd name="connsiteX27" fmla="*/ 647100 w 780450"/>
              <a:gd name="connsiteY27" fmla="*/ 171450 h 683589"/>
              <a:gd name="connsiteX28" fmla="*/ 634400 w 780450"/>
              <a:gd name="connsiteY28" fmla="*/ 152400 h 683589"/>
              <a:gd name="connsiteX29" fmla="*/ 602650 w 780450"/>
              <a:gd name="connsiteY29" fmla="*/ 139700 h 683589"/>
              <a:gd name="connsiteX30" fmla="*/ 589950 w 780450"/>
              <a:gd name="connsiteY30" fmla="*/ 120650 h 683589"/>
              <a:gd name="connsiteX31" fmla="*/ 570900 w 780450"/>
              <a:gd name="connsiteY31" fmla="*/ 114300 h 683589"/>
              <a:gd name="connsiteX32" fmla="*/ 551850 w 780450"/>
              <a:gd name="connsiteY32" fmla="*/ 101600 h 683589"/>
              <a:gd name="connsiteX33" fmla="*/ 532800 w 780450"/>
              <a:gd name="connsiteY33" fmla="*/ 95250 h 683589"/>
              <a:gd name="connsiteX34" fmla="*/ 443900 w 780450"/>
              <a:gd name="connsiteY34" fmla="*/ 50800 h 683589"/>
              <a:gd name="connsiteX35" fmla="*/ 418500 w 780450"/>
              <a:gd name="connsiteY35" fmla="*/ 38100 h 683589"/>
              <a:gd name="connsiteX36" fmla="*/ 361350 w 780450"/>
              <a:gd name="connsiteY36" fmla="*/ 31750 h 683589"/>
              <a:gd name="connsiteX37" fmla="*/ 221650 w 780450"/>
              <a:gd name="connsiteY37" fmla="*/ 19050 h 683589"/>
              <a:gd name="connsiteX38" fmla="*/ 189900 w 780450"/>
              <a:gd name="connsiteY38" fmla="*/ 6350 h 683589"/>
              <a:gd name="connsiteX39" fmla="*/ 151800 w 780450"/>
              <a:gd name="connsiteY39" fmla="*/ 0 h 683589"/>
              <a:gd name="connsiteX40" fmla="*/ 88300 w 780450"/>
              <a:gd name="connsiteY40" fmla="*/ 6350 h 683589"/>
              <a:gd name="connsiteX41" fmla="*/ 50200 w 780450"/>
              <a:gd name="connsiteY41" fmla="*/ 19050 h 683589"/>
              <a:gd name="connsiteX42" fmla="*/ 31150 w 780450"/>
              <a:gd name="connsiteY42" fmla="*/ 38100 h 683589"/>
              <a:gd name="connsiteX43" fmla="*/ 24800 w 780450"/>
              <a:gd name="connsiteY43" fmla="*/ 57150 h 683589"/>
              <a:gd name="connsiteX44" fmla="*/ 12100 w 780450"/>
              <a:gd name="connsiteY44" fmla="*/ 82550 h 683589"/>
              <a:gd name="connsiteX45" fmla="*/ 5750 w 780450"/>
              <a:gd name="connsiteY45" fmla="*/ 82550 h 683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780450" h="683589">
                <a:moveTo>
                  <a:pt x="5750" y="82550"/>
                </a:moveTo>
                <a:lnTo>
                  <a:pt x="5750" y="82550"/>
                </a:lnTo>
                <a:cubicBezTo>
                  <a:pt x="46934" y="233557"/>
                  <a:pt x="4727" y="60233"/>
                  <a:pt x="31150" y="254000"/>
                </a:cubicBezTo>
                <a:cubicBezTo>
                  <a:pt x="32959" y="267264"/>
                  <a:pt x="43850" y="292100"/>
                  <a:pt x="43850" y="292100"/>
                </a:cubicBezTo>
                <a:cubicBezTo>
                  <a:pt x="45967" y="321733"/>
                  <a:pt x="45316" y="351695"/>
                  <a:pt x="50200" y="381000"/>
                </a:cubicBezTo>
                <a:cubicBezTo>
                  <a:pt x="51756" y="390337"/>
                  <a:pt x="58204" y="398181"/>
                  <a:pt x="62900" y="406400"/>
                </a:cubicBezTo>
                <a:cubicBezTo>
                  <a:pt x="66686" y="413026"/>
                  <a:pt x="74757" y="417865"/>
                  <a:pt x="75600" y="425450"/>
                </a:cubicBezTo>
                <a:cubicBezTo>
                  <a:pt x="79106" y="457006"/>
                  <a:pt x="75600" y="488950"/>
                  <a:pt x="75600" y="520700"/>
                </a:cubicBezTo>
                <a:lnTo>
                  <a:pt x="183550" y="552450"/>
                </a:lnTo>
                <a:cubicBezTo>
                  <a:pt x="200483" y="563033"/>
                  <a:pt x="218757" y="571726"/>
                  <a:pt x="234350" y="584200"/>
                </a:cubicBezTo>
                <a:cubicBezTo>
                  <a:pt x="260348" y="604999"/>
                  <a:pt x="231037" y="620920"/>
                  <a:pt x="285150" y="628650"/>
                </a:cubicBezTo>
                <a:lnTo>
                  <a:pt x="329600" y="635000"/>
                </a:lnTo>
                <a:cubicBezTo>
                  <a:pt x="393444" y="666922"/>
                  <a:pt x="312892" y="629431"/>
                  <a:pt x="386750" y="654050"/>
                </a:cubicBezTo>
                <a:cubicBezTo>
                  <a:pt x="459476" y="678292"/>
                  <a:pt x="349117" y="657745"/>
                  <a:pt x="456600" y="673100"/>
                </a:cubicBezTo>
                <a:cubicBezTo>
                  <a:pt x="504929" y="689210"/>
                  <a:pt x="483735" y="684789"/>
                  <a:pt x="577250" y="673100"/>
                </a:cubicBezTo>
                <a:cubicBezTo>
                  <a:pt x="594570" y="670935"/>
                  <a:pt x="628050" y="660400"/>
                  <a:pt x="628050" y="660400"/>
                </a:cubicBezTo>
                <a:cubicBezTo>
                  <a:pt x="643240" y="650273"/>
                  <a:pt x="655038" y="644207"/>
                  <a:pt x="666150" y="628650"/>
                </a:cubicBezTo>
                <a:cubicBezTo>
                  <a:pt x="671652" y="620947"/>
                  <a:pt x="675121" y="611951"/>
                  <a:pt x="678850" y="603250"/>
                </a:cubicBezTo>
                <a:cubicBezTo>
                  <a:pt x="681487" y="597098"/>
                  <a:pt x="681091" y="589484"/>
                  <a:pt x="685200" y="584200"/>
                </a:cubicBezTo>
                <a:cubicBezTo>
                  <a:pt x="696227" y="570023"/>
                  <a:pt x="723300" y="546100"/>
                  <a:pt x="723300" y="546100"/>
                </a:cubicBezTo>
                <a:cubicBezTo>
                  <a:pt x="727533" y="535517"/>
                  <a:pt x="730902" y="524545"/>
                  <a:pt x="736000" y="514350"/>
                </a:cubicBezTo>
                <a:cubicBezTo>
                  <a:pt x="755656" y="475038"/>
                  <a:pt x="744920" y="518483"/>
                  <a:pt x="761400" y="463550"/>
                </a:cubicBezTo>
                <a:cubicBezTo>
                  <a:pt x="779864" y="402002"/>
                  <a:pt x="753926" y="459447"/>
                  <a:pt x="780450" y="406400"/>
                </a:cubicBezTo>
                <a:cubicBezTo>
                  <a:pt x="775956" y="352472"/>
                  <a:pt x="787493" y="342461"/>
                  <a:pt x="761400" y="311150"/>
                </a:cubicBezTo>
                <a:cubicBezTo>
                  <a:pt x="755651" y="304251"/>
                  <a:pt x="748700" y="298450"/>
                  <a:pt x="742350" y="292100"/>
                </a:cubicBezTo>
                <a:cubicBezTo>
                  <a:pt x="731242" y="247668"/>
                  <a:pt x="744826" y="283490"/>
                  <a:pt x="716950" y="247650"/>
                </a:cubicBezTo>
                <a:cubicBezTo>
                  <a:pt x="644278" y="154214"/>
                  <a:pt x="725769" y="242510"/>
                  <a:pt x="672500" y="196850"/>
                </a:cubicBezTo>
                <a:cubicBezTo>
                  <a:pt x="663409" y="189058"/>
                  <a:pt x="654892" y="180541"/>
                  <a:pt x="647100" y="171450"/>
                </a:cubicBezTo>
                <a:cubicBezTo>
                  <a:pt x="642133" y="165656"/>
                  <a:pt x="640610" y="156836"/>
                  <a:pt x="634400" y="152400"/>
                </a:cubicBezTo>
                <a:cubicBezTo>
                  <a:pt x="625125" y="145775"/>
                  <a:pt x="613233" y="143933"/>
                  <a:pt x="602650" y="139700"/>
                </a:cubicBezTo>
                <a:cubicBezTo>
                  <a:pt x="598417" y="133350"/>
                  <a:pt x="595909" y="125418"/>
                  <a:pt x="589950" y="120650"/>
                </a:cubicBezTo>
                <a:cubicBezTo>
                  <a:pt x="584723" y="116469"/>
                  <a:pt x="576887" y="117293"/>
                  <a:pt x="570900" y="114300"/>
                </a:cubicBezTo>
                <a:cubicBezTo>
                  <a:pt x="564074" y="110887"/>
                  <a:pt x="558676" y="105013"/>
                  <a:pt x="551850" y="101600"/>
                </a:cubicBezTo>
                <a:cubicBezTo>
                  <a:pt x="545863" y="98607"/>
                  <a:pt x="538856" y="98100"/>
                  <a:pt x="532800" y="95250"/>
                </a:cubicBezTo>
                <a:cubicBezTo>
                  <a:pt x="502822" y="81143"/>
                  <a:pt x="473533" y="65617"/>
                  <a:pt x="443900" y="50800"/>
                </a:cubicBezTo>
                <a:cubicBezTo>
                  <a:pt x="435433" y="46567"/>
                  <a:pt x="427908" y="39145"/>
                  <a:pt x="418500" y="38100"/>
                </a:cubicBezTo>
                <a:lnTo>
                  <a:pt x="361350" y="31750"/>
                </a:lnTo>
                <a:cubicBezTo>
                  <a:pt x="296743" y="10214"/>
                  <a:pt x="393216" y="40496"/>
                  <a:pt x="221650" y="19050"/>
                </a:cubicBezTo>
                <a:cubicBezTo>
                  <a:pt x="210339" y="17636"/>
                  <a:pt x="200897" y="9349"/>
                  <a:pt x="189900" y="6350"/>
                </a:cubicBezTo>
                <a:cubicBezTo>
                  <a:pt x="177478" y="2962"/>
                  <a:pt x="164500" y="2117"/>
                  <a:pt x="151800" y="0"/>
                </a:cubicBezTo>
                <a:cubicBezTo>
                  <a:pt x="130633" y="2117"/>
                  <a:pt x="109208" y="2430"/>
                  <a:pt x="88300" y="6350"/>
                </a:cubicBezTo>
                <a:cubicBezTo>
                  <a:pt x="75142" y="8817"/>
                  <a:pt x="50200" y="19050"/>
                  <a:pt x="50200" y="19050"/>
                </a:cubicBezTo>
                <a:cubicBezTo>
                  <a:pt x="43850" y="25400"/>
                  <a:pt x="36131" y="30628"/>
                  <a:pt x="31150" y="38100"/>
                </a:cubicBezTo>
                <a:cubicBezTo>
                  <a:pt x="27437" y="43669"/>
                  <a:pt x="27437" y="50998"/>
                  <a:pt x="24800" y="57150"/>
                </a:cubicBezTo>
                <a:cubicBezTo>
                  <a:pt x="21071" y="65851"/>
                  <a:pt x="15829" y="73849"/>
                  <a:pt x="12100" y="82550"/>
                </a:cubicBezTo>
                <a:cubicBezTo>
                  <a:pt x="-11440" y="137477"/>
                  <a:pt x="6808" y="82550"/>
                  <a:pt x="5750" y="82550"/>
                </a:cubicBezTo>
                <a:close/>
              </a:path>
            </a:pathLst>
          </a:custGeom>
          <a:solidFill>
            <a:srgbClr val="92D050">
              <a:alpha val="96863"/>
            </a:srgb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669" y="2610924"/>
            <a:ext cx="500534" cy="488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Forme libre 39"/>
          <p:cNvSpPr/>
          <p:nvPr/>
        </p:nvSpPr>
        <p:spPr>
          <a:xfrm>
            <a:off x="4521200" y="914400"/>
            <a:ext cx="1733550" cy="3717596"/>
          </a:xfrm>
          <a:custGeom>
            <a:avLst/>
            <a:gdLst>
              <a:gd name="connsiteX0" fmla="*/ 0 w 1733550"/>
              <a:gd name="connsiteY0" fmla="*/ 0 h 3717596"/>
              <a:gd name="connsiteX1" fmla="*/ 1238250 w 1733550"/>
              <a:gd name="connsiteY1" fmla="*/ 768350 h 3717596"/>
              <a:gd name="connsiteX2" fmla="*/ 1657350 w 1733550"/>
              <a:gd name="connsiteY2" fmla="*/ 2209800 h 3717596"/>
              <a:gd name="connsiteX3" fmla="*/ 1720850 w 1733550"/>
              <a:gd name="connsiteY3" fmla="*/ 3581400 h 3717596"/>
              <a:gd name="connsiteX4" fmla="*/ 1733550 w 1733550"/>
              <a:gd name="connsiteY4" fmla="*/ 3594100 h 3717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3550" h="3717596">
                <a:moveTo>
                  <a:pt x="0" y="0"/>
                </a:moveTo>
                <a:cubicBezTo>
                  <a:pt x="481012" y="200025"/>
                  <a:pt x="962025" y="400050"/>
                  <a:pt x="1238250" y="768350"/>
                </a:cubicBezTo>
                <a:cubicBezTo>
                  <a:pt x="1514475" y="1136650"/>
                  <a:pt x="1576917" y="1740959"/>
                  <a:pt x="1657350" y="2209800"/>
                </a:cubicBezTo>
                <a:cubicBezTo>
                  <a:pt x="1737783" y="2678641"/>
                  <a:pt x="1708150" y="3350683"/>
                  <a:pt x="1720850" y="3581400"/>
                </a:cubicBezTo>
                <a:cubicBezTo>
                  <a:pt x="1733550" y="3812117"/>
                  <a:pt x="1733550" y="3703108"/>
                  <a:pt x="1733550" y="3594100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itre 6"/>
          <p:cNvSpPr>
            <a:spLocks noGrp="1"/>
          </p:cNvSpPr>
          <p:nvPr>
            <p:ph type="title"/>
          </p:nvPr>
        </p:nvSpPr>
        <p:spPr>
          <a:xfrm>
            <a:off x="1744988" y="236967"/>
            <a:ext cx="5462240" cy="272210"/>
          </a:xfrm>
        </p:spPr>
        <p:txBody>
          <a:bodyPr/>
          <a:lstStyle/>
          <a:p>
            <a:pPr algn="ctr"/>
            <a:r>
              <a:rPr lang="fr-FR" sz="2000"/>
              <a:t>Besoin conjoint en forêt</a:t>
            </a:r>
          </a:p>
        </p:txBody>
      </p:sp>
      <p:cxnSp>
        <p:nvCxnSpPr>
          <p:cNvPr id="11" name="Connecteur droit 10"/>
          <p:cNvCxnSpPr/>
          <p:nvPr/>
        </p:nvCxnSpPr>
        <p:spPr>
          <a:xfrm flipV="1">
            <a:off x="3949655" y="555527"/>
            <a:ext cx="3816424" cy="2880319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8212879" y="3281957"/>
            <a:ext cx="934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>
                <a:solidFill>
                  <a:srgbClr val="FF0000"/>
                </a:solidFill>
              </a:rPr>
              <a:t>N 134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0" y="3281957"/>
            <a:ext cx="934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>
                <a:solidFill>
                  <a:srgbClr val="FF0000"/>
                </a:solidFill>
              </a:rPr>
              <a:t>N 134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7513839" y="339501"/>
            <a:ext cx="934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>
                <a:solidFill>
                  <a:srgbClr val="FF0000"/>
                </a:solidFill>
              </a:rPr>
              <a:t>D</a:t>
            </a:r>
            <a:r>
              <a:rPr lang="fr-FR" sz="1400" b="1"/>
              <a:t> </a:t>
            </a:r>
            <a:r>
              <a:rPr lang="fr-FR" sz="1400" b="1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27" name="Forme libre 26"/>
          <p:cNvSpPr/>
          <p:nvPr/>
        </p:nvSpPr>
        <p:spPr>
          <a:xfrm>
            <a:off x="5231309" y="2355726"/>
            <a:ext cx="2832100" cy="317164"/>
          </a:xfrm>
          <a:custGeom>
            <a:avLst/>
            <a:gdLst>
              <a:gd name="connsiteX0" fmla="*/ 0 w 2832100"/>
              <a:gd name="connsiteY0" fmla="*/ 121499 h 317164"/>
              <a:gd name="connsiteX1" fmla="*/ 419100 w 2832100"/>
              <a:gd name="connsiteY1" fmla="*/ 216749 h 317164"/>
              <a:gd name="connsiteX2" fmla="*/ 1174750 w 2832100"/>
              <a:gd name="connsiteY2" fmla="*/ 849 h 317164"/>
              <a:gd name="connsiteX3" fmla="*/ 1752600 w 2832100"/>
              <a:gd name="connsiteY3" fmla="*/ 311999 h 317164"/>
              <a:gd name="connsiteX4" fmla="*/ 2571750 w 2832100"/>
              <a:gd name="connsiteY4" fmla="*/ 191349 h 317164"/>
              <a:gd name="connsiteX5" fmla="*/ 2832100 w 2832100"/>
              <a:gd name="connsiteY5" fmla="*/ 140549 h 317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32100" h="317164">
                <a:moveTo>
                  <a:pt x="0" y="121499"/>
                </a:moveTo>
                <a:cubicBezTo>
                  <a:pt x="111654" y="179178"/>
                  <a:pt x="223308" y="236857"/>
                  <a:pt x="419100" y="216749"/>
                </a:cubicBezTo>
                <a:cubicBezTo>
                  <a:pt x="614892" y="196641"/>
                  <a:pt x="952500" y="-15026"/>
                  <a:pt x="1174750" y="849"/>
                </a:cubicBezTo>
                <a:cubicBezTo>
                  <a:pt x="1397000" y="16724"/>
                  <a:pt x="1519767" y="280249"/>
                  <a:pt x="1752600" y="311999"/>
                </a:cubicBezTo>
                <a:cubicBezTo>
                  <a:pt x="1985433" y="343749"/>
                  <a:pt x="2391833" y="219924"/>
                  <a:pt x="2571750" y="191349"/>
                </a:cubicBezTo>
                <a:cubicBezTo>
                  <a:pt x="2751667" y="162774"/>
                  <a:pt x="2791883" y="151661"/>
                  <a:pt x="2832100" y="140549"/>
                </a:cubicBezTo>
              </a:path>
            </a:pathLst>
          </a:cu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Espace réservé de la date 1"/>
          <p:cNvSpPr>
            <a:spLocks noGrp="1"/>
          </p:cNvSpPr>
          <p:nvPr>
            <p:ph type="dt" sz="half" idx="4294967295"/>
          </p:nvPr>
        </p:nvSpPr>
        <p:spPr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pPr algn="r"/>
            <a:r>
              <a:rPr lang="fr-FR" sz="750" b="1" dirty="0"/>
              <a:t>23/03/2026</a:t>
            </a:r>
          </a:p>
        </p:txBody>
      </p:sp>
      <p:cxnSp>
        <p:nvCxnSpPr>
          <p:cNvPr id="41" name="Connecteur droit 40"/>
          <p:cNvCxnSpPr>
            <a:cxnSpLocks/>
          </p:cNvCxnSpPr>
          <p:nvPr/>
        </p:nvCxnSpPr>
        <p:spPr>
          <a:xfrm flipV="1">
            <a:off x="854354" y="3453921"/>
            <a:ext cx="1838284" cy="1197863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01" y="3697920"/>
            <a:ext cx="854622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74288">
            <a:off x="5919133" y="2443163"/>
            <a:ext cx="360040" cy="113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479682">
            <a:off x="5834318" y="2323255"/>
            <a:ext cx="360040" cy="113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Forme libre 41"/>
          <p:cNvSpPr/>
          <p:nvPr/>
        </p:nvSpPr>
        <p:spPr>
          <a:xfrm>
            <a:off x="6855932" y="1066882"/>
            <a:ext cx="1866333" cy="1575668"/>
          </a:xfrm>
          <a:custGeom>
            <a:avLst/>
            <a:gdLst>
              <a:gd name="connsiteX0" fmla="*/ 78883 w 1386983"/>
              <a:gd name="connsiteY0" fmla="*/ 1295400 h 1295400"/>
              <a:gd name="connsiteX1" fmla="*/ 15383 w 1386983"/>
              <a:gd name="connsiteY1" fmla="*/ 673100 h 1295400"/>
              <a:gd name="connsiteX2" fmla="*/ 332883 w 1386983"/>
              <a:gd name="connsiteY2" fmla="*/ 876300 h 1295400"/>
              <a:gd name="connsiteX3" fmla="*/ 218583 w 1386983"/>
              <a:gd name="connsiteY3" fmla="*/ 463550 h 1295400"/>
              <a:gd name="connsiteX4" fmla="*/ 663083 w 1386983"/>
              <a:gd name="connsiteY4" fmla="*/ 730250 h 1295400"/>
              <a:gd name="connsiteX5" fmla="*/ 574183 w 1386983"/>
              <a:gd name="connsiteY5" fmla="*/ 323850 h 1295400"/>
              <a:gd name="connsiteX6" fmla="*/ 1005983 w 1386983"/>
              <a:gd name="connsiteY6" fmla="*/ 387350 h 1295400"/>
              <a:gd name="connsiteX7" fmla="*/ 1221883 w 1386983"/>
              <a:gd name="connsiteY7" fmla="*/ 177800 h 1295400"/>
              <a:gd name="connsiteX8" fmla="*/ 1386983 w 1386983"/>
              <a:gd name="connsiteY8" fmla="*/ 0 h 1295400"/>
              <a:gd name="connsiteX9" fmla="*/ 1386983 w 1386983"/>
              <a:gd name="connsiteY9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86983" h="1295400">
                <a:moveTo>
                  <a:pt x="78883" y="1295400"/>
                </a:moveTo>
                <a:cubicBezTo>
                  <a:pt x="25966" y="1019175"/>
                  <a:pt x="-26950" y="742950"/>
                  <a:pt x="15383" y="673100"/>
                </a:cubicBezTo>
                <a:cubicBezTo>
                  <a:pt x="57716" y="603250"/>
                  <a:pt x="299016" y="911225"/>
                  <a:pt x="332883" y="876300"/>
                </a:cubicBezTo>
                <a:cubicBezTo>
                  <a:pt x="366750" y="841375"/>
                  <a:pt x="163550" y="487892"/>
                  <a:pt x="218583" y="463550"/>
                </a:cubicBezTo>
                <a:cubicBezTo>
                  <a:pt x="273616" y="439208"/>
                  <a:pt x="603816" y="753533"/>
                  <a:pt x="663083" y="730250"/>
                </a:cubicBezTo>
                <a:cubicBezTo>
                  <a:pt x="722350" y="706967"/>
                  <a:pt x="517033" y="381000"/>
                  <a:pt x="574183" y="323850"/>
                </a:cubicBezTo>
                <a:cubicBezTo>
                  <a:pt x="631333" y="266700"/>
                  <a:pt x="898033" y="411692"/>
                  <a:pt x="1005983" y="387350"/>
                </a:cubicBezTo>
                <a:cubicBezTo>
                  <a:pt x="1113933" y="363008"/>
                  <a:pt x="1158383" y="242358"/>
                  <a:pt x="1221883" y="177800"/>
                </a:cubicBezTo>
                <a:cubicBezTo>
                  <a:pt x="1285383" y="113242"/>
                  <a:pt x="1386983" y="0"/>
                  <a:pt x="1386983" y="0"/>
                </a:cubicBezTo>
                <a:lnTo>
                  <a:pt x="1386983" y="0"/>
                </a:ln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Forme libre 43"/>
          <p:cNvSpPr/>
          <p:nvPr/>
        </p:nvSpPr>
        <p:spPr>
          <a:xfrm>
            <a:off x="7315200" y="2114550"/>
            <a:ext cx="1117600" cy="159601"/>
          </a:xfrm>
          <a:custGeom>
            <a:avLst/>
            <a:gdLst>
              <a:gd name="connsiteX0" fmla="*/ 0 w 1117600"/>
              <a:gd name="connsiteY0" fmla="*/ 0 h 159601"/>
              <a:gd name="connsiteX1" fmla="*/ 165100 w 1117600"/>
              <a:gd name="connsiteY1" fmla="*/ 152400 h 159601"/>
              <a:gd name="connsiteX2" fmla="*/ 685800 w 1117600"/>
              <a:gd name="connsiteY2" fmla="*/ 127000 h 159601"/>
              <a:gd name="connsiteX3" fmla="*/ 1117600 w 1117600"/>
              <a:gd name="connsiteY3" fmla="*/ 57150 h 15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0" h="159601">
                <a:moveTo>
                  <a:pt x="0" y="0"/>
                </a:moveTo>
                <a:cubicBezTo>
                  <a:pt x="25400" y="65616"/>
                  <a:pt x="50800" y="131233"/>
                  <a:pt x="165100" y="152400"/>
                </a:cubicBezTo>
                <a:cubicBezTo>
                  <a:pt x="279400" y="173567"/>
                  <a:pt x="527050" y="142875"/>
                  <a:pt x="685800" y="127000"/>
                </a:cubicBezTo>
                <a:cubicBezTo>
                  <a:pt x="844550" y="111125"/>
                  <a:pt x="981075" y="84137"/>
                  <a:pt x="1117600" y="57150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7"/>
          <p:cNvCxnSpPr/>
          <p:nvPr/>
        </p:nvCxnSpPr>
        <p:spPr>
          <a:xfrm>
            <a:off x="820348" y="3435845"/>
            <a:ext cx="7488832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15548" y="4443958"/>
            <a:ext cx="256652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/>
          <p:cNvSpPr/>
          <p:nvPr/>
        </p:nvSpPr>
        <p:spPr>
          <a:xfrm>
            <a:off x="1569879" y="1997252"/>
            <a:ext cx="906102" cy="365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/>
          <p:cNvSpPr/>
          <p:nvPr/>
        </p:nvSpPr>
        <p:spPr>
          <a:xfrm rot="20323109">
            <a:off x="8561472" y="557178"/>
            <a:ext cx="233868" cy="212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/>
          <p:cNvSpPr/>
          <p:nvPr/>
        </p:nvSpPr>
        <p:spPr>
          <a:xfrm>
            <a:off x="8597053" y="546557"/>
            <a:ext cx="211179" cy="237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465" y="644455"/>
            <a:ext cx="429534" cy="387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Espace réservé du texte 7">
            <a:extLst>
              <a:ext uri="{FF2B5EF4-FFF2-40B4-BE49-F238E27FC236}">
                <a16:creationId xmlns:a16="http://schemas.microsoft.com/office/drawing/2014/main" id="{5606BA2C-A428-4647-A584-4C97775E2E63}"/>
              </a:ext>
            </a:extLst>
          </p:cNvPr>
          <p:cNvSpPr txBox="1">
            <a:spLocks/>
          </p:cNvSpPr>
          <p:nvPr/>
        </p:nvSpPr>
        <p:spPr>
          <a:xfrm>
            <a:off x="148269" y="876968"/>
            <a:ext cx="3706268" cy="150903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Font typeface="Calibri" panose="020F0502020204030204" pitchFamily="34" charset="0"/>
              <a:buChar char="​"/>
              <a:defRPr sz="2000" kern="1200" cap="none" baseline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Font typeface="Calibri" panose="020F0502020204030204" pitchFamily="34" charset="0"/>
              <a:buChar char="​"/>
              <a:defRPr lang="fr-FR" sz="1400" kern="1200" dirty="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360000" indent="-144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accent6"/>
              </a:buClr>
              <a:buSzPct val="175000"/>
              <a:buFontTx/>
              <a:buBlip>
                <a:blip r:embed="rId7"/>
              </a:buBlip>
              <a:defRPr sz="1200" b="1" kern="120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88925" indent="-72000" algn="l" defTabSz="6858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D6F71"/>
              </a:buClr>
              <a:buSzPct val="110000"/>
              <a:buFont typeface="Arial" panose="020B0604020202020204" pitchFamily="34" charset="0"/>
              <a:buChar char="•"/>
              <a:defRPr sz="11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8800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​"/>
              <a:defRPr sz="1100" i="0" kern="120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ctr" defTabSz="914400">
              <a:spcBef>
                <a:spcPts val="0"/>
              </a:spcBef>
              <a:spcAft>
                <a:spcPts val="600"/>
              </a:spcAft>
              <a:buNone/>
            </a:pPr>
            <a:endParaRPr lang="fr-FR" sz="1400" b="0">
              <a:solidFill>
                <a:schemeClr val="tx1"/>
              </a:solidFill>
              <a:latin typeface="+mn-lt"/>
              <a:cs typeface="+mn-cs"/>
              <a:sym typeface="Wingdings" panose="05000000000000000000" pitchFamily="2" charset="2"/>
            </a:endParaRPr>
          </a:p>
          <a:p>
            <a:pPr marL="0" lvl="2" indent="0" algn="ctr" defTabSz="914400">
              <a:spcBef>
                <a:spcPts val="0"/>
              </a:spcBef>
              <a:spcAft>
                <a:spcPts val="600"/>
              </a:spcAft>
              <a:buNone/>
            </a:pPr>
            <a:r>
              <a:rPr lang="fr-FR" sz="1400" b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 </a:t>
            </a:r>
            <a:r>
              <a:rPr lang="fr-FR" sz="1400" b="0">
                <a:solidFill>
                  <a:schemeClr val="tx1"/>
                </a:solidFill>
                <a:latin typeface="+mn-lt"/>
                <a:cs typeface="+mn-cs"/>
              </a:rPr>
              <a:t>Disposer de </a:t>
            </a:r>
            <a:r>
              <a:rPr lang="fr-FR" sz="1400">
                <a:solidFill>
                  <a:schemeClr val="tx1"/>
                </a:solidFill>
                <a:latin typeface="+mn-lt"/>
                <a:cs typeface="+mn-cs"/>
              </a:rPr>
              <a:t>toutes les informations utiles à la prévention et à la lutte contre les feux de forêt</a:t>
            </a:r>
          </a:p>
          <a:p>
            <a:pPr marL="285750" lvl="2" indent="-285750" algn="ctr" defTabSz="91440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à"/>
            </a:pPr>
            <a:endParaRPr lang="fr-FR" sz="1400" b="0">
              <a:solidFill>
                <a:schemeClr val="tx1"/>
              </a:solidFill>
              <a:latin typeface="+mn-lt"/>
              <a:cs typeface="+mn-cs"/>
            </a:endParaRPr>
          </a:p>
          <a:p>
            <a:pPr marL="0" lvl="2" indent="0" algn="ctr" defTabSz="914400">
              <a:spcBef>
                <a:spcPts val="0"/>
              </a:spcBef>
              <a:spcAft>
                <a:spcPts val="600"/>
              </a:spcAft>
              <a:buNone/>
            </a:pPr>
            <a:r>
              <a:rPr lang="fr-FR" sz="1400" b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 Loi Incendie englobe les </a:t>
            </a:r>
            <a:r>
              <a:rPr lang="fr-FR" sz="1400" b="0">
                <a:solidFill>
                  <a:srgbClr val="00B050"/>
                </a:solidFill>
                <a:latin typeface="+mn-lt"/>
                <a:cs typeface="+mn-cs"/>
                <a:sym typeface="Wingdings" panose="05000000000000000000" pitchFamily="2" charset="2"/>
              </a:rPr>
              <a:t>dessertes forestières</a:t>
            </a:r>
            <a:r>
              <a:rPr lang="fr-FR" sz="1400" b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 et </a:t>
            </a:r>
            <a:r>
              <a:rPr lang="fr-FR" sz="1400" b="0">
                <a:solidFill>
                  <a:schemeClr val="bg2"/>
                </a:solidFill>
                <a:latin typeface="+mn-lt"/>
                <a:cs typeface="+mn-cs"/>
                <a:sym typeface="Wingdings" panose="05000000000000000000" pitchFamily="2" charset="2"/>
              </a:rPr>
              <a:t>les pistes DFCI </a:t>
            </a:r>
            <a:r>
              <a:rPr lang="fr-FR" sz="1400" b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dans sa cartographie</a:t>
            </a:r>
          </a:p>
          <a:p>
            <a:pPr marL="0" lvl="2" indent="0" algn="ctr" defTabSz="914400">
              <a:spcBef>
                <a:spcPts val="0"/>
              </a:spcBef>
              <a:spcAft>
                <a:spcPts val="600"/>
              </a:spcAft>
              <a:buNone/>
            </a:pPr>
            <a:endParaRPr lang="fr-FR" sz="140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F3C707F-302A-0604-ECA6-DB7941573F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448058">
            <a:off x="4241714" y="1969204"/>
            <a:ext cx="342722" cy="34272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C754014-A933-EF2F-FD2D-4F2DC27B1B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1590" y="2176129"/>
            <a:ext cx="379916" cy="37991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CA0E823-B9D6-00BF-D753-10BDBD6CD7A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66569" y="816946"/>
            <a:ext cx="696350" cy="726365"/>
          </a:xfrm>
          <a:prstGeom prst="rect">
            <a:avLst/>
          </a:prstGeom>
        </p:spPr>
      </p:pic>
      <p:sp>
        <p:nvSpPr>
          <p:cNvPr id="18" name="Forme libre 43">
            <a:extLst>
              <a:ext uri="{FF2B5EF4-FFF2-40B4-BE49-F238E27FC236}">
                <a16:creationId xmlns:a16="http://schemas.microsoft.com/office/drawing/2014/main" id="{2DC52FAD-9A56-6B41-1C8B-2A9A5D9FF2DE}"/>
              </a:ext>
            </a:extLst>
          </p:cNvPr>
          <p:cNvSpPr/>
          <p:nvPr/>
        </p:nvSpPr>
        <p:spPr>
          <a:xfrm rot="17311591">
            <a:off x="7671704" y="1747302"/>
            <a:ext cx="1437420" cy="208062"/>
          </a:xfrm>
          <a:custGeom>
            <a:avLst/>
            <a:gdLst>
              <a:gd name="connsiteX0" fmla="*/ 0 w 1117600"/>
              <a:gd name="connsiteY0" fmla="*/ 0 h 159601"/>
              <a:gd name="connsiteX1" fmla="*/ 165100 w 1117600"/>
              <a:gd name="connsiteY1" fmla="*/ 152400 h 159601"/>
              <a:gd name="connsiteX2" fmla="*/ 685800 w 1117600"/>
              <a:gd name="connsiteY2" fmla="*/ 127000 h 159601"/>
              <a:gd name="connsiteX3" fmla="*/ 1117600 w 1117600"/>
              <a:gd name="connsiteY3" fmla="*/ 57150 h 15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0" h="159601">
                <a:moveTo>
                  <a:pt x="0" y="0"/>
                </a:moveTo>
                <a:cubicBezTo>
                  <a:pt x="25400" y="65616"/>
                  <a:pt x="50800" y="131233"/>
                  <a:pt x="165100" y="152400"/>
                </a:cubicBezTo>
                <a:cubicBezTo>
                  <a:pt x="279400" y="173567"/>
                  <a:pt x="527050" y="142875"/>
                  <a:pt x="685800" y="127000"/>
                </a:cubicBezTo>
                <a:cubicBezTo>
                  <a:pt x="844550" y="111125"/>
                  <a:pt x="981075" y="84137"/>
                  <a:pt x="1117600" y="57150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59F3C058-91C3-89D6-0235-10C082B61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6355" y="2024218"/>
            <a:ext cx="534668" cy="314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Espace réservé du pied de page 10">
            <a:extLst>
              <a:ext uri="{FF2B5EF4-FFF2-40B4-BE49-F238E27FC236}">
                <a16:creationId xmlns:a16="http://schemas.microsoft.com/office/drawing/2014/main" id="{1BB5E0EF-D331-984A-12DA-FCB11221B11F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  <p:sp>
        <p:nvSpPr>
          <p:cNvPr id="20" name="Espace réservé du numéro de diapositive 3">
            <a:extLst>
              <a:ext uri="{FF2B5EF4-FFF2-40B4-BE49-F238E27FC236}">
                <a16:creationId xmlns:a16="http://schemas.microsoft.com/office/drawing/2014/main" id="{5DF7FF75-C2AB-F782-258A-634C0462CD1E}"/>
              </a:ext>
            </a:extLst>
          </p:cNvPr>
          <p:cNvSpPr txBox="1">
            <a:spLocks/>
          </p:cNvSpPr>
          <p:nvPr/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mtClean="0"/>
              <a:pPr algn="r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401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0" grpId="0" animBg="1"/>
      <p:bldP spid="21" grpId="0"/>
      <p:bldP spid="29" grpId="0"/>
      <p:bldP spid="32" grpId="0"/>
      <p:bldP spid="27" grpId="0" animBg="1"/>
      <p:bldP spid="42" grpId="0" animBg="1"/>
      <p:bldP spid="44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35696" y="260842"/>
            <a:ext cx="7181307" cy="319196"/>
          </a:xfrm>
        </p:spPr>
        <p:txBody>
          <a:bodyPr vert="horz" lIns="68580" tIns="34290" rIns="68580" bIns="34290" rtlCol="0" anchor="ctr" anchorCtr="0">
            <a:noAutofit/>
          </a:bodyPr>
          <a:lstStyle/>
          <a:p>
            <a:pPr algn="ctr"/>
            <a:r>
              <a:rPr lang="fr-FR" dirty="0"/>
              <a:t>Projet de standard CNIG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291022" y="-3765"/>
              <a:ext cx="6197" cy="6197"/>
            </p14:xfrm>
          </p:contentPart>
        </mc:Choice>
        <mc:Fallback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00872" y="-313615"/>
                <a:ext cx="619700" cy="6197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165070" y="798061"/>
            <a:ext cx="8663774" cy="4345441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68" indent="-257168" algn="just" defTabSz="685783">
              <a:defRPr/>
            </a:pPr>
            <a:endParaRPr lang="fr-FR" sz="12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41664" y="581536"/>
            <a:ext cx="8937268" cy="3839896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7219" lvl="2" indent="0" algn="just" fontAlgn="base">
              <a:buNone/>
            </a:pPr>
            <a:endParaRPr lang="fr-FR" sz="1200" dirty="0">
              <a:solidFill>
                <a:srgbClr val="000000"/>
              </a:solidFill>
              <a:latin typeface="+mn-l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200" b="0" dirty="0">
                <a:solidFill>
                  <a:srgbClr val="000000"/>
                </a:solidFill>
                <a:latin typeface="+mn-lt"/>
              </a:rPr>
              <a:t>Travaux d’harmonisation côté MASA</a:t>
            </a:r>
          </a:p>
          <a:p>
            <a:pPr lvl="1" algn="just" fontAlgn="base"/>
            <a:r>
              <a:rPr lang="fr-FR" sz="1000" b="0" dirty="0">
                <a:solidFill>
                  <a:srgbClr val="000000"/>
                </a:solidFill>
                <a:latin typeface="+mn-lt"/>
              </a:rPr>
              <a:t>Consensus complexe</a:t>
            </a:r>
          </a:p>
          <a:p>
            <a:pPr lvl="1" algn="just" fontAlgn="base"/>
            <a:r>
              <a:rPr lang="fr-FR" sz="1000" b="0" dirty="0">
                <a:solidFill>
                  <a:srgbClr val="000000"/>
                </a:solidFill>
                <a:latin typeface="+mn-lt"/>
              </a:rPr>
              <a:t>Passage sous l’égide du CNIG 12/2024 avec une V2 du standard « Dessertes pour le transport de bois »</a:t>
            </a:r>
          </a:p>
          <a:p>
            <a:pPr lvl="1" algn="just" fontAlgn="base"/>
            <a:endParaRPr lang="fr-FR" sz="1000" b="0" dirty="0">
              <a:solidFill>
                <a:srgbClr val="000000"/>
              </a:solidFill>
              <a:latin typeface="+mn-l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200" b="0" dirty="0">
                <a:solidFill>
                  <a:srgbClr val="000000"/>
                </a:solidFill>
                <a:latin typeface="+mn-lt"/>
              </a:rPr>
              <a:t>Objectif du standard V2</a:t>
            </a:r>
          </a:p>
          <a:p>
            <a:pPr marL="782222" lvl="2" indent="-214308">
              <a:spcBef>
                <a:spcPts val="225"/>
              </a:spcBef>
              <a:buFont typeface="Courier New" panose="02070309020205020404" pitchFamily="49" charset="0"/>
              <a:buChar char="o"/>
            </a:pPr>
            <a:r>
              <a:rPr lang="fr-FR" sz="1050" b="1" dirty="0">
                <a:latin typeface="+mn-lt"/>
              </a:rPr>
              <a:t>Assurer cohérence </a:t>
            </a:r>
            <a:r>
              <a:rPr lang="fr-FR" sz="1050" dirty="0">
                <a:latin typeface="+mn-lt"/>
              </a:rPr>
              <a:t>entre l’ensemble des données et acteurs</a:t>
            </a:r>
          </a:p>
          <a:p>
            <a:pPr marL="782222" lvl="2" indent="-214308">
              <a:spcBef>
                <a:spcPts val="225"/>
              </a:spcBef>
              <a:buFont typeface="Courier New" panose="02070309020205020404" pitchFamily="49" charset="0"/>
              <a:buChar char="o"/>
            </a:pPr>
            <a:r>
              <a:rPr lang="fr-FR" sz="1050" b="1" dirty="0">
                <a:latin typeface="+mn-lt"/>
              </a:rPr>
              <a:t>Uniformiser les productions </a:t>
            </a:r>
            <a:r>
              <a:rPr lang="fr-FR" sz="1050" dirty="0">
                <a:solidFill>
                  <a:srgbClr val="000000"/>
                </a:solidFill>
                <a:latin typeface="+mn-lt"/>
              </a:rPr>
              <a:t>régionales ou locales de données</a:t>
            </a:r>
            <a:endParaRPr lang="fr-FR" sz="1050" dirty="0">
              <a:solidFill>
                <a:srgbClr val="000000"/>
              </a:solidFill>
              <a:latin typeface="+mn-lt"/>
              <a:cs typeface="Arial"/>
            </a:endParaRPr>
          </a:p>
          <a:p>
            <a:pPr marL="782222" lvl="2" indent="-214308">
              <a:spcBef>
                <a:spcPts val="225"/>
              </a:spcBef>
              <a:buFont typeface="Courier New" panose="02070309020205020404" pitchFamily="49" charset="0"/>
              <a:buChar char="o"/>
            </a:pPr>
            <a:r>
              <a:rPr lang="fr-FR" sz="1050" dirty="0">
                <a:latin typeface="+mn-lt"/>
                <a:cs typeface="Arial"/>
              </a:rPr>
              <a:t>Faciliter leur </a:t>
            </a:r>
            <a:r>
              <a:rPr lang="fr-FR" sz="1050" b="1" dirty="0">
                <a:latin typeface="+mn-lt"/>
                <a:cs typeface="Arial"/>
              </a:rPr>
              <a:t>intégration dans une base nationale unique</a:t>
            </a:r>
          </a:p>
          <a:p>
            <a:pPr marL="782222" lvl="2" indent="-214308">
              <a:spcBef>
                <a:spcPts val="225"/>
              </a:spcBef>
              <a:buFont typeface="Courier New" panose="02070309020205020404" pitchFamily="49" charset="0"/>
              <a:buChar char="o"/>
            </a:pPr>
            <a:r>
              <a:rPr lang="fr-FR" sz="1050" dirty="0">
                <a:solidFill>
                  <a:srgbClr val="000000"/>
                </a:solidFill>
                <a:latin typeface="+mn-lt"/>
              </a:rPr>
              <a:t>Intégrer </a:t>
            </a:r>
            <a:r>
              <a:rPr lang="fr-FR" sz="1050" dirty="0">
                <a:latin typeface="+mn-lt"/>
              </a:rPr>
              <a:t>les </a:t>
            </a:r>
            <a:r>
              <a:rPr lang="fr-FR" sz="1050" b="1" dirty="0">
                <a:latin typeface="+mn-lt"/>
              </a:rPr>
              <a:t>thématiques « Pistes DFCI » et « Points d’eau »</a:t>
            </a:r>
          </a:p>
          <a:p>
            <a:pPr marL="782222" lvl="2" indent="-214308">
              <a:spcBef>
                <a:spcPts val="225"/>
              </a:spcBef>
              <a:buFont typeface="Courier New" panose="02070309020205020404" pitchFamily="49" charset="0"/>
              <a:buChar char="o"/>
            </a:pPr>
            <a:r>
              <a:rPr lang="fr-FR" sz="1050" dirty="0">
                <a:latin typeface="+mn-lt"/>
              </a:rPr>
              <a:t>Rendre le modèle de données compatible avec celui de la </a:t>
            </a:r>
            <a:r>
              <a:rPr lang="fr-FR" sz="1050" b="1" dirty="0">
                <a:latin typeface="+mn-lt"/>
              </a:rPr>
              <a:t>BD TOPO</a:t>
            </a:r>
          </a:p>
          <a:p>
            <a:pPr marL="782222" lvl="2" indent="-214308">
              <a:spcBef>
                <a:spcPts val="225"/>
              </a:spcBef>
              <a:buFont typeface="Courier New" panose="02070309020205020404" pitchFamily="49" charset="0"/>
              <a:buChar char="o"/>
            </a:pPr>
            <a:r>
              <a:rPr lang="fr-FR" sz="1050" dirty="0">
                <a:latin typeface="+mn-lt"/>
              </a:rPr>
              <a:t>Prendre en compte le </a:t>
            </a:r>
            <a:r>
              <a:rPr lang="fr-FR" sz="1050" b="1" dirty="0">
                <a:latin typeface="+mn-lt"/>
              </a:rPr>
              <a:t>retour d'expérience </a:t>
            </a:r>
            <a:r>
              <a:rPr lang="fr-FR" sz="1050" dirty="0">
                <a:latin typeface="+mn-lt"/>
              </a:rPr>
              <a:t>de la V1</a:t>
            </a:r>
          </a:p>
          <a:p>
            <a:pPr lvl="1" algn="just" fontAlgn="base"/>
            <a:endParaRPr lang="fr-FR" sz="1200" b="0" dirty="0">
              <a:solidFill>
                <a:srgbClr val="000000"/>
              </a:solidFill>
              <a:latin typeface="+mn-lt"/>
            </a:endParaRPr>
          </a:p>
          <a:p>
            <a:pPr algn="just" defTabSz="914378">
              <a:buFont typeface="Arial" panose="020B0604020202020204" pitchFamily="34" charset="0"/>
              <a:buChar char="•"/>
              <a:defRPr/>
            </a:pPr>
            <a:r>
              <a:rPr lang="fr-FR" sz="120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Livrables attendus</a:t>
            </a:r>
          </a:p>
          <a:p>
            <a:pPr lvl="1" indent="-342892" algn="just">
              <a:buClr>
                <a:srgbClr val="554538"/>
              </a:buClr>
              <a:defRPr/>
            </a:pPr>
            <a:r>
              <a:rPr lang="fr-FR" sz="105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Une </a:t>
            </a:r>
            <a:r>
              <a:rPr lang="fr-FR" sz="105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V2 du standard </a:t>
            </a:r>
            <a:r>
              <a:rPr lang="fr-FR" sz="105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(nouveau nom : « Dessertes en forêt : Transport de bois et DFCI »)</a:t>
            </a:r>
          </a:p>
          <a:p>
            <a:pPr lvl="1" indent="-342892" algn="just">
              <a:buClr>
                <a:srgbClr val="554538"/>
              </a:buClr>
              <a:defRPr/>
            </a:pPr>
            <a:r>
              <a:rPr lang="fr-FR" sz="105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Un </a:t>
            </a:r>
            <a:r>
              <a:rPr lang="fr-FR" sz="105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modèle conceptuel de données  </a:t>
            </a:r>
            <a:r>
              <a:rPr lang="fr-FR" sz="105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(+ table de correspondance Standard/BD TOPO)</a:t>
            </a:r>
          </a:p>
          <a:p>
            <a:pPr lvl="1" indent="-342892" algn="just">
              <a:buClr>
                <a:srgbClr val="554538"/>
              </a:buClr>
              <a:defRPr/>
            </a:pPr>
            <a:r>
              <a:rPr lang="fr-FR" sz="105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Un </a:t>
            </a:r>
            <a:r>
              <a:rPr lang="fr-FR" sz="105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schéma</a:t>
            </a:r>
            <a:r>
              <a:rPr lang="fr-FR" sz="105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 pour validateurs (compatible </a:t>
            </a:r>
            <a:r>
              <a:rPr lang="fr-FR" sz="1050" b="0" dirty="0" err="1">
                <a:solidFill>
                  <a:srgbClr val="000000"/>
                </a:solidFill>
                <a:latin typeface="+mj-lt"/>
                <a:ea typeface="Calibri"/>
                <a:cs typeface="Arial"/>
              </a:rPr>
              <a:t>schema.data.gouv</a:t>
            </a:r>
            <a:r>
              <a:rPr lang="fr-FR" sz="105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/</a:t>
            </a:r>
            <a:r>
              <a:rPr lang="fr-FR" sz="1050" b="0" dirty="0" err="1">
                <a:solidFill>
                  <a:srgbClr val="000000"/>
                </a:solidFill>
                <a:latin typeface="+mj-lt"/>
                <a:ea typeface="Calibri"/>
                <a:cs typeface="Arial"/>
              </a:rPr>
              <a:t>validata</a:t>
            </a:r>
            <a:r>
              <a:rPr lang="fr-FR" sz="1050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)</a:t>
            </a:r>
          </a:p>
          <a:p>
            <a:pPr algn="just" defTabSz="914378">
              <a:buFont typeface="Arial" panose="020B0604020202020204" pitchFamily="34" charset="0"/>
              <a:buChar char="•"/>
              <a:defRPr/>
            </a:pPr>
            <a:endParaRPr lang="fr-FR" sz="1400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0B07EC7-4B72-4890-83EE-2C06AD6BC0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797" y="2155372"/>
            <a:ext cx="1070406" cy="1070406"/>
          </a:xfrm>
          <a:prstGeom prst="rect">
            <a:avLst/>
          </a:prstGeom>
          <a:ln>
            <a:noFill/>
          </a:ln>
        </p:spPr>
      </p:pic>
      <p:sp>
        <p:nvSpPr>
          <p:cNvPr id="15" name="Espace réservé du numéro de diapositive 16">
            <a:extLst>
              <a:ext uri="{FF2B5EF4-FFF2-40B4-BE49-F238E27FC236}">
                <a16:creationId xmlns:a16="http://schemas.microsoft.com/office/drawing/2014/main" id="{D9D6A77B-C90B-4BA5-B67B-E8110E1FB2FD}"/>
              </a:ext>
            </a:extLst>
          </p:cNvPr>
          <p:cNvSpPr txBox="1">
            <a:spLocks/>
          </p:cNvSpPr>
          <p:nvPr/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750" b="1"/>
              <a:pPr algn="r"/>
              <a:t>7</a:t>
            </a:fld>
            <a:endParaRPr lang="fr-FR" sz="750" b="1" dirty="0"/>
          </a:p>
        </p:txBody>
      </p:sp>
      <p:pic>
        <p:nvPicPr>
          <p:cNvPr id="16" name="Picture 9">
            <a:extLst>
              <a:ext uri="{FF2B5EF4-FFF2-40B4-BE49-F238E27FC236}">
                <a16:creationId xmlns:a16="http://schemas.microsoft.com/office/drawing/2014/main" id="{D50FD7D4-0ED8-48F7-A85E-3DDC5A399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493" y="201176"/>
            <a:ext cx="576064" cy="6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Espace réservé du pied de page 10">
            <a:extLst>
              <a:ext uri="{FF2B5EF4-FFF2-40B4-BE49-F238E27FC236}">
                <a16:creationId xmlns:a16="http://schemas.microsoft.com/office/drawing/2014/main" id="{6823E360-E42E-B164-6144-8477227923C9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  <p:sp>
        <p:nvSpPr>
          <p:cNvPr id="10" name="Espace réservé de la date 2">
            <a:extLst>
              <a:ext uri="{FF2B5EF4-FFF2-40B4-BE49-F238E27FC236}">
                <a16:creationId xmlns:a16="http://schemas.microsoft.com/office/drawing/2014/main" id="{35E973C6-F14D-9C73-2D6D-27CA9B4B2641}"/>
              </a:ext>
            </a:extLst>
          </p:cNvPr>
          <p:cNvSpPr txBox="1">
            <a:spLocks/>
          </p:cNvSpPr>
          <p:nvPr/>
        </p:nvSpPr>
        <p:spPr>
          <a:xfrm>
            <a:off x="7614000" y="4783500"/>
            <a:ext cx="117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750" b="1" cap="all" dirty="0"/>
              <a:t>23/03/2026</a:t>
            </a:r>
          </a:p>
        </p:txBody>
      </p:sp>
    </p:spTree>
    <p:extLst>
      <p:ext uri="{BB962C8B-B14F-4D97-AF65-F5344CB8AC3E}">
        <p14:creationId xmlns:p14="http://schemas.microsoft.com/office/powerpoint/2010/main" val="757598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27F9F-D6A2-2EAA-B1CA-B9EB49481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561ABE-389C-F0BB-BAC3-85083F7A9920}"/>
              </a:ext>
            </a:extLst>
          </p:cNvPr>
          <p:cNvSpPr/>
          <p:nvPr/>
        </p:nvSpPr>
        <p:spPr>
          <a:xfrm>
            <a:off x="1701312" y="573698"/>
            <a:ext cx="6923942" cy="4767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697F9B28-E346-58BF-3828-1AA6ACF6C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251" y="2077493"/>
            <a:ext cx="8424000" cy="988514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Fonctionnement du GT</a:t>
            </a:r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0409E5C1-1509-1563-AA17-9681F28B5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362" y="58387"/>
            <a:ext cx="576064" cy="6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6B48283-661E-5454-855B-6B92A340F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/>
              <a:t>23/03/2026</a:t>
            </a:r>
            <a:endParaRPr lang="fr-FR" cap="all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F50330-E5DE-35FF-D81C-AB3EEA7B0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64000" y="4783500"/>
            <a:ext cx="1350000" cy="360000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8</a:t>
            </a:fld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4286923-9F43-E18B-929E-F50BF6C89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242" y="1893942"/>
            <a:ext cx="2348507" cy="2097488"/>
          </a:xfrm>
          <a:prstGeom prst="rect">
            <a:avLst/>
          </a:prstGeom>
        </p:spPr>
      </p:pic>
      <p:sp>
        <p:nvSpPr>
          <p:cNvPr id="7" name="Espace réservé du pied de page 10">
            <a:extLst>
              <a:ext uri="{FF2B5EF4-FFF2-40B4-BE49-F238E27FC236}">
                <a16:creationId xmlns:a16="http://schemas.microsoft.com/office/drawing/2014/main" id="{6BD70F00-3CC3-3D8E-E7DE-346CFD860174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3276503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5" y="171671"/>
            <a:ext cx="7109299" cy="609376"/>
          </a:xfrm>
        </p:spPr>
        <p:txBody>
          <a:bodyPr/>
          <a:lstStyle/>
          <a:p>
            <a:pPr algn="ctr"/>
            <a:r>
              <a:rPr lang="fr-FR" dirty="0"/>
              <a:t>Participants GT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493" y="201176"/>
            <a:ext cx="576064" cy="6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F4303A7B-4028-4734-8ECA-ACD667C4C0C6}"/>
              </a:ext>
            </a:extLst>
          </p:cNvPr>
          <p:cNvGraphicFramePr>
            <a:graphicFrameLocks noGrp="1"/>
          </p:cNvGraphicFramePr>
          <p:nvPr/>
        </p:nvGraphicFramePr>
        <p:xfrm>
          <a:off x="231093" y="1000179"/>
          <a:ext cx="8681815" cy="2558422"/>
        </p:xfrm>
        <a:graphic>
          <a:graphicData uri="http://schemas.openxmlformats.org/drawingml/2006/table">
            <a:tbl>
              <a:tblPr/>
              <a:tblGrid>
                <a:gridCol w="4244216">
                  <a:extLst>
                    <a:ext uri="{9D8B030D-6E8A-4147-A177-3AD203B41FA5}">
                      <a16:colId xmlns:a16="http://schemas.microsoft.com/office/drawing/2014/main" val="370660507"/>
                    </a:ext>
                  </a:extLst>
                </a:gridCol>
                <a:gridCol w="4437599">
                  <a:extLst>
                    <a:ext uri="{9D8B030D-6E8A-4147-A177-3AD203B41FA5}">
                      <a16:colId xmlns:a16="http://schemas.microsoft.com/office/drawing/2014/main" val="4055825653"/>
                    </a:ext>
                  </a:extLst>
                </a:gridCol>
              </a:tblGrid>
              <a:tr h="16478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ARDFCI  </a:t>
                      </a:r>
                      <a:r>
                        <a:rPr lang="fr-FR" sz="8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(Association Régionale DFCI)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FORET D'ICI</a:t>
                      </a: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28302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CFBL</a:t>
                      </a:r>
                      <a:r>
                        <a:rPr lang="fr-FR" sz="8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(Coopérative forestière)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Fransylva</a:t>
                      </a: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884484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CNPF </a:t>
                      </a:r>
                      <a:r>
                        <a:rPr lang="fr-FR" sz="8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(Centre National de la Propriété Forestière)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GCF </a:t>
                      </a:r>
                      <a:r>
                        <a:rPr lang="fr-FR" sz="8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(Groupe Coopération Forestière)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117207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CRIGE PACA (Centre de Ressources en Information Géographique en PACA)</a:t>
                      </a: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GIP ATGeRi</a:t>
                      </a:r>
                      <a:r>
                        <a:rPr lang="fr-FR" sz="8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(Groupement d’Intérêt Public Aménagement du Territoire et Gestion des Risques)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064948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DDT39 Jura </a:t>
                      </a:r>
                      <a:r>
                        <a:rPr lang="fr-FR" sz="8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(Direction Départementale des Territoires) 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IGN</a:t>
                      </a:r>
                      <a:r>
                        <a:rPr lang="fr-FR" sz="8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(Institut national de l'information géographique et forestière)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19076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DDT55 Meuse</a:t>
                      </a: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Ministère de l'Agriculture et de la Souveraineté alimentaire</a:t>
                      </a: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461949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DDT68 Haut Rhin</a:t>
                      </a: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Ministère de l'Intérieur - BOMSIS</a:t>
                      </a: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022501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242424"/>
                          </a:solidFill>
                          <a:effectLst/>
                          <a:latin typeface="+mn-lt"/>
                        </a:rPr>
                        <a:t>DDT88 Vosges</a:t>
                      </a: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ONF</a:t>
                      </a:r>
                      <a:r>
                        <a:rPr lang="fr-FR" sz="8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(Office National des Forêts)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578645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DPFM </a:t>
                      </a:r>
                      <a:r>
                        <a:rPr lang="fr-FR" sz="8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(Délégation à la Protection de la Forêt Méditerranéenne)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OPENIG</a:t>
                      </a:r>
                      <a:r>
                        <a:rPr lang="fr-FR" sz="8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(Occitanie Pyrénées en Intelligence Géomatique)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020545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DRAAF Auvergne Rhône Alpes</a:t>
                      </a: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SDIS17 Charente </a:t>
                      </a:r>
                      <a:r>
                        <a:rPr lang="fr-FR" sz="8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(Service Départemental d'Incendie et de Secours)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67748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Entente Valabre</a:t>
                      </a: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242424"/>
                          </a:solidFill>
                          <a:effectLst/>
                          <a:latin typeface="+mn-lt"/>
                        </a:rPr>
                        <a:t>SDIS66 Pyrénées-Orientales</a:t>
                      </a: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818153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FCBA</a:t>
                      </a:r>
                      <a:r>
                        <a:rPr lang="fr-FR" sz="8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(Institut technologie Forêt Cellulose Bois-Construction Ameublement)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 Mauffrey</a:t>
                      </a: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866811"/>
                  </a:ext>
                </a:extLst>
              </a:tr>
              <a:tr h="16478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FNCOFOR </a:t>
                      </a:r>
                      <a:r>
                        <a:rPr lang="fr-FR" sz="8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(Fédération nationale des communes forestières)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Transports Fontan</a:t>
                      </a: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024187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FNEDT </a:t>
                      </a:r>
                      <a:r>
                        <a:rPr lang="fr-FR" sz="8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(Fédération nationale des entrepreneurs de travaux agricoles, forestiers et ruraux)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Transports </a:t>
                      </a:r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Masnada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753756"/>
                  </a:ext>
                </a:extLst>
              </a:tr>
            </a:tbl>
          </a:graphicData>
        </a:graphic>
      </p:graphicFrame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E7991794-4071-4EC0-B0D0-EF78A599BD2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395518" y="3653462"/>
            <a:ext cx="4352963" cy="924986"/>
          </a:xfrm>
        </p:spPr>
        <p:txBody>
          <a:bodyPr/>
          <a:lstStyle/>
          <a:p>
            <a:pPr marL="179996" lvl="1" indent="0" algn="ctr">
              <a:buNone/>
            </a:pPr>
            <a:r>
              <a:rPr lang="fr-FR" sz="900" b="0" dirty="0">
                <a:solidFill>
                  <a:srgbClr val="000000"/>
                </a:solidFill>
                <a:latin typeface="+mn-lt"/>
              </a:rPr>
              <a:t>Liste diffusion </a:t>
            </a:r>
            <a:r>
              <a:rPr lang="fr-FR" sz="9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fr-FR" sz="900" b="0" dirty="0">
                <a:solidFill>
                  <a:srgbClr val="000000"/>
                </a:solidFill>
                <a:latin typeface="+mn-lt"/>
              </a:rPr>
              <a:t>+100aine personnes </a:t>
            </a:r>
          </a:p>
          <a:p>
            <a:pPr marL="179996" lvl="1" indent="0" algn="ctr">
              <a:buNone/>
            </a:pPr>
            <a:r>
              <a:rPr lang="fr-FR" sz="900" b="0" dirty="0">
                <a:solidFill>
                  <a:srgbClr val="000000"/>
                </a:solidFill>
                <a:latin typeface="+mn-lt"/>
              </a:rPr>
              <a:t>56 membres actifs dans les différents ateliers</a:t>
            </a:r>
          </a:p>
          <a:p>
            <a:pPr marL="179996" lvl="1" indent="0" algn="ctr">
              <a:buNone/>
            </a:pPr>
            <a:r>
              <a:rPr lang="fr-FR" sz="900" b="0" dirty="0">
                <a:solidFill>
                  <a:srgbClr val="000000"/>
                </a:solidFill>
                <a:latin typeface="+mn-lt"/>
              </a:rPr>
              <a:t>Sous-groupe Points d’eau </a:t>
            </a:r>
            <a:r>
              <a:rPr lang="fr-FR" sz="9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fr-FR" sz="900" b="0" dirty="0">
                <a:solidFill>
                  <a:srgbClr val="000000"/>
                </a:solidFill>
                <a:latin typeface="+mn-lt"/>
              </a:rPr>
              <a:t>40aine de volontaires</a:t>
            </a:r>
          </a:p>
          <a:p>
            <a:pPr marL="179996" lvl="1" indent="0" algn="ctr">
              <a:buNone/>
            </a:pPr>
            <a:r>
              <a:rPr lang="fr-FR" sz="900" b="0" dirty="0">
                <a:solidFill>
                  <a:srgbClr val="000000"/>
                </a:solidFill>
                <a:latin typeface="+mn-lt"/>
              </a:rPr>
              <a:t>Participation des animateurs : actions communication diverses (</a:t>
            </a:r>
            <a:r>
              <a:rPr lang="fr-FR" sz="900" b="0" dirty="0" err="1">
                <a:solidFill>
                  <a:srgbClr val="000000"/>
                </a:solidFill>
                <a:latin typeface="+mn-lt"/>
              </a:rPr>
              <a:t>GéoSDIStanciel</a:t>
            </a:r>
            <a:r>
              <a:rPr lang="fr-FR" sz="900" b="0" dirty="0">
                <a:solidFill>
                  <a:srgbClr val="000000"/>
                </a:solidFill>
                <a:latin typeface="+mn-lt"/>
              </a:rPr>
              <a:t>, </a:t>
            </a:r>
            <a:r>
              <a:rPr lang="fr-FR" sz="900" b="0" dirty="0" err="1">
                <a:solidFill>
                  <a:srgbClr val="000000"/>
                </a:solidFill>
                <a:latin typeface="+mn-lt"/>
              </a:rPr>
              <a:t>GéoPitch</a:t>
            </a:r>
            <a:r>
              <a:rPr lang="fr-FR" sz="900" b="0" dirty="0">
                <a:solidFill>
                  <a:srgbClr val="000000"/>
                </a:solidFill>
                <a:latin typeface="+mn-lt"/>
              </a:rPr>
              <a:t> IGN, Journée Filière Bois, etc.) </a:t>
            </a:r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BBB48740-B09F-4214-89AB-71960608F2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023" y="3803516"/>
            <a:ext cx="1419957" cy="1018259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95144120-9D41-4F36-9697-1DB3030C78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890" y="4046844"/>
            <a:ext cx="759434" cy="531604"/>
          </a:xfrm>
          <a:prstGeom prst="rect">
            <a:avLst/>
          </a:prstGeom>
        </p:spPr>
      </p:pic>
      <p:sp>
        <p:nvSpPr>
          <p:cNvPr id="26" name="Espace réservé du pied de page 10">
            <a:extLst>
              <a:ext uri="{FF2B5EF4-FFF2-40B4-BE49-F238E27FC236}">
                <a16:creationId xmlns:a16="http://schemas.microsoft.com/office/drawing/2014/main" id="{EB106411-2B65-4B85-883B-E4EA1149DED7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/>
              <a:t>Institut national de l’information  géographique et forestière</a:t>
            </a:r>
            <a:endParaRPr lang="fr-FR" sz="563" dirty="0"/>
          </a:p>
        </p:txBody>
      </p:sp>
      <p:sp>
        <p:nvSpPr>
          <p:cNvPr id="29" name="Espace réservé du numéro de diapositive 16">
            <a:extLst>
              <a:ext uri="{FF2B5EF4-FFF2-40B4-BE49-F238E27FC236}">
                <a16:creationId xmlns:a16="http://schemas.microsoft.com/office/drawing/2014/main" id="{3CDB60FF-2293-45B8-90AE-58A86C832B44}"/>
              </a:ext>
            </a:extLst>
          </p:cNvPr>
          <p:cNvSpPr txBox="1">
            <a:spLocks/>
          </p:cNvSpPr>
          <p:nvPr/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750" b="1"/>
              <a:pPr algn="r"/>
              <a:t>9</a:t>
            </a:fld>
            <a:endParaRPr lang="fr-FR" sz="750" b="1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61974C2-FEB4-4ACF-A03C-DAFB648EFA5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126378"/>
            <a:ext cx="653319" cy="653319"/>
          </a:xfrm>
          <a:prstGeom prst="rect">
            <a:avLst/>
          </a:prstGeom>
          <a:ln>
            <a:noFill/>
          </a:ln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771365-E743-11F2-E1D5-7B95EE970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588F01B-8BA8-4E52-9ECA-78FE89B5F248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632C3BBD-0F26-C763-92D8-B13CDB9EFFD2}"/>
              </a:ext>
            </a:extLst>
          </p:cNvPr>
          <p:cNvSpPr txBox="1">
            <a:spLocks/>
          </p:cNvSpPr>
          <p:nvPr/>
        </p:nvSpPr>
        <p:spPr>
          <a:xfrm>
            <a:off x="7614000" y="4783500"/>
            <a:ext cx="117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750" b="1" cap="all" dirty="0"/>
              <a:t>23/03/2026</a:t>
            </a:r>
          </a:p>
        </p:txBody>
      </p:sp>
    </p:spTree>
    <p:extLst>
      <p:ext uri="{BB962C8B-B14F-4D97-AF65-F5344CB8AC3E}">
        <p14:creationId xmlns:p14="http://schemas.microsoft.com/office/powerpoint/2010/main" val="585246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13494" y="276513"/>
            <a:ext cx="7181307" cy="319196"/>
          </a:xfrm>
        </p:spPr>
        <p:txBody>
          <a:bodyPr vert="horz" lIns="68580" tIns="34290" rIns="68580" bIns="34290" rtlCol="0" anchor="ctr" anchorCtr="0">
            <a:noAutofit/>
          </a:bodyPr>
          <a:lstStyle/>
          <a:p>
            <a:pPr algn="ctr"/>
            <a:r>
              <a:rPr lang="fr-FR" dirty="0"/>
              <a:t>Fonctionnement des outils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291022" y="-3765"/>
              <a:ext cx="6197" cy="6197"/>
            </p14:xfrm>
          </p:contentPart>
        </mc:Choice>
        <mc:Fallback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00872" y="-313615"/>
                <a:ext cx="619700" cy="6197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165070" y="798061"/>
            <a:ext cx="8663774" cy="4345441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68" indent="-257168" algn="just" defTabSz="685783">
              <a:defRPr/>
            </a:pPr>
            <a:endParaRPr lang="fr-FR" sz="12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165070" y="764742"/>
            <a:ext cx="8663774" cy="3839896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8633" lvl="1" indent="-257175" algn="just">
              <a:buClr>
                <a:srgbClr val="554538"/>
              </a:buClr>
              <a:defRPr/>
            </a:pPr>
            <a:r>
              <a:rPr lang="fr-FR" sz="120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Liste de diffusion par mail (inscription via </a:t>
            </a:r>
            <a:r>
              <a:rPr lang="fr-FR" sz="12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marion.lacroix@ign.fr</a:t>
            </a:r>
            <a:r>
              <a:rPr lang="fr-FR" sz="120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)</a:t>
            </a:r>
          </a:p>
          <a:p>
            <a:pPr marL="428633" lvl="1" indent="-257175" algn="just">
              <a:buClr>
                <a:srgbClr val="554538"/>
              </a:buClr>
              <a:defRPr/>
            </a:pPr>
            <a:endParaRPr lang="fr-FR" sz="1200" b="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pPr marL="428633" lvl="1" indent="-257175" algn="just">
              <a:buClr>
                <a:srgbClr val="554538"/>
              </a:buClr>
              <a:defRPr/>
            </a:pPr>
            <a:r>
              <a:rPr lang="fr-FR" sz="120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2 espaces de travail commun</a:t>
            </a:r>
          </a:p>
          <a:p>
            <a:pPr lvl="2" indent="-342892" algn="just">
              <a:buClr>
                <a:srgbClr val="554538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 CNIG du GT</a:t>
            </a:r>
            <a:endParaRPr lang="fr-FR" sz="1000" dirty="0">
              <a:solidFill>
                <a:schemeClr val="tx2">
                  <a:lumMod val="60000"/>
                  <a:lumOff val="40000"/>
                </a:schemeClr>
              </a:solidFill>
              <a:ea typeface="Calibri"/>
              <a:cs typeface="Arial"/>
            </a:endParaRPr>
          </a:p>
          <a:p>
            <a:pPr lvl="3" indent="-342892" algn="just">
              <a:buClr>
                <a:srgbClr val="554538"/>
              </a:buClr>
              <a:defRPr/>
            </a:pPr>
            <a:r>
              <a:rPr lang="fr-FR" sz="1000" dirty="0">
                <a:solidFill>
                  <a:srgbClr val="000000"/>
                </a:solidFill>
                <a:ea typeface="Calibri"/>
                <a:cs typeface="Arial"/>
              </a:rPr>
              <a:t>Espace Réunions (ODJ, CR, ppt, etc.)</a:t>
            </a:r>
          </a:p>
          <a:p>
            <a:pPr lvl="3" indent="-342892" algn="just">
              <a:buClr>
                <a:srgbClr val="554538"/>
              </a:buClr>
              <a:defRPr/>
            </a:pPr>
            <a:r>
              <a:rPr lang="fr-FR" sz="1000" dirty="0">
                <a:solidFill>
                  <a:srgbClr val="000000"/>
                </a:solidFill>
                <a:ea typeface="Calibri"/>
                <a:cs typeface="Arial"/>
              </a:rPr>
              <a:t>Espace Ressources (</a:t>
            </a:r>
            <a:r>
              <a:rPr lang="fr-FR" sz="1000" dirty="0">
                <a:solidFill>
                  <a:srgbClr val="000000"/>
                </a:solidFill>
                <a:cs typeface="Arial"/>
              </a:rPr>
              <a:t>standards préexistants, tables de travail)</a:t>
            </a:r>
          </a:p>
          <a:p>
            <a:pPr lvl="2" indent="-342892" algn="just">
              <a:buClr>
                <a:srgbClr val="554538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Calibri"/>
                <a:cs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fr-FR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Calibri"/>
                <a:cs typeface="Arial"/>
              </a:rPr>
              <a:t> </a:t>
            </a:r>
            <a:r>
              <a:rPr lang="fr-FR" sz="1000" dirty="0">
                <a:solidFill>
                  <a:srgbClr val="000000"/>
                </a:solidFill>
                <a:latin typeface="+mn-lt"/>
                <a:cs typeface="Arial"/>
              </a:rPr>
              <a:t>(maj + rapide)</a:t>
            </a:r>
          </a:p>
          <a:p>
            <a:pPr lvl="3" indent="-342892" algn="just">
              <a:buClr>
                <a:srgbClr val="554538"/>
              </a:buClr>
              <a:defRPr/>
            </a:pPr>
            <a:r>
              <a:rPr lang="fr-FR" sz="1000" dirty="0">
                <a:solidFill>
                  <a:srgbClr val="000000"/>
                </a:solidFill>
                <a:cs typeface="Arial"/>
              </a:rPr>
              <a:t>Schema </a:t>
            </a:r>
          </a:p>
          <a:p>
            <a:pPr lvl="3" indent="-342892" algn="just">
              <a:buClr>
                <a:srgbClr val="554538"/>
              </a:buClr>
              <a:defRPr/>
            </a:pPr>
            <a:r>
              <a:rPr lang="fr-FR" sz="1000" dirty="0">
                <a:solidFill>
                  <a:srgbClr val="000000"/>
                </a:solidFill>
                <a:cs typeface="Arial"/>
              </a:rPr>
              <a:t>Espaces Réunions + Ressources</a:t>
            </a:r>
          </a:p>
          <a:p>
            <a:pPr lvl="3" indent="-342892" algn="just">
              <a:buClr>
                <a:srgbClr val="554538"/>
              </a:buClr>
              <a:defRPr/>
            </a:pPr>
            <a:endParaRPr lang="fr-FR" sz="1000" b="0" dirty="0">
              <a:solidFill>
                <a:srgbClr val="000000"/>
              </a:solidFill>
              <a:ea typeface="Calibri"/>
              <a:cs typeface="Arial"/>
            </a:endParaRPr>
          </a:p>
          <a:p>
            <a:pPr lvl="1" indent="-342892" algn="just">
              <a:buClr>
                <a:srgbClr val="554538"/>
              </a:buClr>
              <a:defRPr/>
            </a:pPr>
            <a:r>
              <a:rPr lang="fr-FR" sz="120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Essai des outils de </a:t>
            </a:r>
            <a:r>
              <a:rPr lang="fr-FR" sz="1200" b="0" dirty="0">
                <a:solidFill>
                  <a:srgbClr val="000000"/>
                </a:solidFill>
                <a:latin typeface="+mn-lt"/>
                <a:ea typeface="Calibri"/>
                <a:cs typeface="Arial"/>
                <a:hlinkClick r:id="rId8"/>
              </a:rPr>
              <a:t>LaSuite</a:t>
            </a:r>
            <a:r>
              <a:rPr lang="fr-FR" sz="120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 de la </a:t>
            </a:r>
            <a:r>
              <a:rPr lang="fr-FR" sz="1200" b="0" dirty="0" err="1">
                <a:solidFill>
                  <a:srgbClr val="000000"/>
                </a:solidFill>
                <a:latin typeface="+mn-lt"/>
                <a:ea typeface="Calibri"/>
                <a:cs typeface="Arial"/>
              </a:rPr>
              <a:t>Dinum</a:t>
            </a:r>
            <a:r>
              <a:rPr lang="fr-FR" sz="120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 (</a:t>
            </a:r>
            <a:r>
              <a:rPr lang="fr-FR" sz="1200" b="0" dirty="0">
                <a:solidFill>
                  <a:srgbClr val="000000"/>
                </a:solidFill>
                <a:latin typeface="+mn-lt"/>
                <a:ea typeface="Calibri"/>
                <a:cs typeface="Arial"/>
                <a:hlinkClick r:id="rId9"/>
              </a:rPr>
              <a:t>recommandation de la Fabrique</a:t>
            </a:r>
            <a:r>
              <a:rPr lang="fr-FR" sz="120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)</a:t>
            </a:r>
          </a:p>
          <a:p>
            <a:pPr lvl="2" indent="-342892" algn="just">
              <a:buClr>
                <a:srgbClr val="554538"/>
              </a:buClr>
              <a:buFont typeface="Arial" panose="020B0604020202020204" pitchFamily="34" charset="0"/>
              <a:buChar char="•"/>
              <a:defRPr/>
            </a:pPr>
            <a:r>
              <a:rPr lang="fr-FR" sz="1050" dirty="0">
                <a:solidFill>
                  <a:srgbClr val="000000"/>
                </a:solidFill>
                <a:latin typeface="+mn-lt"/>
                <a:cs typeface="Arial"/>
              </a:rPr>
              <a:t>Retours positifs mais utilisation en milieu de parcours</a:t>
            </a:r>
          </a:p>
          <a:p>
            <a:pPr marL="428633" lvl="1" indent="-257175" algn="just">
              <a:buClr>
                <a:srgbClr val="554538"/>
              </a:buClr>
              <a:defRPr/>
            </a:pPr>
            <a:endParaRPr lang="fr-FR" sz="1200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  <a:p>
            <a:pPr marL="171458" lvl="1" indent="0" algn="just">
              <a:buClr>
                <a:srgbClr val="554538"/>
              </a:buClr>
              <a:buNone/>
              <a:defRPr/>
            </a:pPr>
            <a:endParaRPr lang="fr-FR" sz="1200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  <a:p>
            <a:pPr marL="171458" lvl="1" indent="0" algn="just">
              <a:buClr>
                <a:srgbClr val="554538"/>
              </a:buClr>
              <a:buNone/>
              <a:defRPr/>
            </a:pPr>
            <a:endParaRPr lang="fr-FR" sz="120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  <a:p>
            <a:pPr marL="457189" lvl="1" indent="0" algn="just" fontAlgn="base">
              <a:buNone/>
            </a:pPr>
            <a:endParaRPr lang="fr-FR" sz="1400" b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0" name="Espace réservé du pied de page 10">
            <a:extLst>
              <a:ext uri="{FF2B5EF4-FFF2-40B4-BE49-F238E27FC236}">
                <a16:creationId xmlns:a16="http://schemas.microsoft.com/office/drawing/2014/main" id="{ACA5AA55-4944-494B-AE2F-E60D5AE09758}"/>
              </a:ext>
            </a:extLst>
          </p:cNvPr>
          <p:cNvSpPr txBox="1">
            <a:spLocks/>
          </p:cNvSpPr>
          <p:nvPr/>
        </p:nvSpPr>
        <p:spPr bwMode="gray">
          <a:xfrm>
            <a:off x="378251" y="4824873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  <p:sp>
        <p:nvSpPr>
          <p:cNvPr id="15" name="Espace réservé du numéro de diapositive 16">
            <a:extLst>
              <a:ext uri="{FF2B5EF4-FFF2-40B4-BE49-F238E27FC236}">
                <a16:creationId xmlns:a16="http://schemas.microsoft.com/office/drawing/2014/main" id="{14A00CCA-0266-482F-9902-F820C1DFE544}"/>
              </a:ext>
            </a:extLst>
          </p:cNvPr>
          <p:cNvSpPr txBox="1">
            <a:spLocks/>
          </p:cNvSpPr>
          <p:nvPr/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750" b="1"/>
              <a:pPr algn="r"/>
              <a:t>10</a:t>
            </a:fld>
            <a:endParaRPr lang="fr-FR" sz="750" b="1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D9FDE06-1C77-4AFB-88C2-152FE254EA0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272" y="1349258"/>
            <a:ext cx="869600" cy="869600"/>
          </a:xfrm>
          <a:prstGeom prst="rect">
            <a:avLst/>
          </a:prstGeom>
          <a:ln>
            <a:noFill/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42BC7BD-FA07-45DB-8C31-2A0868ECEA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4251" y="3691635"/>
            <a:ext cx="3905419" cy="1271866"/>
          </a:xfrm>
          <a:prstGeom prst="rect">
            <a:avLst/>
          </a:prstGeom>
        </p:spPr>
      </p:pic>
      <p:pic>
        <p:nvPicPr>
          <p:cNvPr id="17" name="Picture 9">
            <a:extLst>
              <a:ext uri="{FF2B5EF4-FFF2-40B4-BE49-F238E27FC236}">
                <a16:creationId xmlns:a16="http://schemas.microsoft.com/office/drawing/2014/main" id="{10F2F014-BA0F-4AD1-8F05-660947072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493" y="201176"/>
            <a:ext cx="576064" cy="6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B81AB90-40AC-5A74-C2BB-12D6EC431C8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69508" y="3639654"/>
            <a:ext cx="2861751" cy="1274354"/>
          </a:xfrm>
          <a:prstGeom prst="rect">
            <a:avLst/>
          </a:prstGeom>
        </p:spPr>
      </p:pic>
      <p:sp>
        <p:nvSpPr>
          <p:cNvPr id="9" name="Espace réservé de la date 2">
            <a:extLst>
              <a:ext uri="{FF2B5EF4-FFF2-40B4-BE49-F238E27FC236}">
                <a16:creationId xmlns:a16="http://schemas.microsoft.com/office/drawing/2014/main" id="{63A7103C-19FE-89B0-DAC7-0828FA7FDE48}"/>
              </a:ext>
            </a:extLst>
          </p:cNvPr>
          <p:cNvSpPr txBox="1">
            <a:spLocks/>
          </p:cNvSpPr>
          <p:nvPr/>
        </p:nvSpPr>
        <p:spPr>
          <a:xfrm>
            <a:off x="7614000" y="4779873"/>
            <a:ext cx="117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750" b="1" cap="all"/>
              <a:t>23/03/2026</a:t>
            </a:r>
            <a:endParaRPr lang="fr-FR" sz="750" b="1" cap="all" dirty="0"/>
          </a:p>
        </p:txBody>
      </p:sp>
      <p:sp>
        <p:nvSpPr>
          <p:cNvPr id="13" name="Espace réservé du numéro de diapositive 3">
            <a:extLst>
              <a:ext uri="{FF2B5EF4-FFF2-40B4-BE49-F238E27FC236}">
                <a16:creationId xmlns:a16="http://schemas.microsoft.com/office/drawing/2014/main" id="{A9BB6E4D-CE71-DF85-1630-6BB8DCBF6F70}"/>
              </a:ext>
            </a:extLst>
          </p:cNvPr>
          <p:cNvSpPr txBox="1">
            <a:spLocks/>
          </p:cNvSpPr>
          <p:nvPr/>
        </p:nvSpPr>
        <p:spPr>
          <a:xfrm>
            <a:off x="6416400" y="4779873"/>
            <a:ext cx="135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750" b="1" smtClean="0"/>
              <a:pPr algn="r"/>
              <a:t>10</a:t>
            </a:fld>
            <a:endParaRPr lang="fr-FR" sz="750" b="1" dirty="0"/>
          </a:p>
        </p:txBody>
      </p:sp>
    </p:spTree>
    <p:extLst>
      <p:ext uri="{BB962C8B-B14F-4D97-AF65-F5344CB8AC3E}">
        <p14:creationId xmlns:p14="http://schemas.microsoft.com/office/powerpoint/2010/main" val="4078520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171670"/>
            <a:ext cx="7109299" cy="609376"/>
          </a:xfrm>
        </p:spPr>
        <p:txBody>
          <a:bodyPr/>
          <a:lstStyle/>
          <a:p>
            <a:pPr algn="ctr"/>
            <a:r>
              <a:rPr lang="fr-FR" dirty="0"/>
              <a:t>Procédure de travail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34F1E9-E0B0-4D42-8B7D-D8AAF906B58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7775" y="781046"/>
            <a:ext cx="8747165" cy="355546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sz="1400" b="0" dirty="0">
                <a:solidFill>
                  <a:schemeClr val="tx1"/>
                </a:solidFill>
                <a:latin typeface="+mn-lt"/>
                <a:cs typeface="Arial"/>
              </a:rPr>
              <a:t>Tableaux excel de travail (disponibles sur </a:t>
            </a:r>
            <a:r>
              <a:rPr lang="fr-FR" sz="14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fr-FR" sz="1400" b="0" dirty="0">
                <a:solidFill>
                  <a:schemeClr val="tx1"/>
                </a:solidFill>
                <a:latin typeface="+mn-lt"/>
                <a:cs typeface="Arial"/>
              </a:rPr>
              <a:t>) </a:t>
            </a:r>
          </a:p>
          <a:p>
            <a:pPr marL="0" indent="0">
              <a:buNone/>
            </a:pPr>
            <a:r>
              <a:rPr lang="fr-FR" sz="1000" b="0" dirty="0">
                <a:solidFill>
                  <a:schemeClr val="tx1"/>
                </a:solidFill>
                <a:latin typeface="+mn-lt"/>
                <a:cs typeface="Arial"/>
              </a:rPr>
              <a:t>      On part du standard CNIG V1</a:t>
            </a:r>
          </a:p>
          <a:p>
            <a:pPr marL="180000" lvl="1" indent="0">
              <a:buNone/>
            </a:pPr>
            <a:r>
              <a:rPr lang="fr-FR" sz="1000" b="0" dirty="0">
                <a:solidFill>
                  <a:schemeClr val="tx1"/>
                </a:solidFill>
                <a:latin typeface="+mn-lt"/>
                <a:cs typeface="Arial"/>
              </a:rPr>
              <a:t> Voit si un alignement est possible avec un élément déjà existant BD TOPO</a:t>
            </a:r>
          </a:p>
          <a:p>
            <a:pPr marL="180000" lvl="1" indent="0">
              <a:buNone/>
            </a:pPr>
            <a:r>
              <a:rPr lang="fr-FR" sz="1000" b="0" dirty="0">
                <a:solidFill>
                  <a:schemeClr val="tx1"/>
                </a:solidFill>
                <a:latin typeface="+mn-lt"/>
                <a:cs typeface="Arial"/>
              </a:rPr>
              <a:t> Discute des besoins Transport de bois + DFCI</a:t>
            </a:r>
          </a:p>
          <a:p>
            <a:pPr marL="180000" lvl="1" indent="0">
              <a:buNone/>
            </a:pPr>
            <a:r>
              <a:rPr lang="fr-FR" sz="1000" b="0" dirty="0">
                <a:solidFill>
                  <a:schemeClr val="tx1"/>
                </a:solidFill>
                <a:latin typeface="+mn-lt"/>
                <a:cs typeface="Arial"/>
              </a:rPr>
              <a:t> Voit quelle évolution technique est possible avec les experts BD TOPO</a:t>
            </a:r>
          </a:p>
          <a:p>
            <a:pPr marL="0" indent="0">
              <a:buNone/>
            </a:pPr>
            <a:endParaRPr lang="fr-FR" sz="14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400" b="0" dirty="0">
                <a:solidFill>
                  <a:schemeClr val="tx1"/>
                </a:solidFill>
                <a:latin typeface="+mn-lt"/>
                <a:cs typeface="Arial"/>
              </a:rPr>
              <a:t>Modélisation à plat en atelier</a:t>
            </a:r>
          </a:p>
          <a:p>
            <a:pPr lvl="2"/>
            <a:r>
              <a:rPr lang="fr-FR" sz="1000" dirty="0">
                <a:latin typeface="+mn-lt"/>
                <a:cs typeface="Arial"/>
              </a:rPr>
              <a:t>linéaires (routes)</a:t>
            </a:r>
          </a:p>
          <a:p>
            <a:pPr lvl="2"/>
            <a:r>
              <a:rPr lang="fr-FR" sz="1000" dirty="0">
                <a:latin typeface="+mn-lt"/>
                <a:cs typeface="Arial"/>
              </a:rPr>
              <a:t>ponctuels Contraintes et Equipements </a:t>
            </a:r>
          </a:p>
          <a:p>
            <a:pPr lvl="2"/>
            <a:r>
              <a:rPr lang="fr-FR" sz="1000" dirty="0">
                <a:latin typeface="+mn-lt"/>
                <a:cs typeface="Arial"/>
              </a:rPr>
              <a:t>ponctuels Points d’eau en forêt (sous-groupe)</a:t>
            </a:r>
          </a:p>
          <a:p>
            <a:pPr lvl="2"/>
            <a:endParaRPr lang="fr-FR" sz="14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400" b="0" dirty="0">
                <a:solidFill>
                  <a:schemeClr val="tx1"/>
                </a:solidFill>
                <a:latin typeface="+mn-lt"/>
                <a:cs typeface="Arial"/>
              </a:rPr>
              <a:t>Puis validation et commentaires par mail</a:t>
            </a:r>
          </a:p>
          <a:p>
            <a:pPr lvl="1"/>
            <a:r>
              <a:rPr lang="fr-FR" sz="1100" b="0" dirty="0">
                <a:solidFill>
                  <a:schemeClr val="tx1"/>
                </a:solidFill>
                <a:latin typeface="+mn-lt"/>
                <a:cs typeface="Arial"/>
              </a:rPr>
              <a:t>-&gt; travail AR en commun avec une experte BD TOPO</a:t>
            </a:r>
          </a:p>
          <a:p>
            <a:pPr lvl="2"/>
            <a:endParaRPr lang="fr-FR" sz="1000" b="0" dirty="0">
              <a:solidFill>
                <a:schemeClr val="tx1"/>
              </a:solidFill>
              <a:latin typeface="+mn-lt"/>
              <a:cs typeface="Arial"/>
            </a:endParaRPr>
          </a:p>
          <a:p>
            <a:endParaRPr lang="fr-FR" sz="1400" b="0" dirty="0">
              <a:solidFill>
                <a:schemeClr val="tx1"/>
              </a:solidFill>
              <a:latin typeface="+mn-lt"/>
              <a:ea typeface="Calibri" panose="020F0502020204030204"/>
              <a:cs typeface="Arial"/>
            </a:endParaRPr>
          </a:p>
          <a:p>
            <a:pPr marL="985520" lvl="2" indent="-175895"/>
            <a:endParaRPr lang="fr-FR" sz="1400" b="0" dirty="0">
              <a:solidFill>
                <a:schemeClr val="tx1"/>
              </a:solidFill>
              <a:latin typeface="+mn-lt"/>
              <a:ea typeface="Calibri" panose="020F0502020204030204"/>
              <a:cs typeface="Arial"/>
            </a:endParaRPr>
          </a:p>
          <a:p>
            <a:endParaRPr lang="fr-FR" sz="14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0" indent="0">
              <a:buNone/>
            </a:pPr>
            <a:endParaRPr lang="en-US" sz="1400" b="0" i="1" dirty="0">
              <a:latin typeface="+mn-lt"/>
              <a:ea typeface="Calibri"/>
              <a:cs typeface="Calibri"/>
            </a:endParaRPr>
          </a:p>
          <a:p>
            <a:pPr lvl="1"/>
            <a:endParaRPr lang="fr-FR" sz="1400" b="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pPr lvl="1"/>
            <a:endParaRPr lang="fr-FR" sz="1400" b="0" dirty="0">
              <a:latin typeface="+mn-lt"/>
            </a:endParaRPr>
          </a:p>
          <a:p>
            <a:pPr marL="742950" lvl="1" indent="-285750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1400" b="0" dirty="0">
              <a:solidFill>
                <a:srgbClr val="000000"/>
              </a:solidFill>
              <a:effectLst/>
              <a:latin typeface="+mn-lt"/>
              <a:ea typeface="Times New Roman" panose="02020603050405020304" pitchFamily="18" charset="0"/>
              <a:cs typeface="Arial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fr-FR" sz="1400" b="0" dirty="0">
              <a:solidFill>
                <a:srgbClr val="000000"/>
              </a:solidFill>
              <a:effectLst/>
              <a:latin typeface="+mn-lt"/>
              <a:ea typeface="Calibri" panose="020F0502020204030204" pitchFamily="34" charset="0"/>
            </a:endParaRPr>
          </a:p>
          <a:p>
            <a:pPr marL="742950" lvl="1" indent="-285750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1400" b="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endParaRPr lang="fr-FR" sz="1400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  <a:p>
            <a:pPr algn="just"/>
            <a:endParaRPr lang="fr-FR" sz="1400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fr-FR" sz="1400" b="0" dirty="0">
              <a:solidFill>
                <a:srgbClr val="000000"/>
              </a:solidFill>
              <a:effectLst/>
              <a:latin typeface="+mn-lt"/>
              <a:ea typeface="Calibri" panose="020F0502020204030204" pitchFamily="34" charset="0"/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492" y="201175"/>
            <a:ext cx="576064" cy="6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D79A647-6EB7-4499-8224-18211A4F6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004" y="1415271"/>
            <a:ext cx="2688335" cy="93856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79C9660-3FC5-4568-9ABD-92A1CB5D4C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470" y="2830240"/>
            <a:ext cx="1029868" cy="1029868"/>
          </a:xfrm>
          <a:prstGeom prst="rect">
            <a:avLst/>
          </a:prstGeom>
          <a:ln>
            <a:noFill/>
          </a:ln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176B83BD-B4A7-46E2-BA65-69DA73B2ED84}"/>
              </a:ext>
            </a:extLst>
          </p:cNvPr>
          <p:cNvSpPr/>
          <p:nvPr/>
        </p:nvSpPr>
        <p:spPr>
          <a:xfrm>
            <a:off x="169199" y="1112716"/>
            <a:ext cx="182492" cy="17135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1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89C902C-B7AF-45C3-8938-A98B42336D2F}"/>
              </a:ext>
            </a:extLst>
          </p:cNvPr>
          <p:cNvSpPr/>
          <p:nvPr/>
        </p:nvSpPr>
        <p:spPr>
          <a:xfrm>
            <a:off x="6443693" y="1264443"/>
            <a:ext cx="182492" cy="17135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090DFCB-E332-42CF-93CF-4B422CF17AF9}"/>
              </a:ext>
            </a:extLst>
          </p:cNvPr>
          <p:cNvSpPr/>
          <p:nvPr/>
        </p:nvSpPr>
        <p:spPr>
          <a:xfrm>
            <a:off x="167775" y="1386561"/>
            <a:ext cx="182492" cy="171356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2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0D06BF4-43A9-46C0-80ED-20245F75F7DB}"/>
              </a:ext>
            </a:extLst>
          </p:cNvPr>
          <p:cNvSpPr/>
          <p:nvPr/>
        </p:nvSpPr>
        <p:spPr>
          <a:xfrm>
            <a:off x="7492378" y="1254199"/>
            <a:ext cx="182492" cy="171356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2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B8A44BCC-2C58-428D-AFBA-723D9F139340}"/>
              </a:ext>
            </a:extLst>
          </p:cNvPr>
          <p:cNvSpPr/>
          <p:nvPr/>
        </p:nvSpPr>
        <p:spPr>
          <a:xfrm>
            <a:off x="167775" y="1686001"/>
            <a:ext cx="182492" cy="17135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3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8FAA2DD-74D1-4D9D-8958-B767C30A9019}"/>
              </a:ext>
            </a:extLst>
          </p:cNvPr>
          <p:cNvSpPr/>
          <p:nvPr/>
        </p:nvSpPr>
        <p:spPr>
          <a:xfrm>
            <a:off x="8430614" y="1255527"/>
            <a:ext cx="182492" cy="17135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3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216807BD-A839-43F2-818D-A1B45D2AF318}"/>
              </a:ext>
            </a:extLst>
          </p:cNvPr>
          <p:cNvSpPr/>
          <p:nvPr/>
        </p:nvSpPr>
        <p:spPr>
          <a:xfrm>
            <a:off x="167775" y="1980330"/>
            <a:ext cx="182492" cy="17135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4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2EAAA130-19E2-4154-876E-45483716FDA9}"/>
              </a:ext>
            </a:extLst>
          </p:cNvPr>
          <p:cNvSpPr/>
          <p:nvPr/>
        </p:nvSpPr>
        <p:spPr>
          <a:xfrm>
            <a:off x="8130047" y="1255547"/>
            <a:ext cx="182492" cy="17135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4</a:t>
            </a:r>
          </a:p>
        </p:txBody>
      </p:sp>
      <p:sp>
        <p:nvSpPr>
          <p:cNvPr id="5" name="Espace réservé du pied de page 10">
            <a:extLst>
              <a:ext uri="{FF2B5EF4-FFF2-40B4-BE49-F238E27FC236}">
                <a16:creationId xmlns:a16="http://schemas.microsoft.com/office/drawing/2014/main" id="{5A69631B-C1F1-6759-B1CF-CEF088653F02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7909CA81-E102-EA9E-4052-7F4EEE105594}"/>
              </a:ext>
            </a:extLst>
          </p:cNvPr>
          <p:cNvSpPr txBox="1">
            <a:spLocks/>
          </p:cNvSpPr>
          <p:nvPr/>
        </p:nvSpPr>
        <p:spPr>
          <a:xfrm>
            <a:off x="7614000" y="4783500"/>
            <a:ext cx="117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750" b="1" cap="all"/>
              <a:t>23/03/2026</a:t>
            </a:r>
            <a:endParaRPr lang="fr-FR" sz="750" b="1" cap="all" dirty="0"/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5778D34D-61D2-11F3-E97E-CD2FFA4FE1F7}"/>
              </a:ext>
            </a:extLst>
          </p:cNvPr>
          <p:cNvSpPr txBox="1">
            <a:spLocks/>
          </p:cNvSpPr>
          <p:nvPr/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750" b="1" smtClean="0"/>
              <a:pPr algn="r"/>
              <a:t>11</a:t>
            </a:fld>
            <a:endParaRPr lang="fr-FR" sz="750" b="1" dirty="0"/>
          </a:p>
        </p:txBody>
      </p:sp>
    </p:spTree>
    <p:extLst>
      <p:ext uri="{BB962C8B-B14F-4D97-AF65-F5344CB8AC3E}">
        <p14:creationId xmlns:p14="http://schemas.microsoft.com/office/powerpoint/2010/main" val="3686782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5" y="171671"/>
            <a:ext cx="7109299" cy="609376"/>
          </a:xfrm>
        </p:spPr>
        <p:txBody>
          <a:bodyPr/>
          <a:lstStyle/>
          <a:p>
            <a:pPr algn="ctr"/>
            <a:r>
              <a:rPr lang="fr-FR" dirty="0"/>
              <a:t>Points d’attention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493" y="201176"/>
            <a:ext cx="576064" cy="6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BA94DC30-A1A6-461F-8B50-096B6AC8A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67" y="989485"/>
            <a:ext cx="467805" cy="467805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0FC948AE-773B-40A9-9ED8-2A1AB050C902}"/>
              </a:ext>
            </a:extLst>
          </p:cNvPr>
          <p:cNvSpPr txBox="1"/>
          <p:nvPr/>
        </p:nvSpPr>
        <p:spPr>
          <a:xfrm>
            <a:off x="690333" y="949458"/>
            <a:ext cx="850861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Modélisation</a:t>
            </a:r>
            <a:r>
              <a:rPr lang="fr-FR" sz="1400" dirty="0"/>
              <a:t> =</a:t>
            </a:r>
          </a:p>
          <a:p>
            <a:r>
              <a:rPr lang="fr-FR" sz="1400" dirty="0"/>
              <a:t>Définir un socle de données minimal commun :</a:t>
            </a:r>
          </a:p>
          <a:p>
            <a:r>
              <a:rPr lang="fr-FR" sz="1400" dirty="0"/>
              <a:t>On ne redéfinit ni les </a:t>
            </a:r>
            <a:r>
              <a:rPr lang="fr-FR" sz="1400" dirty="0" err="1"/>
              <a:t>BDs</a:t>
            </a:r>
            <a:r>
              <a:rPr lang="fr-FR" sz="1400" dirty="0"/>
              <a:t>, ni outils, ni les cartographies métiers !</a:t>
            </a:r>
          </a:p>
          <a:p>
            <a:r>
              <a:rPr lang="fr-FR" sz="1400" dirty="0"/>
              <a:t>Il n’a pas vocation à être exhaustif et à répondre à tous les usages. Il doit être facilement implémentable dans les SI des producteurs et des utilisateurs de la donnée.</a:t>
            </a:r>
          </a:p>
          <a:p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8CA874C-FF39-47F3-B6CB-1D51492A8661}"/>
              </a:ext>
            </a:extLst>
          </p:cNvPr>
          <p:cNvSpPr txBox="1"/>
          <p:nvPr/>
        </p:nvSpPr>
        <p:spPr>
          <a:xfrm>
            <a:off x="690334" y="2720916"/>
            <a:ext cx="812322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Concertation</a:t>
            </a:r>
            <a:r>
              <a:rPr lang="fr-FR" sz="1400" dirty="0"/>
              <a:t> =</a:t>
            </a:r>
          </a:p>
          <a:p>
            <a:r>
              <a:rPr lang="fr-FR" sz="1400" dirty="0"/>
              <a:t>Tous les travaux sont ouverts et chaque acteur participant (à distance ou en présentiel) a une voix durant toutes les phases de standardisation (modélisation, écriture, relecture, appel à commentaires)</a:t>
            </a:r>
          </a:p>
          <a:p>
            <a:endParaRPr lang="fr-FR" sz="1400" dirty="0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281FB2F7-B50F-4180-8557-FDA8B89F6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68" y="2808703"/>
            <a:ext cx="467805" cy="467805"/>
          </a:xfrm>
          <a:prstGeom prst="rect">
            <a:avLst/>
          </a:prstGeom>
        </p:spPr>
      </p:pic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14BE73E-3719-419B-A08A-CA7E96937490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  <p:sp>
        <p:nvSpPr>
          <p:cNvPr id="14" name="Espace réservé du numéro de diapositive 16">
            <a:extLst>
              <a:ext uri="{FF2B5EF4-FFF2-40B4-BE49-F238E27FC236}">
                <a16:creationId xmlns:a16="http://schemas.microsoft.com/office/drawing/2014/main" id="{F0F73F4B-49BE-420F-922E-E1462DB63385}"/>
              </a:ext>
            </a:extLst>
          </p:cNvPr>
          <p:cNvSpPr txBox="1">
            <a:spLocks/>
          </p:cNvSpPr>
          <p:nvPr/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750" b="1"/>
              <a:pPr algn="r"/>
              <a:t>12</a:t>
            </a:fld>
            <a:endParaRPr lang="fr-FR" sz="750" b="1" dirty="0"/>
          </a:p>
        </p:txBody>
      </p:sp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99A0A741-2077-B75E-0A25-ED95DADF0EC3}"/>
              </a:ext>
            </a:extLst>
          </p:cNvPr>
          <p:cNvSpPr txBox="1">
            <a:spLocks/>
          </p:cNvSpPr>
          <p:nvPr/>
        </p:nvSpPr>
        <p:spPr>
          <a:xfrm>
            <a:off x="7614000" y="4783500"/>
            <a:ext cx="117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750" b="1" cap="all" dirty="0"/>
              <a:t>23/03/2026</a:t>
            </a:r>
          </a:p>
        </p:txBody>
      </p:sp>
    </p:spTree>
    <p:extLst>
      <p:ext uri="{BB962C8B-B14F-4D97-AF65-F5344CB8AC3E}">
        <p14:creationId xmlns:p14="http://schemas.microsoft.com/office/powerpoint/2010/main" val="2546789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35696" y="260842"/>
            <a:ext cx="7181307" cy="319196"/>
          </a:xfrm>
        </p:spPr>
        <p:txBody>
          <a:bodyPr vert="horz" lIns="68580" tIns="34290" rIns="68580" bIns="34290" rtlCol="0" anchor="ctr" anchorCtr="0">
            <a:noAutofit/>
          </a:bodyPr>
          <a:lstStyle/>
          <a:p>
            <a:pPr algn="ctr"/>
            <a:r>
              <a:rPr lang="fr-FR" dirty="0"/>
              <a:t>Processus d’élaboration CNIG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291022" y="-3765"/>
              <a:ext cx="6197" cy="6197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00872" y="-313615"/>
                <a:ext cx="619700" cy="6197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165069" y="798060"/>
            <a:ext cx="8663774" cy="4345441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algn="just" defTabSz="685800">
              <a:spcBef>
                <a:spcPts val="450"/>
              </a:spcBef>
              <a:defRPr/>
            </a:pPr>
            <a:endParaRPr lang="fr-FR" sz="12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165069" y="835400"/>
            <a:ext cx="8663774" cy="3839896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 fontAlgn="base">
              <a:buNone/>
            </a:pPr>
            <a:endParaRPr lang="fr-FR" sz="1400" b="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640FD984-C4DE-495B-85D2-3524524D6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492" y="201175"/>
            <a:ext cx="576064" cy="6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1B036811-41E6-4126-BA53-B2CEADDF9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67" y="1415659"/>
            <a:ext cx="4219521" cy="2779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DABF3E08-D7F9-4293-9B2E-489104FDDAF8}"/>
              </a:ext>
            </a:extLst>
          </p:cNvPr>
          <p:cNvSpPr/>
          <p:nvPr/>
        </p:nvSpPr>
        <p:spPr>
          <a:xfrm>
            <a:off x="2695635" y="3185670"/>
            <a:ext cx="1000809" cy="772372"/>
          </a:xfrm>
          <a:prstGeom prst="ellipse">
            <a:avLst/>
          </a:prstGeom>
          <a:noFill/>
          <a:ln w="28575">
            <a:solidFill>
              <a:srgbClr val="C3C3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8E83658F-B872-4B17-AF0B-ACDAAA8972CB}"/>
              </a:ext>
            </a:extLst>
          </p:cNvPr>
          <p:cNvCxnSpPr>
            <a:cxnSpLocks/>
            <a:stCxn id="11" idx="7"/>
          </p:cNvCxnSpPr>
          <p:nvPr/>
        </p:nvCxnSpPr>
        <p:spPr>
          <a:xfrm flipV="1">
            <a:off x="3549879" y="2372612"/>
            <a:ext cx="1371526" cy="926169"/>
          </a:xfrm>
          <a:prstGeom prst="straightConnector1">
            <a:avLst/>
          </a:prstGeom>
          <a:noFill/>
          <a:ln w="28575">
            <a:solidFill>
              <a:srgbClr val="C3C3FC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5" name="Image 14" descr="Une image contenant clipart, dessin, Graphique, croquis&#10;&#10;Le contenu généré par l’IA peut être incorrect.">
            <a:extLst>
              <a:ext uri="{FF2B5EF4-FFF2-40B4-BE49-F238E27FC236}">
                <a16:creationId xmlns:a16="http://schemas.microsoft.com/office/drawing/2014/main" id="{DA479655-5F69-46C1-A1A7-03ABFB257F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1105" y="2568405"/>
            <a:ext cx="479546" cy="440665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5A07366D-17AC-4FDC-AD4D-AFAC5997A646}"/>
              </a:ext>
            </a:extLst>
          </p:cNvPr>
          <p:cNvSpPr txBox="1"/>
          <p:nvPr/>
        </p:nvSpPr>
        <p:spPr>
          <a:xfrm>
            <a:off x="4767737" y="2026636"/>
            <a:ext cx="3665988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indent="-342900" algn="just">
              <a:buFont typeface="+mj-lt"/>
              <a:buAutoNum type="arabicPeriod"/>
              <a:defRPr/>
            </a:pPr>
            <a:r>
              <a:rPr lang="fr-FR" sz="1200" dirty="0">
                <a:ea typeface="Calibri"/>
                <a:cs typeface="Arial"/>
              </a:rPr>
              <a:t>Travaux d’élaboration du standard</a:t>
            </a:r>
          </a:p>
          <a:p>
            <a:pPr lvl="1" indent="-342900" algn="just">
              <a:buFont typeface="+mj-lt"/>
              <a:buAutoNum type="arabicPeriod"/>
              <a:defRPr/>
            </a:pPr>
            <a:r>
              <a:rPr lang="fr-FR" sz="1200" b="1" dirty="0">
                <a:highlight>
                  <a:srgbClr val="C4C4FD"/>
                </a:highlight>
                <a:ea typeface="Calibri"/>
                <a:cs typeface="Arial"/>
              </a:rPr>
              <a:t>Ecriture du standard</a:t>
            </a:r>
          </a:p>
          <a:p>
            <a:pPr lvl="1" indent="-342900" algn="just">
              <a:buAutoNum type="arabicPeriod"/>
              <a:defRPr/>
            </a:pPr>
            <a:r>
              <a:rPr lang="fr-FR" sz="1200" b="1" dirty="0">
                <a:highlight>
                  <a:srgbClr val="C4C4FD"/>
                </a:highlight>
                <a:ea typeface="Calibri"/>
                <a:cs typeface="Arial"/>
              </a:rPr>
              <a:t>Envoi et appel à commentaires</a:t>
            </a:r>
          </a:p>
          <a:p>
            <a:pPr lvl="1" indent="-342900" algn="just">
              <a:buFontTx/>
              <a:buAutoNum type="arabicPeriod"/>
              <a:defRPr/>
            </a:pPr>
            <a:r>
              <a:rPr lang="fr-FR" sz="1200" dirty="0">
                <a:ea typeface="Calibri"/>
                <a:cs typeface="Arial"/>
              </a:rPr>
              <a:t>Ecriture du schéma</a:t>
            </a:r>
          </a:p>
          <a:p>
            <a:pPr marL="114300" lvl="1" algn="just">
              <a:defRPr/>
            </a:pPr>
            <a:endParaRPr lang="fr-FR" sz="1200" b="1" dirty="0">
              <a:highlight>
                <a:srgbClr val="C4C4FD"/>
              </a:highlight>
              <a:ea typeface="Calibri"/>
              <a:cs typeface="Arial"/>
            </a:endParaRPr>
          </a:p>
          <a:p>
            <a:pPr lvl="1" indent="-342900" algn="just">
              <a:buAutoNum type="arabicPeriod"/>
              <a:defRPr/>
            </a:pPr>
            <a:endParaRPr lang="fr-FR" sz="1200" dirty="0">
              <a:ea typeface="Calibri"/>
              <a:cs typeface="Arial"/>
            </a:endParaRP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B3C913EC-43DD-45D0-AE71-DC07AA782CFA}"/>
              </a:ext>
            </a:extLst>
          </p:cNvPr>
          <p:cNvSpPr>
            <a:spLocks noGrp="1"/>
          </p:cNvSpPr>
          <p:nvPr/>
        </p:nvSpPr>
        <p:spPr>
          <a:xfrm>
            <a:off x="7357006" y="2223993"/>
            <a:ext cx="3362178" cy="216000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fr-FR" sz="1200" b="0" i="1" dirty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 En finalisation</a:t>
            </a:r>
            <a:endParaRPr lang="fr-FR" sz="1200" b="0" i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CC9AB61A-28DE-4371-BD5C-228C9DF2BB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4115" y="3913725"/>
            <a:ext cx="607361" cy="684018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3C1BC93A-11CD-4BCD-B044-C1E4A1E20138}"/>
              </a:ext>
            </a:extLst>
          </p:cNvPr>
          <p:cNvSpPr txBox="1"/>
          <p:nvPr/>
        </p:nvSpPr>
        <p:spPr>
          <a:xfrm>
            <a:off x="4921405" y="4131092"/>
            <a:ext cx="55461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5.     Passage en Commission des standard 24/09/2026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24EBB392-50A9-4762-89A7-2EEE33D139A1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4341476" y="4255734"/>
            <a:ext cx="579929" cy="13858"/>
          </a:xfrm>
          <a:prstGeom prst="straightConnector1">
            <a:avLst/>
          </a:prstGeom>
          <a:noFill/>
          <a:ln w="28575">
            <a:solidFill>
              <a:srgbClr val="33339A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B4C8B362-805A-4EAE-BBA7-8DDF88FFB931}"/>
              </a:ext>
            </a:extLst>
          </p:cNvPr>
          <p:cNvCxnSpPr>
            <a:cxnSpLocks/>
            <a:stCxn id="24" idx="5"/>
            <a:endCxn id="19" idx="1"/>
          </p:cNvCxnSpPr>
          <p:nvPr/>
        </p:nvCxnSpPr>
        <p:spPr>
          <a:xfrm flipV="1">
            <a:off x="2594041" y="4255734"/>
            <a:ext cx="1140074" cy="9036"/>
          </a:xfrm>
          <a:prstGeom prst="straightConnector1">
            <a:avLst/>
          </a:prstGeom>
          <a:noFill/>
          <a:ln w="28575">
            <a:solidFill>
              <a:srgbClr val="33339A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Ellipse 23">
            <a:extLst>
              <a:ext uri="{FF2B5EF4-FFF2-40B4-BE49-F238E27FC236}">
                <a16:creationId xmlns:a16="http://schemas.microsoft.com/office/drawing/2014/main" id="{3A932B74-7272-4F75-9A77-0A0B99BF40B1}"/>
              </a:ext>
            </a:extLst>
          </p:cNvPr>
          <p:cNvSpPr/>
          <p:nvPr/>
        </p:nvSpPr>
        <p:spPr>
          <a:xfrm>
            <a:off x="1739797" y="3478471"/>
            <a:ext cx="1000809" cy="921207"/>
          </a:xfrm>
          <a:prstGeom prst="ellipse">
            <a:avLst/>
          </a:prstGeom>
          <a:noFill/>
          <a:ln w="28575">
            <a:solidFill>
              <a:srgbClr val="33339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CEDE8D-206A-DEFA-A214-DC409877577F}"/>
              </a:ext>
            </a:extLst>
          </p:cNvPr>
          <p:cNvSpPr txBox="1"/>
          <p:nvPr/>
        </p:nvSpPr>
        <p:spPr>
          <a:xfrm>
            <a:off x="2032551" y="908459"/>
            <a:ext cx="50788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Suivi et utilisation des outils de la </a:t>
            </a:r>
            <a:r>
              <a:rPr lang="fr-FR" sz="1200" dirty="0">
                <a:hlinkClick r:id="rId9"/>
              </a:rPr>
              <a:t>Fabrique des standards</a:t>
            </a:r>
            <a:r>
              <a:rPr lang="fr-FR" sz="1200" dirty="0"/>
              <a:t> :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11990EB1-9889-A037-E230-091C3F888F12}"/>
              </a:ext>
            </a:extLst>
          </p:cNvPr>
          <p:cNvSpPr>
            <a:spLocks noGrp="1"/>
          </p:cNvSpPr>
          <p:nvPr/>
        </p:nvSpPr>
        <p:spPr>
          <a:xfrm>
            <a:off x="7345313" y="2386302"/>
            <a:ext cx="3362178" cy="216000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fr-FR" sz="1200" b="0" i="1" dirty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 A venir</a:t>
            </a:r>
            <a:endParaRPr lang="fr-FR" sz="1200" b="0" i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2" name="Image 51">
            <a:extLst>
              <a:ext uri="{FF2B5EF4-FFF2-40B4-BE49-F238E27FC236}">
                <a16:creationId xmlns:a16="http://schemas.microsoft.com/office/drawing/2014/main" id="{169DF0E6-8EEC-7DF7-B3A0-5CA455295A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5635" y="130608"/>
            <a:ext cx="634225" cy="634225"/>
          </a:xfrm>
          <a:prstGeom prst="rect">
            <a:avLst/>
          </a:prstGeom>
        </p:spPr>
      </p:pic>
      <p:sp>
        <p:nvSpPr>
          <p:cNvPr id="53" name="Espace réservé du pied de page 10">
            <a:extLst>
              <a:ext uri="{FF2B5EF4-FFF2-40B4-BE49-F238E27FC236}">
                <a16:creationId xmlns:a16="http://schemas.microsoft.com/office/drawing/2014/main" id="{A518B05E-2359-75BC-3499-5C9AAC163348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  <p:sp>
        <p:nvSpPr>
          <p:cNvPr id="54" name="Espace réservé de la date 2">
            <a:extLst>
              <a:ext uri="{FF2B5EF4-FFF2-40B4-BE49-F238E27FC236}">
                <a16:creationId xmlns:a16="http://schemas.microsoft.com/office/drawing/2014/main" id="{941209A6-64A8-CFD9-A669-EDD6EB07533D}"/>
              </a:ext>
            </a:extLst>
          </p:cNvPr>
          <p:cNvSpPr txBox="1">
            <a:spLocks/>
          </p:cNvSpPr>
          <p:nvPr/>
        </p:nvSpPr>
        <p:spPr>
          <a:xfrm>
            <a:off x="7614000" y="4783500"/>
            <a:ext cx="117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750" b="1" cap="all"/>
              <a:t>23/03/2026</a:t>
            </a:r>
            <a:endParaRPr lang="fr-FR" sz="750" b="1" cap="all" dirty="0"/>
          </a:p>
        </p:txBody>
      </p:sp>
      <p:sp>
        <p:nvSpPr>
          <p:cNvPr id="55" name="Espace réservé du numéro de diapositive 3">
            <a:extLst>
              <a:ext uri="{FF2B5EF4-FFF2-40B4-BE49-F238E27FC236}">
                <a16:creationId xmlns:a16="http://schemas.microsoft.com/office/drawing/2014/main" id="{2B4810A3-0506-E3F0-465A-67A824810AD8}"/>
              </a:ext>
            </a:extLst>
          </p:cNvPr>
          <p:cNvSpPr txBox="1">
            <a:spLocks/>
          </p:cNvSpPr>
          <p:nvPr/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750" b="1" smtClean="0"/>
              <a:pPr algn="r"/>
              <a:t>13</a:t>
            </a:fld>
            <a:endParaRPr lang="fr-FR" sz="750" b="1" dirty="0"/>
          </a:p>
        </p:txBody>
      </p:sp>
    </p:spTree>
    <p:extLst>
      <p:ext uri="{BB962C8B-B14F-4D97-AF65-F5344CB8AC3E}">
        <p14:creationId xmlns:p14="http://schemas.microsoft.com/office/powerpoint/2010/main" val="1522850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B5BB0-E004-1CD7-F547-7CB61CA9A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4515E7-325D-787D-1B1B-0019A30976B6}"/>
              </a:ext>
            </a:extLst>
          </p:cNvPr>
          <p:cNvSpPr/>
          <p:nvPr/>
        </p:nvSpPr>
        <p:spPr>
          <a:xfrm>
            <a:off x="1701312" y="573698"/>
            <a:ext cx="6923942" cy="4767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280195B3-DFF4-E719-1672-36BB16438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251" y="2077493"/>
            <a:ext cx="8424000" cy="988514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Nos travaux</a:t>
            </a:r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8A9B2591-1FB1-EBA5-FB5E-0DBCD65BF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362" y="58387"/>
            <a:ext cx="576064" cy="6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BE62610-7A46-C338-5B12-F6469E8EEC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 dirty="0"/>
              <a:t>23/03/2026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AA602D-D6A4-A1EF-48BD-B0D140D44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64000" y="4783500"/>
            <a:ext cx="1350000" cy="360000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5163705B-FFFA-D754-FDA7-543667DBDBA4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8D115D3-FAC3-9EB0-8853-E29C44463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242" y="1893942"/>
            <a:ext cx="2348507" cy="209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526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35696" y="260842"/>
            <a:ext cx="7181307" cy="319196"/>
          </a:xfrm>
        </p:spPr>
        <p:txBody>
          <a:bodyPr vert="horz" lIns="68580" tIns="34290" rIns="68580" bIns="34290" rtlCol="0" anchor="ctr" anchorCtr="0">
            <a:no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Bases de travail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291022" y="-3765"/>
              <a:ext cx="6197" cy="6197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00872" y="-313615"/>
                <a:ext cx="619700" cy="6197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165069" y="798060"/>
            <a:ext cx="8663774" cy="4345441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algn="just" defTabSz="685800">
              <a:spcBef>
                <a:spcPts val="450"/>
              </a:spcBef>
              <a:defRPr/>
            </a:pPr>
            <a:endParaRPr lang="fr-FR" sz="12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640FD984-C4DE-495B-85D2-3524524D6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492" y="201175"/>
            <a:ext cx="576064" cy="6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BA0369C6-9D4A-40E2-87F7-710D69EF4982}"/>
              </a:ext>
            </a:extLst>
          </p:cNvPr>
          <p:cNvSpPr txBox="1"/>
          <p:nvPr/>
        </p:nvSpPr>
        <p:spPr>
          <a:xfrm>
            <a:off x="-214256" y="1053422"/>
            <a:ext cx="873978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fr-FR" sz="1200" dirty="0"/>
              <a:t>Les voies d’accès aux ressources forestières → </a:t>
            </a:r>
            <a:r>
              <a:rPr lang="fr-FR" sz="1200" b="1" dirty="0"/>
              <a:t>Standard CNIG « Dessertes pour le transport de bois »​</a:t>
            </a:r>
          </a:p>
          <a:p>
            <a:pPr marL="1085850" lvl="2" indent="-171450" algn="just">
              <a:buFont typeface="Arial" panose="020B0604020202020204" pitchFamily="34" charset="0"/>
              <a:buChar char="•"/>
            </a:pPr>
            <a:r>
              <a:rPr lang="fr-FR" sz="1200" dirty="0"/>
              <a:t>Réalisé dans projet NaviForest  ​</a:t>
            </a:r>
          </a:p>
          <a:p>
            <a:pPr marL="1085850" lvl="2" indent="-171450" algn="just">
              <a:buFont typeface="Arial" panose="020B0604020202020204" pitchFamily="34" charset="0"/>
              <a:buChar char="•"/>
            </a:pPr>
            <a:r>
              <a:rPr lang="fr-FR" sz="1200" dirty="0"/>
              <a:t>Récupérer les données dessertes dans une base nationale unique via un outil collaboratif en ligne ​</a:t>
            </a:r>
          </a:p>
          <a:p>
            <a:pPr marL="1085850" lvl="2" indent="-171450" algn="just">
              <a:buFont typeface="Arial" panose="020B0604020202020204" pitchFamily="34" charset="0"/>
              <a:buChar char="•"/>
            </a:pPr>
            <a:r>
              <a:rPr lang="fr-FR" sz="1200" dirty="0"/>
              <a:t>V1.0 du Standard validé et diffusé par le CNIG depuis 2019​</a:t>
            </a:r>
          </a:p>
          <a:p>
            <a:pPr lvl="1" algn="just"/>
            <a:endParaRPr lang="fr-FR" sz="1200" dirty="0"/>
          </a:p>
          <a:p>
            <a:pPr lvl="1" algn="just"/>
            <a:endParaRPr lang="fr-FR" sz="1200" dirty="0"/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endParaRPr lang="fr-FR" sz="1200" dirty="0"/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fr-FR" sz="1200" dirty="0"/>
              <a:t>Les voies de défense des bois et forêts contre l’incendie → </a:t>
            </a:r>
            <a:r>
              <a:rPr lang="fr-FR" sz="1200" b="1" dirty="0"/>
              <a:t>Standard communautaire « Pistes DFCI »</a:t>
            </a:r>
            <a:r>
              <a:rPr lang="fr-FR" sz="1200" dirty="0"/>
              <a:t>​</a:t>
            </a:r>
          </a:p>
          <a:p>
            <a:pPr marL="1085850" lvl="2" indent="-171450" algn="just">
              <a:buFont typeface="Arial" panose="020B0604020202020204" pitchFamily="34" charset="0"/>
              <a:buChar char="•"/>
            </a:pPr>
            <a:r>
              <a:rPr lang="fr-FR" sz="1200" dirty="0"/>
              <a:t>Intégration des voies DFCI dans la BD TOPO (voir spécifications de la BD TOPO )​</a:t>
            </a:r>
          </a:p>
          <a:p>
            <a:pPr marL="1085850" lvl="2" indent="-171450" algn="just">
              <a:buFont typeface="Arial" panose="020B0604020202020204" pitchFamily="34" charset="0"/>
              <a:buChar char="•"/>
            </a:pPr>
            <a:r>
              <a:rPr lang="fr-FR" sz="1200" dirty="0"/>
              <a:t>Utilisé dans </a:t>
            </a:r>
            <a:r>
              <a:rPr lang="fr-FR" sz="1200" dirty="0" err="1"/>
              <a:t>NexSIS</a:t>
            </a:r>
            <a:r>
              <a:rPr lang="fr-FR" sz="1200" dirty="0"/>
              <a:t> (outil national SGA/SGO SDIS)​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endParaRPr lang="fr-FR" sz="1200" dirty="0"/>
          </a:p>
          <a:p>
            <a:pPr lvl="1" algn="just"/>
            <a:endParaRPr lang="fr-FR" sz="1200" dirty="0"/>
          </a:p>
          <a:p>
            <a:pPr lvl="1" algn="just"/>
            <a:endParaRPr lang="fr-FR" sz="1200" dirty="0"/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endParaRPr lang="fr-FR" sz="1200" dirty="0"/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fr-FR" sz="1200" dirty="0"/>
              <a:t>Les points d’eau → </a:t>
            </a:r>
            <a:r>
              <a:rPr lang="fr-FR" sz="1200" b="1" dirty="0"/>
              <a:t>Standard AFIGEO « Points d’eau », </a:t>
            </a:r>
            <a:r>
              <a:rPr lang="fr-FR" sz="1200" dirty="0"/>
              <a:t>mais ne couvre pas les points d’eau en forêt​</a:t>
            </a:r>
          </a:p>
          <a:p>
            <a:pPr marL="1085850" lvl="2" indent="-171450" algn="just">
              <a:buFont typeface="Arial" panose="020B0604020202020204" pitchFamily="34" charset="0"/>
              <a:buChar char="•"/>
            </a:pPr>
            <a:r>
              <a:rPr lang="fr-FR" sz="1200" dirty="0"/>
              <a:t>Modèle de données conçu pour les PEI (AFIGEO)​</a:t>
            </a:r>
          </a:p>
          <a:p>
            <a:pPr marL="1085850" lvl="2" indent="-171450" algn="just">
              <a:buFont typeface="Arial" panose="020B0604020202020204" pitchFamily="34" charset="0"/>
              <a:buChar char="•"/>
            </a:pPr>
            <a:r>
              <a:rPr lang="fr-FR" sz="1200" dirty="0"/>
              <a:t>Utilisé dans </a:t>
            </a:r>
            <a:r>
              <a:rPr lang="fr-FR" sz="1200" dirty="0" err="1"/>
              <a:t>NexSIS</a:t>
            </a:r>
            <a:r>
              <a:rPr lang="fr-FR" sz="1200" dirty="0"/>
              <a:t> ​</a:t>
            </a:r>
          </a:p>
        </p:txBody>
      </p:sp>
      <p:pic>
        <p:nvPicPr>
          <p:cNvPr id="3091" name="Picture 19" descr="Une image contenant cercle, symbole, conception&#10;&#10;Description générée automatiquement">
            <a:extLst>
              <a:ext uri="{FF2B5EF4-FFF2-40B4-BE49-F238E27FC236}">
                <a16:creationId xmlns:a16="http://schemas.microsoft.com/office/drawing/2014/main" id="{7351F63E-52F5-BB86-E737-D956F662C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2885" y="1148350"/>
            <a:ext cx="408393" cy="38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>
            <a:extLst>
              <a:ext uri="{FF2B5EF4-FFF2-40B4-BE49-F238E27FC236}">
                <a16:creationId xmlns:a16="http://schemas.microsoft.com/office/drawing/2014/main" id="{990B230A-AA87-6325-C64C-F2C603FDA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867" y="2645749"/>
            <a:ext cx="642885" cy="652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7" name="Picture 25">
            <a:extLst>
              <a:ext uri="{FF2B5EF4-FFF2-40B4-BE49-F238E27FC236}">
                <a16:creationId xmlns:a16="http://schemas.microsoft.com/office/drawing/2014/main" id="{DD752CCA-80C0-94C1-1810-1886908E4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95" y="2561114"/>
            <a:ext cx="1128236" cy="282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>
            <a:extLst>
              <a:ext uri="{FF2B5EF4-FFF2-40B4-BE49-F238E27FC236}">
                <a16:creationId xmlns:a16="http://schemas.microsoft.com/office/drawing/2014/main" id="{5E84BC35-A764-07D8-B702-69AD4D75B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057" y="1280817"/>
            <a:ext cx="824791" cy="8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9" name="Picture 27">
            <a:extLst>
              <a:ext uri="{FF2B5EF4-FFF2-40B4-BE49-F238E27FC236}">
                <a16:creationId xmlns:a16="http://schemas.microsoft.com/office/drawing/2014/main" id="{BFEA8E00-CB49-209B-F690-709333473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508" y="4072030"/>
            <a:ext cx="1064079" cy="27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0" name="Picture 28">
            <a:extLst>
              <a:ext uri="{FF2B5EF4-FFF2-40B4-BE49-F238E27FC236}">
                <a16:creationId xmlns:a16="http://schemas.microsoft.com/office/drawing/2014/main" id="{01A73E65-2D4C-C7A1-3F30-2B1559D67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104" y="4103955"/>
            <a:ext cx="399219" cy="39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1" name="Picture 29">
            <a:extLst>
              <a:ext uri="{FF2B5EF4-FFF2-40B4-BE49-F238E27FC236}">
                <a16:creationId xmlns:a16="http://schemas.microsoft.com/office/drawing/2014/main" id="{514E55C6-4FB1-7A42-86E7-36A74D46D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5189" y="4181967"/>
            <a:ext cx="619125" cy="62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pied de page 10">
            <a:extLst>
              <a:ext uri="{FF2B5EF4-FFF2-40B4-BE49-F238E27FC236}">
                <a16:creationId xmlns:a16="http://schemas.microsoft.com/office/drawing/2014/main" id="{0F2E4390-42F9-6B94-5D22-CCCD6D30627F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  <p:sp>
        <p:nvSpPr>
          <p:cNvPr id="9" name="Espace réservé de la date 2">
            <a:extLst>
              <a:ext uri="{FF2B5EF4-FFF2-40B4-BE49-F238E27FC236}">
                <a16:creationId xmlns:a16="http://schemas.microsoft.com/office/drawing/2014/main" id="{49954402-10BA-3F6F-3845-1344327026F4}"/>
              </a:ext>
            </a:extLst>
          </p:cNvPr>
          <p:cNvSpPr txBox="1">
            <a:spLocks/>
          </p:cNvSpPr>
          <p:nvPr/>
        </p:nvSpPr>
        <p:spPr>
          <a:xfrm>
            <a:off x="7614000" y="4783500"/>
            <a:ext cx="117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750" b="1" cap="all" dirty="0"/>
              <a:t>23/03/2026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7F74D531-EC65-66B4-3FE4-F1C46CCC5138}"/>
              </a:ext>
            </a:extLst>
          </p:cNvPr>
          <p:cNvSpPr txBox="1">
            <a:spLocks/>
          </p:cNvSpPr>
          <p:nvPr/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750" b="1" smtClean="0"/>
              <a:pPr algn="r"/>
              <a:t>15</a:t>
            </a:fld>
            <a:endParaRPr lang="fr-FR" sz="750" b="1" dirty="0"/>
          </a:p>
        </p:txBody>
      </p:sp>
    </p:spTree>
    <p:extLst>
      <p:ext uri="{BB962C8B-B14F-4D97-AF65-F5344CB8AC3E}">
        <p14:creationId xmlns:p14="http://schemas.microsoft.com/office/powerpoint/2010/main" val="3209164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17055-1B52-C0E1-6912-F5B4DF190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4C438F-0E8F-66C4-8A79-DB887C0AA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696" y="260842"/>
            <a:ext cx="7181307" cy="319196"/>
          </a:xfrm>
        </p:spPr>
        <p:txBody>
          <a:bodyPr vert="horz" lIns="68580" tIns="34290" rIns="68580" bIns="34290" rtlCol="0" anchor="ctr" anchorCtr="0">
            <a:no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Ce qui a été fait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634B980E-041D-AEED-936A-B5D880E02920}"/>
                  </a:ext>
                </a:extLst>
              </p14:cNvPr>
              <p14:cNvContentPartPr/>
              <p14:nvPr/>
            </p14:nvContentPartPr>
            <p14:xfrm>
              <a:off x="-291022" y="-3765"/>
              <a:ext cx="6197" cy="6197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00872" y="-313615"/>
                <a:ext cx="619700" cy="6197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918046-3538-268E-B637-F9DE255324B1}"/>
              </a:ext>
            </a:extLst>
          </p:cNvPr>
          <p:cNvSpPr>
            <a:spLocks noGrp="1"/>
          </p:cNvSpPr>
          <p:nvPr/>
        </p:nvSpPr>
        <p:spPr>
          <a:xfrm>
            <a:off x="165069" y="798060"/>
            <a:ext cx="8663774" cy="4345441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algn="just" defTabSz="685800">
              <a:spcBef>
                <a:spcPts val="450"/>
              </a:spcBef>
              <a:defRPr/>
            </a:pPr>
            <a:endParaRPr lang="fr-FR" sz="12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129F8EB7-DBE8-C865-FF9C-2B5506EA5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492" y="201175"/>
            <a:ext cx="576064" cy="6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AD4F57D-3F68-F902-333C-1A733E8E9A7D}"/>
              </a:ext>
            </a:extLst>
          </p:cNvPr>
          <p:cNvSpPr txBox="1"/>
          <p:nvPr/>
        </p:nvSpPr>
        <p:spPr>
          <a:xfrm>
            <a:off x="-189025" y="624406"/>
            <a:ext cx="8739780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 algn="just">
              <a:buNone/>
            </a:pPr>
            <a:endParaRPr lang="fr-FR" sz="1100" dirty="0">
              <a:solidFill>
                <a:srgbClr val="008000"/>
              </a:solidFill>
            </a:endParaRP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fr-FR" sz="1100" b="1" dirty="0"/>
              <a:t>1ere réunion du GT  </a:t>
            </a:r>
          </a:p>
          <a:p>
            <a:pPr marL="981075" lvl="2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rgbClr val="008000"/>
                </a:solidFill>
                <a:sym typeface="Wingdings" panose="05000000000000000000" pitchFamily="2" charset="2"/>
              </a:rPr>
              <a:t>le 06/02/2025 – présentiel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20 participants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latin typeface="+mn-lt"/>
                <a:cs typeface="+mn-cs"/>
                <a:sym typeface="Wingdings" panose="05000000000000000000" pitchFamily="2" charset="2"/>
              </a:rPr>
              <a:t>Equilibre entre représentants Filière bois/DFCI</a:t>
            </a:r>
          </a:p>
          <a:p>
            <a:pPr marL="981075" lvl="2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rgbClr val="008000"/>
                </a:solidFill>
                <a:sym typeface="Wingdings" panose="05000000000000000000" pitchFamily="2" charset="2"/>
              </a:rPr>
              <a:t>Succès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Bonne avancée dans les travaux de modélisation du linéaire – tronçons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Bon lancement d’un travail de groupe et des participants motivés sur le sujet</a:t>
            </a:r>
          </a:p>
          <a:p>
            <a:pPr marL="981075" lvl="2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rgbClr val="008000"/>
                </a:solidFill>
                <a:sym typeface="Wingdings" panose="05000000000000000000" pitchFamily="2" charset="2"/>
              </a:rPr>
              <a:t>Volonté de faire plus participer les transporteurs de bois, les SDIS et les départements aux futurs échanges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endParaRPr lang="fr-FR" sz="1100" dirty="0">
              <a:solidFill>
                <a:srgbClr val="008000"/>
              </a:solidFill>
              <a:sym typeface="Wingdings" panose="05000000000000000000" pitchFamily="2" charset="2"/>
            </a:endParaRP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fr-FR" sz="1100" b="1" dirty="0"/>
              <a:t>2eme réunion du GT </a:t>
            </a:r>
          </a:p>
          <a:p>
            <a:pPr marL="981075" lvl="2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rgbClr val="008000"/>
                </a:solidFill>
                <a:sym typeface="Wingdings" panose="05000000000000000000" pitchFamily="2" charset="2"/>
              </a:rPr>
              <a:t>le 04/06/2025 – présentiel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27 participants </a:t>
            </a:r>
            <a:endParaRPr lang="fr-FR" sz="1100" dirty="0">
              <a:solidFill>
                <a:srgbClr val="008000"/>
              </a:solidFill>
              <a:sym typeface="Wingdings" panose="05000000000000000000" pitchFamily="2" charset="2"/>
            </a:endParaRPr>
          </a:p>
          <a:p>
            <a:pPr marL="981075" lvl="2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rgbClr val="008000"/>
                </a:solidFill>
                <a:sym typeface="Wingdings" panose="05000000000000000000" pitchFamily="2" charset="2"/>
              </a:rPr>
              <a:t>Succès #2</a:t>
            </a:r>
          </a:p>
          <a:p>
            <a:pPr marL="1438275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Finalisation de la modélisation linéaire </a:t>
            </a:r>
            <a:r>
              <a:rPr lang="fr-FR" sz="1100" dirty="0" err="1">
                <a:sym typeface="Wingdings" panose="05000000000000000000" pitchFamily="2" charset="2"/>
              </a:rPr>
              <a:t>troncons</a:t>
            </a:r>
            <a:r>
              <a:rPr lang="fr-FR" sz="1100" dirty="0">
                <a:sym typeface="Wingdings" panose="05000000000000000000" pitchFamily="2" charset="2"/>
              </a:rPr>
              <a:t> (50% du travail de modélisation)</a:t>
            </a:r>
          </a:p>
          <a:p>
            <a:pPr marL="1438275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Validation avec le GT Routes et le GT Servitudes </a:t>
            </a:r>
          </a:p>
          <a:p>
            <a:pPr marL="981075" lvl="2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rgbClr val="008000"/>
                </a:solidFill>
                <a:sym typeface="Wingdings" panose="05000000000000000000" pitchFamily="2" charset="2"/>
              </a:rPr>
              <a:t>Implication des SDIS en hausse 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Présentation des travaux en cours au </a:t>
            </a:r>
            <a:r>
              <a:rPr lang="fr-FR" sz="1100" dirty="0" err="1">
                <a:sym typeface="Wingdings" panose="05000000000000000000" pitchFamily="2" charset="2"/>
              </a:rPr>
              <a:t>GéoSDIStanciel</a:t>
            </a:r>
            <a:r>
              <a:rPr lang="fr-FR" sz="1100" dirty="0">
                <a:sym typeface="Wingdings" panose="05000000000000000000" pitchFamily="2" charset="2"/>
              </a:rPr>
              <a:t> (réunion mensuelle des géomaticiens de SDIS) + Réunion SDIS Rhône Alpes</a:t>
            </a:r>
          </a:p>
          <a:p>
            <a:pPr marL="981075" lvl="2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rgbClr val="008000"/>
                </a:solidFill>
                <a:sym typeface="Wingdings" panose="05000000000000000000" pitchFamily="2" charset="2"/>
              </a:rPr>
              <a:t>Implication de la filière bois/forêt en hausse 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Déplacements des transporteurs de bois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RETEX positif de la V1</a:t>
            </a:r>
          </a:p>
          <a:p>
            <a:pPr marL="809625" lvl="2" indent="0" algn="just">
              <a:buNone/>
            </a:pPr>
            <a:endParaRPr lang="fr-FR" sz="1100" dirty="0">
              <a:solidFill>
                <a:srgbClr val="008000"/>
              </a:solidFill>
              <a:highlight>
                <a:srgbClr val="FFFF00"/>
              </a:highlight>
              <a:sym typeface="Wingdings" panose="05000000000000000000" pitchFamily="2" charset="2"/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EF4FF61B-2178-2015-4D31-B68FC0C429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9411" y="3557722"/>
            <a:ext cx="1234446" cy="1234446"/>
          </a:xfrm>
          <a:prstGeom prst="rect">
            <a:avLst/>
          </a:prstGeom>
        </p:spPr>
      </p:pic>
      <p:sp>
        <p:nvSpPr>
          <p:cNvPr id="5" name="Espace réservé du pied de page 10">
            <a:extLst>
              <a:ext uri="{FF2B5EF4-FFF2-40B4-BE49-F238E27FC236}">
                <a16:creationId xmlns:a16="http://schemas.microsoft.com/office/drawing/2014/main" id="{B028F2F2-E42C-27DF-DE53-BF624DF02BCA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7FEEB8CD-95C3-6718-DFB8-799200954A59}"/>
              </a:ext>
            </a:extLst>
          </p:cNvPr>
          <p:cNvSpPr txBox="1">
            <a:spLocks/>
          </p:cNvSpPr>
          <p:nvPr/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750" b="1" smtClean="0"/>
              <a:pPr algn="r"/>
              <a:t>16</a:t>
            </a:fld>
            <a:endParaRPr lang="fr-FR" sz="750" b="1" dirty="0"/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FFB3D2AC-5D32-4B73-F1EA-45546DF3227E}"/>
              </a:ext>
            </a:extLst>
          </p:cNvPr>
          <p:cNvSpPr txBox="1">
            <a:spLocks/>
          </p:cNvSpPr>
          <p:nvPr/>
        </p:nvSpPr>
        <p:spPr>
          <a:xfrm>
            <a:off x="7614000" y="4783500"/>
            <a:ext cx="117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750" b="1" cap="all" dirty="0"/>
              <a:t>23/03/2026</a:t>
            </a:r>
          </a:p>
        </p:txBody>
      </p:sp>
    </p:spTree>
    <p:extLst>
      <p:ext uri="{BB962C8B-B14F-4D97-AF65-F5344CB8AC3E}">
        <p14:creationId xmlns:p14="http://schemas.microsoft.com/office/powerpoint/2010/main" val="53848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B1FE7-D5D5-3C04-4FA8-B88C6DB6C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AF3978-2A7C-32A7-FFCF-4FDA8A432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696" y="260842"/>
            <a:ext cx="7181307" cy="319196"/>
          </a:xfrm>
        </p:spPr>
        <p:txBody>
          <a:bodyPr vert="horz" lIns="68580" tIns="34290" rIns="68580" bIns="34290" rtlCol="0" anchor="ctr" anchorCtr="0">
            <a:no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Ce qui a été fait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CD1E112B-4F84-10AE-5F0F-DD9E9F4B0112}"/>
                  </a:ext>
                </a:extLst>
              </p14:cNvPr>
              <p14:cNvContentPartPr/>
              <p14:nvPr/>
            </p14:nvContentPartPr>
            <p14:xfrm>
              <a:off x="-291022" y="-3765"/>
              <a:ext cx="6197" cy="6197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00872" y="-313615"/>
                <a:ext cx="619700" cy="6197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15421D-13D8-19A6-1480-2C3615BB7078}"/>
              </a:ext>
            </a:extLst>
          </p:cNvPr>
          <p:cNvSpPr>
            <a:spLocks noGrp="1"/>
          </p:cNvSpPr>
          <p:nvPr/>
        </p:nvSpPr>
        <p:spPr>
          <a:xfrm>
            <a:off x="165069" y="798060"/>
            <a:ext cx="8663774" cy="4345441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algn="just" defTabSz="685800">
              <a:spcBef>
                <a:spcPts val="450"/>
              </a:spcBef>
              <a:defRPr/>
            </a:pPr>
            <a:endParaRPr lang="fr-FR" sz="12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85CF72B8-8DF1-87F5-DC4D-5DAB641CD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492" y="201175"/>
            <a:ext cx="576064" cy="6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FA6CF502-A4F8-BC30-A9FC-D8B58A53A2A1}"/>
              </a:ext>
            </a:extLst>
          </p:cNvPr>
          <p:cNvSpPr txBox="1"/>
          <p:nvPr/>
        </p:nvSpPr>
        <p:spPr>
          <a:xfrm>
            <a:off x="-189025" y="624406"/>
            <a:ext cx="873978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 algn="just">
              <a:buNone/>
            </a:pPr>
            <a:endParaRPr lang="fr-FR" sz="1100" dirty="0">
              <a:solidFill>
                <a:srgbClr val="008000"/>
              </a:solidFill>
            </a:endParaRP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fr-FR" sz="1100" b="1" dirty="0"/>
              <a:t>3ème réunion du GT  </a:t>
            </a:r>
          </a:p>
          <a:p>
            <a:pPr marL="981075" lvl="2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rgbClr val="008000"/>
                </a:solidFill>
                <a:sym typeface="Wingdings" panose="05000000000000000000" pitchFamily="2" charset="2"/>
              </a:rPr>
              <a:t>le 17/11/2025 – présentiel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31 participants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Continuité de suivi des participants</a:t>
            </a:r>
          </a:p>
          <a:p>
            <a:pPr marL="981075" lvl="2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rgbClr val="008000"/>
                </a:solidFill>
                <a:sym typeface="Wingdings" panose="05000000000000000000" pitchFamily="2" charset="2"/>
              </a:rPr>
              <a:t>Succès #3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Finalisation de la modélisation Ponctuel Contrainte et Equipement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Le groupe reste motivé, les règles du consensus ont bien été comprises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Suivi des travaux par mail pour ceux qui ne peuvent pas assister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endParaRPr lang="fr-FR" sz="1100" dirty="0">
              <a:solidFill>
                <a:srgbClr val="008000"/>
              </a:solidFill>
              <a:sym typeface="Wingdings" panose="05000000000000000000" pitchFamily="2" charset="2"/>
            </a:endParaRP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fr-FR" sz="1100" b="1" dirty="0"/>
              <a:t>4eme réunion – Sous-groupe Point d’eau</a:t>
            </a:r>
          </a:p>
          <a:p>
            <a:pPr marL="981075" lvl="2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rgbClr val="008000"/>
                </a:solidFill>
                <a:sym typeface="Wingdings" panose="05000000000000000000" pitchFamily="2" charset="2"/>
              </a:rPr>
              <a:t>le 27/11/2025 – visio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23 participants</a:t>
            </a:r>
            <a:endParaRPr lang="fr-FR" sz="1100" dirty="0">
              <a:solidFill>
                <a:srgbClr val="008000"/>
              </a:solidFill>
              <a:sym typeface="Wingdings" panose="05000000000000000000" pitchFamily="2" charset="2"/>
            </a:endParaRPr>
          </a:p>
          <a:p>
            <a:pPr marL="981075" lvl="2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rgbClr val="008000"/>
                </a:solidFill>
                <a:sym typeface="Wingdings" panose="05000000000000000000" pitchFamily="2" charset="2"/>
              </a:rPr>
              <a:t>Succès #4</a:t>
            </a:r>
          </a:p>
          <a:p>
            <a:pPr marL="1438275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Lancement du sous-groupe (acteurs de la DFCI uniquement)</a:t>
            </a:r>
          </a:p>
          <a:p>
            <a:pPr marL="1438275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Etablissement du périmètre de travail, des définitions communes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endParaRPr lang="fr-FR" sz="1100" b="1" dirty="0"/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fr-FR" sz="1100" b="1" dirty="0"/>
              <a:t>5eme réunion – Sous-groupe Point d’eau #2</a:t>
            </a:r>
          </a:p>
          <a:p>
            <a:pPr marL="981075" lvl="2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rgbClr val="008000"/>
                </a:solidFill>
                <a:sym typeface="Wingdings" panose="05000000000000000000" pitchFamily="2" charset="2"/>
              </a:rPr>
              <a:t>le 16/01/2026 – visio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18 participants</a:t>
            </a:r>
          </a:p>
          <a:p>
            <a:pPr marL="981075" lvl="2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rgbClr val="008000"/>
                </a:solidFill>
                <a:sym typeface="Wingdings" panose="05000000000000000000" pitchFamily="2" charset="2"/>
              </a:rPr>
              <a:t>Succès #5</a:t>
            </a:r>
          </a:p>
          <a:p>
            <a:pPr marL="1543050" lvl="3" indent="-171450" algn="just">
              <a:buFont typeface="Arial" panose="020B0604020202020204" pitchFamily="34" charset="0"/>
              <a:buChar char="•"/>
            </a:pPr>
            <a:r>
              <a:rPr lang="fr-FR" sz="1100" dirty="0">
                <a:sym typeface="Wingdings" panose="05000000000000000000" pitchFamily="2" charset="2"/>
              </a:rPr>
              <a:t>Finalisation de la modélisation Ponctuel Points d’eau en forêt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endParaRPr lang="fr-FR" sz="1100" b="1" dirty="0"/>
          </a:p>
          <a:p>
            <a:pPr marL="1266825" lvl="3" algn="just"/>
            <a:endParaRPr lang="fr-FR" sz="1100" dirty="0">
              <a:sym typeface="Wingdings" panose="05000000000000000000" pitchFamily="2" charset="2"/>
            </a:endParaRPr>
          </a:p>
          <a:p>
            <a:pPr marL="809625" lvl="2" indent="0" algn="just">
              <a:buNone/>
            </a:pPr>
            <a:endParaRPr lang="fr-FR" sz="1100" dirty="0">
              <a:solidFill>
                <a:srgbClr val="008000"/>
              </a:solidFill>
              <a:highlight>
                <a:srgbClr val="FFFF00"/>
              </a:highlight>
              <a:sym typeface="Wingdings" panose="05000000000000000000" pitchFamily="2" charset="2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9F86BAF-9CA0-961C-CABC-3FDDAD5373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968" y="1436474"/>
            <a:ext cx="1392556" cy="139255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CDBCB5F-4C1B-E15B-06D0-194FDB4CBB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8324" y="2520836"/>
            <a:ext cx="303030" cy="303030"/>
          </a:xfrm>
          <a:prstGeom prst="rect">
            <a:avLst/>
          </a:prstGeom>
        </p:spPr>
      </p:pic>
      <p:sp>
        <p:nvSpPr>
          <p:cNvPr id="6" name="Espace réservé du pied de page 10">
            <a:extLst>
              <a:ext uri="{FF2B5EF4-FFF2-40B4-BE49-F238E27FC236}">
                <a16:creationId xmlns:a16="http://schemas.microsoft.com/office/drawing/2014/main" id="{14754500-CE21-0E0F-0659-C0D3499723C7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3E924699-FF1E-B59E-07EA-7B429F7F43B3}"/>
              </a:ext>
            </a:extLst>
          </p:cNvPr>
          <p:cNvSpPr txBox="1">
            <a:spLocks/>
          </p:cNvSpPr>
          <p:nvPr/>
        </p:nvSpPr>
        <p:spPr>
          <a:xfrm>
            <a:off x="7614000" y="4783500"/>
            <a:ext cx="117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750" b="1" cap="all"/>
              <a:t>23/03/2026</a:t>
            </a:r>
            <a:endParaRPr lang="fr-FR" sz="750" b="1" cap="all" dirty="0"/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D04B7ED8-13B9-24AB-918B-C94DC3782078}"/>
              </a:ext>
            </a:extLst>
          </p:cNvPr>
          <p:cNvSpPr txBox="1">
            <a:spLocks/>
          </p:cNvSpPr>
          <p:nvPr/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750" b="1" smtClean="0"/>
              <a:pPr algn="r"/>
              <a:t>17</a:t>
            </a:fld>
            <a:endParaRPr lang="fr-FR" sz="750" b="1" dirty="0"/>
          </a:p>
        </p:txBody>
      </p:sp>
    </p:spTree>
    <p:extLst>
      <p:ext uri="{BB962C8B-B14F-4D97-AF65-F5344CB8AC3E}">
        <p14:creationId xmlns:p14="http://schemas.microsoft.com/office/powerpoint/2010/main" val="48007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171670"/>
            <a:ext cx="7109299" cy="609376"/>
          </a:xfrm>
        </p:spPr>
        <p:txBody>
          <a:bodyPr/>
          <a:lstStyle/>
          <a:p>
            <a:pPr algn="ctr"/>
            <a:r>
              <a:rPr lang="fr-FR" dirty="0"/>
              <a:t>Ce qui reste à faire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34F1E9-E0B0-4D42-8B7D-D8AAF906B58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5846" y="963450"/>
            <a:ext cx="8747165" cy="3555464"/>
          </a:xfrm>
        </p:spPr>
        <p:txBody>
          <a:bodyPr/>
          <a:lstStyle/>
          <a:p>
            <a:pPr lvl="3" algn="just"/>
            <a:endParaRPr lang="fr-FR" sz="12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lvl="1" algn="just"/>
            <a:r>
              <a:rPr lang="fr-FR" sz="1200" dirty="0">
                <a:solidFill>
                  <a:srgbClr val="000000"/>
                </a:solidFill>
                <a:latin typeface="+mn-lt"/>
              </a:rPr>
              <a:t>Ecriture du standard, relecture et validation par le GT </a:t>
            </a:r>
            <a:r>
              <a:rPr lang="fr-FR" sz="12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now</a:t>
            </a:r>
            <a:endParaRPr lang="fr-FR" sz="1200" b="0" dirty="0">
              <a:solidFill>
                <a:srgbClr val="000000"/>
              </a:solidFill>
              <a:latin typeface="+mn-lt"/>
            </a:endParaRPr>
          </a:p>
          <a:p>
            <a:pPr lvl="1" algn="just"/>
            <a:r>
              <a:rPr lang="fr-FR" sz="1200" dirty="0">
                <a:solidFill>
                  <a:srgbClr val="000000"/>
                </a:solidFill>
                <a:latin typeface="+mn-lt"/>
              </a:rPr>
              <a:t>Appel à commentaires </a:t>
            </a:r>
            <a:r>
              <a:rPr lang="fr-FR" sz="12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avril 2026</a:t>
            </a:r>
            <a:endParaRPr lang="fr-FR" sz="1200" b="0" dirty="0">
              <a:solidFill>
                <a:srgbClr val="000000"/>
              </a:solidFill>
              <a:latin typeface="+mn-lt"/>
            </a:endParaRPr>
          </a:p>
          <a:p>
            <a:pPr lvl="1" algn="just"/>
            <a:r>
              <a:rPr lang="fr-FR" sz="1200" dirty="0">
                <a:solidFill>
                  <a:srgbClr val="000000"/>
                </a:solidFill>
                <a:latin typeface="+mn-lt"/>
              </a:rPr>
              <a:t>Résolution des commentaires </a:t>
            </a:r>
            <a:r>
              <a:rPr lang="fr-FR" sz="12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mai 2026</a:t>
            </a:r>
          </a:p>
          <a:p>
            <a:pPr lvl="1" algn="just"/>
            <a:r>
              <a:rPr lang="fr-FR" sz="1200" b="0" i="1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Lancement de l’arrêté par le MASA  mai 2026</a:t>
            </a:r>
          </a:p>
          <a:p>
            <a:pPr lvl="1" algn="just"/>
            <a:endParaRPr lang="fr-FR" sz="1200" b="0" i="1" dirty="0">
              <a:solidFill>
                <a:srgbClr val="000000"/>
              </a:solidFill>
              <a:latin typeface="+mn-lt"/>
            </a:endParaRPr>
          </a:p>
          <a:p>
            <a:pPr lvl="1" algn="just"/>
            <a:r>
              <a:rPr lang="fr-FR" sz="12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Ecriture et relecture du schema  été 2026</a:t>
            </a:r>
          </a:p>
          <a:p>
            <a:pPr lvl="1" algn="just"/>
            <a:endParaRPr lang="fr-FR" sz="1200" b="0" dirty="0">
              <a:solidFill>
                <a:srgbClr val="000000"/>
              </a:solidFill>
              <a:latin typeface="+mn-lt"/>
              <a:sym typeface="Wingdings" panose="05000000000000000000" pitchFamily="2" charset="2"/>
            </a:endParaRPr>
          </a:p>
          <a:p>
            <a:pPr lvl="1" algn="just"/>
            <a:r>
              <a:rPr lang="fr-FR" sz="1200" dirty="0">
                <a:solidFill>
                  <a:srgbClr val="000000"/>
                </a:solidFill>
                <a:latin typeface="+mn-lt"/>
              </a:rPr>
              <a:t>Publication du standard </a:t>
            </a:r>
            <a:r>
              <a:rPr lang="fr-FR" sz="12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septembre 2026</a:t>
            </a:r>
          </a:p>
          <a:p>
            <a:pPr lvl="1" algn="just"/>
            <a:r>
              <a:rPr lang="fr-FR" sz="12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Action de déploiement (communication etc)  automne 2026</a:t>
            </a:r>
          </a:p>
          <a:p>
            <a:pPr lvl="1" algn="just"/>
            <a:endParaRPr lang="fr-FR" sz="1200" b="0" dirty="0">
              <a:solidFill>
                <a:srgbClr val="000000"/>
              </a:solidFill>
              <a:latin typeface="+mn-lt"/>
              <a:sym typeface="Wingdings" panose="05000000000000000000" pitchFamily="2" charset="2"/>
            </a:endParaRPr>
          </a:p>
          <a:p>
            <a:pPr lvl="1" algn="just"/>
            <a:endParaRPr lang="fr-FR" sz="1200" b="0" dirty="0">
              <a:solidFill>
                <a:srgbClr val="000000"/>
              </a:solidFill>
              <a:latin typeface="+mn-lt"/>
              <a:sym typeface="Wingdings" panose="05000000000000000000" pitchFamily="2" charset="2"/>
            </a:endParaRPr>
          </a:p>
          <a:p>
            <a:pPr lvl="1" algn="just"/>
            <a:endParaRPr lang="fr-FR" sz="1200" b="0" dirty="0">
              <a:solidFill>
                <a:srgbClr val="000000"/>
              </a:solidFill>
              <a:latin typeface="+mn-lt"/>
              <a:sym typeface="Wingdings" panose="05000000000000000000" pitchFamily="2" charset="2"/>
            </a:endParaRPr>
          </a:p>
          <a:p>
            <a:endParaRPr lang="fr-FR" sz="1200" b="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492" y="201175"/>
            <a:ext cx="576064" cy="6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27B8787-529B-4DBD-8C14-94ED537BD0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908" y="122952"/>
            <a:ext cx="658094" cy="65809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CCC9872-B869-86AE-134E-6A93CC87D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487" y="1925806"/>
            <a:ext cx="1392556" cy="1392556"/>
          </a:xfrm>
          <a:prstGeom prst="rect">
            <a:avLst/>
          </a:prstGeom>
        </p:spPr>
      </p:pic>
      <p:sp>
        <p:nvSpPr>
          <p:cNvPr id="10" name="Espace réservé du pied de page 10">
            <a:extLst>
              <a:ext uri="{FF2B5EF4-FFF2-40B4-BE49-F238E27FC236}">
                <a16:creationId xmlns:a16="http://schemas.microsoft.com/office/drawing/2014/main" id="{9F644B6A-84C1-0E38-88E9-434C7C984392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DBE0C594-5B73-05E4-39D6-5D6321ECEB9A}"/>
              </a:ext>
            </a:extLst>
          </p:cNvPr>
          <p:cNvSpPr txBox="1">
            <a:spLocks/>
          </p:cNvSpPr>
          <p:nvPr/>
        </p:nvSpPr>
        <p:spPr>
          <a:xfrm>
            <a:off x="6264000" y="4783500"/>
            <a:ext cx="135000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750" b="1" smtClean="0"/>
              <a:pPr algn="r"/>
              <a:t>18</a:t>
            </a:fld>
            <a:endParaRPr lang="fr-FR" sz="750" b="1" dirty="0"/>
          </a:p>
        </p:txBody>
      </p:sp>
      <p:sp>
        <p:nvSpPr>
          <p:cNvPr id="12" name="Espace réservé de la date 6">
            <a:extLst>
              <a:ext uri="{FF2B5EF4-FFF2-40B4-BE49-F238E27FC236}">
                <a16:creationId xmlns:a16="http://schemas.microsoft.com/office/drawing/2014/main" id="{2301DAFD-DC28-09D0-B366-6969C8C7A980}"/>
              </a:ext>
            </a:extLst>
          </p:cNvPr>
          <p:cNvSpPr txBox="1">
            <a:spLocks/>
          </p:cNvSpPr>
          <p:nvPr/>
        </p:nvSpPr>
        <p:spPr>
          <a:xfrm>
            <a:off x="7812360" y="4783500"/>
            <a:ext cx="971640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750" b="1" cap="all"/>
              <a:t>23/03/2026</a:t>
            </a:r>
            <a:endParaRPr lang="fr-FR" sz="750" b="1" cap="all" dirty="0"/>
          </a:p>
        </p:txBody>
      </p:sp>
    </p:spTree>
    <p:extLst>
      <p:ext uri="{BB962C8B-B14F-4D97-AF65-F5344CB8AC3E}">
        <p14:creationId xmlns:p14="http://schemas.microsoft.com/office/powerpoint/2010/main" val="3881652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746" y="46430"/>
            <a:ext cx="7109299" cy="609376"/>
          </a:xfrm>
        </p:spPr>
        <p:txBody>
          <a:bodyPr/>
          <a:lstStyle/>
          <a:p>
            <a:pPr algn="ctr"/>
            <a:r>
              <a:rPr lang="fr-FR" dirty="0"/>
              <a:t>Un avant goût du standard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34F1E9-E0B0-4D42-8B7D-D8AAF906B58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05812" y="744805"/>
            <a:ext cx="8747165" cy="3947057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fr-FR" sz="1200" dirty="0">
                <a:solidFill>
                  <a:srgbClr val="00B050"/>
                </a:solidFill>
                <a:latin typeface="+mn-lt"/>
              </a:rPr>
              <a:t>Tronçon de route</a:t>
            </a:r>
          </a:p>
          <a:p>
            <a:pPr marL="251460" lvl="1" indent="-71755"/>
            <a:r>
              <a:rPr lang="fr-FR" sz="1200" dirty="0">
                <a:solidFill>
                  <a:schemeClr val="tx1"/>
                </a:solidFill>
                <a:latin typeface="+mn-lt"/>
              </a:rPr>
              <a:t>Rapprochement du standard/des besoins avec les attributs BD TOPO </a:t>
            </a:r>
            <a:r>
              <a:rPr lang="fr-FR" sz="1200" b="0" dirty="0">
                <a:solidFill>
                  <a:schemeClr val="tx1"/>
                </a:solidFill>
                <a:latin typeface="+mn-lt"/>
              </a:rPr>
              <a:t>(</a:t>
            </a:r>
            <a:r>
              <a:rPr lang="fr-FR" sz="1200" b="0" dirty="0" err="1">
                <a:solidFill>
                  <a:schemeClr val="tx1"/>
                </a:solidFill>
                <a:latin typeface="+mn-lt"/>
              </a:rPr>
              <a:t>rétro-ingénieurie</a:t>
            </a:r>
            <a:r>
              <a:rPr lang="fr-FR" sz="1200" b="0" dirty="0">
                <a:solidFill>
                  <a:schemeClr val="tx1"/>
                </a:solidFill>
                <a:latin typeface="+mn-lt"/>
              </a:rPr>
              <a:t>)</a:t>
            </a:r>
          </a:p>
          <a:p>
            <a:pPr marL="251460" lvl="1" indent="-71755"/>
            <a:r>
              <a:rPr lang="fr-FR" sz="1200" dirty="0">
                <a:solidFill>
                  <a:schemeClr val="tx1"/>
                </a:solidFill>
                <a:latin typeface="+mn-lt"/>
              </a:rPr>
              <a:t>Création de nouveaux attributs :</a:t>
            </a:r>
          </a:p>
          <a:p>
            <a:pPr marL="738839" lvl="2" indent="-71755"/>
            <a:r>
              <a:rPr lang="fr-FR" sz="1100" dirty="0">
                <a:latin typeface="+mn-lt"/>
              </a:rPr>
              <a:t>Accessibilité aux ensembles routiers (Liste) : </a:t>
            </a:r>
            <a:r>
              <a:rPr lang="fr-FR" sz="1100" dirty="0" err="1">
                <a:latin typeface="+mn-lt"/>
              </a:rPr>
              <a:t>null</a:t>
            </a:r>
            <a:r>
              <a:rPr lang="fr-FR" sz="1100" dirty="0">
                <a:latin typeface="+mn-lt"/>
              </a:rPr>
              <a:t> | Véhicule surbaissé | Semi-remorque | Camion remorque | Grumier</a:t>
            </a:r>
          </a:p>
          <a:p>
            <a:pPr marL="738839" lvl="2" indent="-71755"/>
            <a:r>
              <a:rPr lang="fr-FR" sz="1100" dirty="0">
                <a:latin typeface="+mn-lt"/>
              </a:rPr>
              <a:t>Réseau DFCI (Liste) : </a:t>
            </a:r>
            <a:r>
              <a:rPr lang="fr-FR" sz="1100" dirty="0" err="1">
                <a:latin typeface="+mn-lt"/>
              </a:rPr>
              <a:t>null</a:t>
            </a:r>
            <a:r>
              <a:rPr lang="fr-FR" sz="1100" dirty="0">
                <a:latin typeface="+mn-lt"/>
              </a:rPr>
              <a:t> | Voie DFCI | Route d'intérêt DFCI | Accès DFCI​ | Voie publique stratégique</a:t>
            </a:r>
          </a:p>
          <a:p>
            <a:pPr marL="738839" lvl="2" indent="-71755"/>
            <a:r>
              <a:rPr lang="fr-FR" sz="1100" dirty="0">
                <a:latin typeface="+mn-lt"/>
              </a:rPr>
              <a:t>Réseau transport de bois (Liste) : </a:t>
            </a:r>
            <a:r>
              <a:rPr lang="fr-FR" sz="1100" dirty="0" err="1">
                <a:latin typeface="+mn-lt"/>
              </a:rPr>
              <a:t>null</a:t>
            </a:r>
            <a:r>
              <a:rPr lang="fr-FR" sz="1100" dirty="0">
                <a:latin typeface="+mn-lt"/>
              </a:rPr>
              <a:t> | Desserte forestière | Itinéraire Bois Rond</a:t>
            </a:r>
          </a:p>
          <a:p>
            <a:pPr marL="251460" lvl="1" indent="-71755"/>
            <a:r>
              <a:rPr lang="fr-FR" sz="1200" dirty="0">
                <a:solidFill>
                  <a:schemeClr val="tx1"/>
                </a:solidFill>
                <a:latin typeface="+mn-lt"/>
              </a:rPr>
              <a:t>Données métier en lien avec la DFCI : </a:t>
            </a:r>
            <a:r>
              <a:rPr lang="fr-FR" sz="1200" b="0" dirty="0">
                <a:solidFill>
                  <a:schemeClr val="tx1"/>
                </a:solidFill>
                <a:latin typeface="+mn-lt"/>
                <a:cs typeface="Arial"/>
              </a:rPr>
              <a:t>Retex de la modélisation </a:t>
            </a:r>
            <a:r>
              <a:rPr lang="fr-FR" sz="1200" b="0" dirty="0" err="1">
                <a:solidFill>
                  <a:schemeClr val="tx1"/>
                </a:solidFill>
                <a:latin typeface="+mn-lt"/>
                <a:cs typeface="Arial"/>
              </a:rPr>
              <a:t>NexSIS</a:t>
            </a:r>
            <a:r>
              <a:rPr lang="fr-FR" sz="1200" b="0" dirty="0">
                <a:solidFill>
                  <a:schemeClr val="tx1"/>
                </a:solidFill>
                <a:latin typeface="+mn-lt"/>
                <a:cs typeface="Arial"/>
              </a:rPr>
              <a:t> et envoi au MI-DGSCGC</a:t>
            </a:r>
          </a:p>
          <a:p>
            <a:pPr marL="739140" lvl="2" indent="-132080">
              <a:spcBef>
                <a:spcPts val="0"/>
              </a:spcBef>
              <a:spcAft>
                <a:spcPts val="0"/>
              </a:spcAft>
            </a:pPr>
            <a:endParaRPr lang="fr-FR" sz="1200" dirty="0">
              <a:latin typeface="+mn-lt"/>
              <a:cs typeface="Arial"/>
            </a:endParaRPr>
          </a:p>
          <a:p>
            <a:pPr>
              <a:spcAft>
                <a:spcPts val="0"/>
              </a:spcAft>
            </a:pPr>
            <a:r>
              <a:rPr lang="fr-FR" sz="1200" dirty="0">
                <a:solidFill>
                  <a:srgbClr val="00B050"/>
                </a:solidFill>
                <a:latin typeface="+mn-lt"/>
              </a:rPr>
              <a:t>Ponctuel</a:t>
            </a:r>
          </a:p>
          <a:p>
            <a:pPr marL="251460" lvl="1" indent="-71755"/>
            <a:r>
              <a:rPr lang="fr-FR" sz="1200" b="0" dirty="0">
                <a:solidFill>
                  <a:schemeClr val="tx1"/>
                </a:solidFill>
                <a:latin typeface="+mn-lt"/>
                <a:cs typeface="Arial"/>
              </a:rPr>
              <a:t>3 tables propres pour les ponctuels (Equipement, Contrainte, Point d’eau en forêt)</a:t>
            </a:r>
          </a:p>
          <a:p>
            <a:pPr marL="251460" lvl="1" indent="-71755"/>
            <a:r>
              <a:rPr lang="fr-FR" sz="1200" dirty="0">
                <a:solidFill>
                  <a:schemeClr val="tx1"/>
                </a:solidFill>
                <a:latin typeface="+mn-lt"/>
              </a:rPr>
              <a:t>Données métier en lien avec la DFCI : </a:t>
            </a:r>
            <a:endParaRPr lang="fr-FR" sz="1200" b="0" dirty="0">
              <a:solidFill>
                <a:schemeClr val="tx1"/>
              </a:solidFill>
              <a:latin typeface="+mn-lt"/>
            </a:endParaRPr>
          </a:p>
          <a:p>
            <a:pPr marL="738839" lvl="2" indent="-71755"/>
            <a:r>
              <a:rPr lang="fr-FR" sz="1100" b="0" dirty="0">
                <a:solidFill>
                  <a:schemeClr val="tx1"/>
                </a:solidFill>
                <a:latin typeface="+mn-lt"/>
                <a:cs typeface="Arial"/>
              </a:rPr>
              <a:t>Retex de la modélisation </a:t>
            </a:r>
            <a:r>
              <a:rPr lang="fr-FR" sz="1100" b="0" dirty="0" err="1">
                <a:solidFill>
                  <a:schemeClr val="tx1"/>
                </a:solidFill>
                <a:latin typeface="+mn-lt"/>
                <a:cs typeface="Arial"/>
              </a:rPr>
              <a:t>NexSIS</a:t>
            </a:r>
            <a:r>
              <a:rPr lang="fr-FR" sz="1100" b="0" dirty="0">
                <a:solidFill>
                  <a:schemeClr val="tx1"/>
                </a:solidFill>
                <a:latin typeface="+mn-lt"/>
                <a:cs typeface="Arial"/>
              </a:rPr>
              <a:t> et envoi au MI-DGSCGC</a:t>
            </a:r>
          </a:p>
          <a:p>
            <a:pPr marL="738839" lvl="2" indent="-71755"/>
            <a:r>
              <a:rPr lang="fr-FR" sz="1100" b="0" dirty="0">
                <a:solidFill>
                  <a:schemeClr val="tx1"/>
                </a:solidFill>
                <a:latin typeface="+mn-lt"/>
                <a:cs typeface="Arial"/>
              </a:rPr>
              <a:t>Evolution attendue par les acteurs de la DFCI</a:t>
            </a:r>
          </a:p>
          <a:p>
            <a:pPr marL="251460" lvl="1" indent="-71755"/>
            <a:endParaRPr lang="fr-FR" sz="12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251460" lvl="1" indent="-71755"/>
            <a:endParaRPr lang="fr-FR" sz="12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251460" lvl="1" indent="-71755"/>
            <a:endParaRPr lang="fr-FR" sz="12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738839" lvl="2" indent="-71755"/>
            <a:endParaRPr lang="fr-FR" sz="1200" dirty="0">
              <a:latin typeface="+mn-lt"/>
            </a:endParaRPr>
          </a:p>
          <a:p>
            <a:endParaRPr lang="fr-FR" sz="1200" dirty="0">
              <a:latin typeface="+mn-lt"/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492" y="201175"/>
            <a:ext cx="576064" cy="6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ACAE030F-1855-E4C7-A844-0848F7C669F3}"/>
              </a:ext>
            </a:extLst>
          </p:cNvPr>
          <p:cNvGrpSpPr/>
          <p:nvPr/>
        </p:nvGrpSpPr>
        <p:grpSpPr>
          <a:xfrm>
            <a:off x="6842637" y="312299"/>
            <a:ext cx="1074469" cy="738014"/>
            <a:chOff x="7024502" y="835400"/>
            <a:chExt cx="1563084" cy="1286978"/>
          </a:xfrm>
        </p:grpSpPr>
        <p:pic>
          <p:nvPicPr>
            <p:cNvPr id="2052" name="Picture 4" descr="Analytics free icon">
              <a:extLst>
                <a:ext uri="{FF2B5EF4-FFF2-40B4-BE49-F238E27FC236}">
                  <a16:creationId xmlns:a16="http://schemas.microsoft.com/office/drawing/2014/main" id="{9FB6D488-285D-A2BB-4542-4CEC58F39C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0608" y="835400"/>
              <a:ext cx="1286978" cy="12869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2C69B9C9-B34A-AFDA-13D3-0EB8586BD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24502" y="1599008"/>
              <a:ext cx="433441" cy="433441"/>
            </a:xfrm>
            <a:prstGeom prst="rect">
              <a:avLst/>
            </a:prstGeom>
          </p:spPr>
        </p:pic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889AB0F3-38A2-FEDD-19F8-B5BEC15DC103}"/>
                </a:ext>
              </a:extLst>
            </p:cNvPr>
            <p:cNvSpPr/>
            <p:nvPr/>
          </p:nvSpPr>
          <p:spPr>
            <a:xfrm>
              <a:off x="7715250" y="990600"/>
              <a:ext cx="452438" cy="150019"/>
            </a:xfrm>
            <a:prstGeom prst="round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400" dirty="0"/>
                <a:t>Dessertes</a:t>
              </a:r>
              <a:endParaRPr lang="fr-FR" sz="300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9DB42BF-BFAB-4FE0-8269-D946A1640F32}"/>
              </a:ext>
            </a:extLst>
          </p:cNvPr>
          <p:cNvSpPr/>
          <p:nvPr/>
        </p:nvSpPr>
        <p:spPr>
          <a:xfrm>
            <a:off x="5107842" y="3510961"/>
            <a:ext cx="1184400" cy="48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00" dirty="0"/>
              <a:t>Ponctuel</a:t>
            </a:r>
          </a:p>
          <a:p>
            <a:pPr algn="ctr"/>
            <a:r>
              <a:rPr lang="fr-FR" sz="1000" dirty="0"/>
              <a:t>Equipement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B15AAB-74D1-4BB5-A89F-32976974E01A}"/>
              </a:ext>
            </a:extLst>
          </p:cNvPr>
          <p:cNvSpPr/>
          <p:nvPr/>
        </p:nvSpPr>
        <p:spPr>
          <a:xfrm>
            <a:off x="6472119" y="3510961"/>
            <a:ext cx="952200" cy="489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00" dirty="0"/>
              <a:t>Ponctuel</a:t>
            </a:r>
          </a:p>
          <a:p>
            <a:pPr algn="ctr"/>
            <a:r>
              <a:rPr lang="fr-FR" sz="1000" dirty="0"/>
              <a:t>Contrainte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AF94F0-3D42-4E45-9D40-A84A479B4236}"/>
              </a:ext>
            </a:extLst>
          </p:cNvPr>
          <p:cNvSpPr/>
          <p:nvPr/>
        </p:nvSpPr>
        <p:spPr>
          <a:xfrm>
            <a:off x="5437475" y="4483264"/>
            <a:ext cx="1184400" cy="489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00" dirty="0"/>
              <a:t>Ponctuel Desserte en forêt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422F7A-1B03-4AC1-9C25-B093389DB031}"/>
              </a:ext>
            </a:extLst>
          </p:cNvPr>
          <p:cNvSpPr/>
          <p:nvPr/>
        </p:nvSpPr>
        <p:spPr>
          <a:xfrm>
            <a:off x="7571019" y="3510961"/>
            <a:ext cx="889200" cy="489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00" dirty="0"/>
              <a:t>Point d’eau en forêt</a:t>
            </a:r>
          </a:p>
        </p:txBody>
      </p: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31FCC670-3439-4E41-A73F-299E948E7C48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rot="16200000" flipH="1">
            <a:off x="5623507" y="4077095"/>
            <a:ext cx="482703" cy="32963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9F25D5D6-71EE-4D2C-BC7B-E39400DEA665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rot="5400000">
            <a:off x="6781296" y="3248940"/>
            <a:ext cx="482703" cy="198594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F8917B24-C0C5-467F-907E-9CF45E4FAADE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rot="5400000">
            <a:off x="6247596" y="3782640"/>
            <a:ext cx="482703" cy="91854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rganigramme : Disque magnétique 15">
            <a:extLst>
              <a:ext uri="{FF2B5EF4-FFF2-40B4-BE49-F238E27FC236}">
                <a16:creationId xmlns:a16="http://schemas.microsoft.com/office/drawing/2014/main" id="{31D1CCD2-2C5A-4351-9CAF-88D920E8C9F9}"/>
              </a:ext>
            </a:extLst>
          </p:cNvPr>
          <p:cNvSpPr/>
          <p:nvPr/>
        </p:nvSpPr>
        <p:spPr>
          <a:xfrm>
            <a:off x="7034782" y="4359057"/>
            <a:ext cx="662400" cy="738013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00" dirty="0"/>
              <a:t>BD TOPO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B07DEDEE-FECC-411C-B69C-0B7396C6B610}"/>
              </a:ext>
            </a:extLst>
          </p:cNvPr>
          <p:cNvCxnSpPr>
            <a:stCxn id="11" idx="3"/>
            <a:endCxn id="16" idx="2"/>
          </p:cNvCxnSpPr>
          <p:nvPr/>
        </p:nvCxnSpPr>
        <p:spPr>
          <a:xfrm>
            <a:off x="6621875" y="4728064"/>
            <a:ext cx="412907" cy="0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3A8994D-3336-E889-664F-C152AB1B3B16}"/>
              </a:ext>
            </a:extLst>
          </p:cNvPr>
          <p:cNvSpPr/>
          <p:nvPr/>
        </p:nvSpPr>
        <p:spPr>
          <a:xfrm>
            <a:off x="8110088" y="4483264"/>
            <a:ext cx="1184400" cy="489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00" dirty="0"/>
              <a:t>Linéaire Desserte en forêt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9DE90D50-5B24-BA0D-6BD5-02816573844C}"/>
              </a:ext>
            </a:extLst>
          </p:cNvPr>
          <p:cNvCxnSpPr/>
          <p:nvPr/>
        </p:nvCxnSpPr>
        <p:spPr>
          <a:xfrm>
            <a:off x="7694175" y="4710657"/>
            <a:ext cx="412907" cy="0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space réservé du pied de page 10">
            <a:extLst>
              <a:ext uri="{FF2B5EF4-FFF2-40B4-BE49-F238E27FC236}">
                <a16:creationId xmlns:a16="http://schemas.microsoft.com/office/drawing/2014/main" id="{3DE8951A-3F0D-5FC7-DDD7-41CAB3B635B2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639750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7812360" y="4783500"/>
            <a:ext cx="971640" cy="360000"/>
          </a:xfrm>
        </p:spPr>
        <p:txBody>
          <a:bodyPr/>
          <a:lstStyle/>
          <a:p>
            <a:pPr algn="r"/>
            <a:r>
              <a:rPr lang="fr-FR" cap="all" dirty="0"/>
              <a:t>23/03/2026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AA0C9B-DA46-49C6-A95A-987C2407B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64000" y="4783500"/>
            <a:ext cx="1350000" cy="360000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89350E8-9884-46C2-85FB-4612CC68AC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9237" y="1660605"/>
            <a:ext cx="8424000" cy="2077200"/>
          </a:xfrm>
        </p:spPr>
        <p:txBody>
          <a:bodyPr/>
          <a:lstStyle/>
          <a:p>
            <a:pPr algn="ctr"/>
            <a:r>
              <a:rPr lang="fr-FR" dirty="0"/>
              <a:t>Merci de votre attention</a:t>
            </a:r>
          </a:p>
        </p:txBody>
      </p:sp>
      <p:sp>
        <p:nvSpPr>
          <p:cNvPr id="8" name="Titre 5">
            <a:extLst>
              <a:ext uri="{FF2B5EF4-FFF2-40B4-BE49-F238E27FC236}">
                <a16:creationId xmlns:a16="http://schemas.microsoft.com/office/drawing/2014/main" id="{19E14977-E822-47F3-86A6-A7D115A33F1C}"/>
              </a:ext>
            </a:extLst>
          </p:cNvPr>
          <p:cNvSpPr txBox="1">
            <a:spLocks/>
          </p:cNvSpPr>
          <p:nvPr/>
        </p:nvSpPr>
        <p:spPr bwMode="gray">
          <a:xfrm>
            <a:off x="486608" y="1277769"/>
            <a:ext cx="8424000" cy="988514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" b="1" kern="1200">
                <a:solidFill>
                  <a:schemeClr val="tx1">
                    <a:alpha val="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Où en est-on du standard?</a:t>
            </a:r>
            <a:br>
              <a:rPr lang="fr-FR"/>
            </a:br>
            <a:r>
              <a:rPr lang="fr-FR"/>
              <a:t>- Etat des travaux</a:t>
            </a:r>
            <a:br>
              <a:rPr lang="fr-FR"/>
            </a:br>
            <a:br>
              <a:rPr lang="fr-FR" i="1"/>
            </a:br>
            <a:br>
              <a:rPr lang="fr-FR"/>
            </a:br>
            <a:br>
              <a:rPr lang="fr-FR"/>
            </a:br>
            <a:br>
              <a:rPr lang="fr-FR"/>
            </a:br>
            <a:br>
              <a:rPr lang="fr-FR"/>
            </a:br>
            <a:br>
              <a:rPr lang="fr-FR"/>
            </a:br>
            <a:br>
              <a:rPr lang="fr-FR"/>
            </a:br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A6631EC-59E6-45B0-8D2A-88D884818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173" y="2391567"/>
            <a:ext cx="1896128" cy="1896128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E5B263C7-C5C1-4B53-A3CC-960785306BDA}"/>
              </a:ext>
            </a:extLst>
          </p:cNvPr>
          <p:cNvSpPr txBox="1"/>
          <p:nvPr/>
        </p:nvSpPr>
        <p:spPr>
          <a:xfrm>
            <a:off x="7082630" y="4412980"/>
            <a:ext cx="17506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hlinkClick r:id="rId3"/>
              </a:rPr>
              <a:t>marion.lacroix@ign.fr</a:t>
            </a:r>
            <a:endParaRPr lang="fr-FR" sz="1200" dirty="0"/>
          </a:p>
        </p:txBody>
      </p:sp>
      <p:sp>
        <p:nvSpPr>
          <p:cNvPr id="3" name="Espace réservé du pied de page 10">
            <a:extLst>
              <a:ext uri="{FF2B5EF4-FFF2-40B4-BE49-F238E27FC236}">
                <a16:creationId xmlns:a16="http://schemas.microsoft.com/office/drawing/2014/main" id="{1AAFF310-953B-83DC-E980-C0EE2FA9CBB1}"/>
              </a:ext>
            </a:extLst>
          </p:cNvPr>
          <p:cNvSpPr txBox="1">
            <a:spLocks/>
          </p:cNvSpPr>
          <p:nvPr/>
        </p:nvSpPr>
        <p:spPr bwMode="gray">
          <a:xfrm>
            <a:off x="378251" y="4828500"/>
            <a:ext cx="4428000" cy="27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563" dirty="0"/>
              <a:t>Institut national de l’information  géographique et forestière</a:t>
            </a:r>
          </a:p>
        </p:txBody>
      </p:sp>
    </p:spTree>
    <p:extLst>
      <p:ext uri="{BB962C8B-B14F-4D97-AF65-F5344CB8AC3E}">
        <p14:creationId xmlns:p14="http://schemas.microsoft.com/office/powerpoint/2010/main" val="2662649589"/>
      </p:ext>
    </p:extLst>
  </p:cSld>
  <p:clrMapOvr>
    <a:masterClrMapping/>
  </p:clrMapOvr>
</p:sld>
</file>

<file path=ppt/theme/theme1.xml><?xml version="1.0" encoding="utf-8"?>
<a:theme xmlns:a="http://schemas.openxmlformats.org/drawingml/2006/main" name="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486f84b-88b9-4459-bbe1-3ce207c7425f" xsi:nil="true"/>
    <lcf76f155ced4ddcb4097134ff3c332f xmlns="4d568f87-b25f-475a-a26b-5a1bcde8677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AA600EF525E845A794782CB692D6B7" ma:contentTypeVersion="12" ma:contentTypeDescription="Crée un document." ma:contentTypeScope="" ma:versionID="45133187a599b4bba422c4e82da267ae">
  <xsd:schema xmlns:xsd="http://www.w3.org/2001/XMLSchema" xmlns:xs="http://www.w3.org/2001/XMLSchema" xmlns:p="http://schemas.microsoft.com/office/2006/metadata/properties" xmlns:ns2="4d568f87-b25f-475a-a26b-5a1bcde8677b" xmlns:ns3="a486f84b-88b9-4459-bbe1-3ce207c7425f" targetNamespace="http://schemas.microsoft.com/office/2006/metadata/properties" ma:root="true" ma:fieldsID="4e130176ad47eb97b39a20183f2e8d36" ns2:_="" ns3:_="">
    <xsd:import namespace="4d568f87-b25f-475a-a26b-5a1bcde8677b"/>
    <xsd:import namespace="a486f84b-88b9-4459-bbe1-3ce207c742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568f87-b25f-475a-a26b-5a1bcde867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763f9de7-cc90-4eb3-be2e-7de001983e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86f84b-88b9-4459-bbe1-3ce207c7425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bee0ccfe-4488-482a-93ce-8802051c9c2f}" ma:internalName="TaxCatchAll" ma:showField="CatchAllData" ma:web="a486f84b-88b9-4459-bbe1-3ce207c742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BDB2173-9F22-45AA-85BF-1E19B2861E2B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4d568f87-b25f-475a-a26b-5a1bcde8677b"/>
    <ds:schemaRef ds:uri="http://purl.org/dc/elements/1.1/"/>
    <ds:schemaRef ds:uri="http://schemas.openxmlformats.org/package/2006/metadata/core-properties"/>
    <ds:schemaRef ds:uri="a486f84b-88b9-4459-bbe1-3ce207c7425f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A477A47-1286-4B71-9FAA-ADCCF488E6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9D35D8-C4B5-4ADC-B39B-43E5D1F757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568f87-b25f-475a-a26b-5a1bcde8677b"/>
    <ds:schemaRef ds:uri="a486f84b-88b9-4459-bbe1-3ce207c742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964</TotalTime>
  <Words>2051</Words>
  <Application>Microsoft Office PowerPoint</Application>
  <PresentationFormat>Affichage à l'écran (16:9)</PresentationFormat>
  <Paragraphs>377</Paragraphs>
  <Slides>20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Courier New</vt:lpstr>
      <vt:lpstr>Marianne</vt:lpstr>
      <vt:lpstr>Webdings</vt:lpstr>
      <vt:lpstr>Wingdings</vt:lpstr>
      <vt:lpstr>ppt_operateurs_marianne</vt:lpstr>
      <vt:lpstr>Présentation PowerPoint</vt:lpstr>
      <vt:lpstr>Mise en contexte</vt:lpstr>
      <vt:lpstr>Origine du standard</vt:lpstr>
      <vt:lpstr>Objectifs initiaux</vt:lpstr>
      <vt:lpstr>Bouleversement législatif</vt:lpstr>
      <vt:lpstr>Besoin conjoint en forêt</vt:lpstr>
      <vt:lpstr>Projet de standard CNIG</vt:lpstr>
      <vt:lpstr>Fonctionnement du GT</vt:lpstr>
      <vt:lpstr>Participants GT</vt:lpstr>
      <vt:lpstr>Fonctionnement des outils</vt:lpstr>
      <vt:lpstr>Procédure de travail</vt:lpstr>
      <vt:lpstr>Points d’attention</vt:lpstr>
      <vt:lpstr>Processus d’élaboration CNIG</vt:lpstr>
      <vt:lpstr>Nos travaux</vt:lpstr>
      <vt:lpstr>Bases de travail</vt:lpstr>
      <vt:lpstr>Ce qui a été fait</vt:lpstr>
      <vt:lpstr>Ce qui a été fait</vt:lpstr>
      <vt:lpstr>Ce qui reste à faire</vt:lpstr>
      <vt:lpstr>Un avant goût du standard</vt:lpstr>
      <vt:lpstr>Présentation PowerPoint</vt:lpstr>
    </vt:vector>
  </TitlesOfParts>
  <Manager>Client</Manager>
  <Company>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>Client</dc:subject>
  <dc:creator>Karine Courtes</dc:creator>
  <cp:lastModifiedBy>Marion Lacroix</cp:lastModifiedBy>
  <cp:revision>39</cp:revision>
  <dcterms:created xsi:type="dcterms:W3CDTF">2020-10-20T13:20:24Z</dcterms:created>
  <dcterms:modified xsi:type="dcterms:W3CDTF">2026-03-23T17:00:04Z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0x01010054AA600EF525E845A794782CB692D6B7</vt:lpwstr>
  </property>
  <property fmtid="{D5CDD505-2E9C-101B-9397-08002B2CF9AE}" pid="3" name="MediaServiceImageTags">
    <vt:lpwstr/>
  </property>
  <property fmtid="{D5CDD505-2E9C-101B-9397-08002B2CF9AE}" pid="4" name="Order">
    <vt:r8>86700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</Properties>
</file>