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notesSlides/notesSlide5.xml" ContentType="application/vnd.openxmlformats-officedocument.presentationml.notesSlide+xml"/>
  <Override PartName="/ppt/ink/ink2.xml" ContentType="application/inkml+xml"/>
  <Override PartName="/ppt/notesSlides/notesSlide6.xml" ContentType="application/vnd.openxmlformats-officedocument.presentationml.notesSlide+xml"/>
  <Override PartName="/ppt/ink/ink3.xml" ContentType="application/inkml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4"/>
    <p:sldMasterId id="2147483742" r:id="rId5"/>
  </p:sldMasterIdLst>
  <p:notesMasterIdLst>
    <p:notesMasterId r:id="rId36"/>
  </p:notesMasterIdLst>
  <p:handoutMasterIdLst>
    <p:handoutMasterId r:id="rId37"/>
  </p:handoutMasterIdLst>
  <p:sldIdLst>
    <p:sldId id="778" r:id="rId6"/>
    <p:sldId id="504" r:id="rId7"/>
    <p:sldId id="797" r:id="rId8"/>
    <p:sldId id="772" r:id="rId9"/>
    <p:sldId id="802" r:id="rId10"/>
    <p:sldId id="814" r:id="rId11"/>
    <p:sldId id="811" r:id="rId12"/>
    <p:sldId id="711" r:id="rId13"/>
    <p:sldId id="765" r:id="rId14"/>
    <p:sldId id="799" r:id="rId15"/>
    <p:sldId id="803" r:id="rId16"/>
    <p:sldId id="815" r:id="rId17"/>
    <p:sldId id="780" r:id="rId18"/>
    <p:sldId id="827" r:id="rId19"/>
    <p:sldId id="828" r:id="rId20"/>
    <p:sldId id="830" r:id="rId21"/>
    <p:sldId id="829" r:id="rId22"/>
    <p:sldId id="817" r:id="rId23"/>
    <p:sldId id="825" r:id="rId24"/>
    <p:sldId id="824" r:id="rId25"/>
    <p:sldId id="819" r:id="rId26"/>
    <p:sldId id="823" r:id="rId27"/>
    <p:sldId id="805" r:id="rId28"/>
    <p:sldId id="776" r:id="rId29"/>
    <p:sldId id="820" r:id="rId30"/>
    <p:sldId id="774" r:id="rId31"/>
    <p:sldId id="784" r:id="rId32"/>
    <p:sldId id="821" r:id="rId33"/>
    <p:sldId id="813" r:id="rId34"/>
    <p:sldId id="826" r:id="rId35"/>
  </p:sldIdLst>
  <p:sldSz cx="12192000" cy="6858000"/>
  <p:notesSz cx="7099300" cy="102346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66CD415-AB66-7B51-192D-7E3EDD71FF5A}" name="Marion Lacroix" initials="ML" userId="S::mlacroix@ignf.onmicrosoft.com::9df64882-6113-4c49-9d2b-3e68714ee988" providerId="AD"/>
  <p188:author id="{A74D592B-1C76-9E2E-E9AB-90F9693CC65E}" name="Loic Brignone" initials="LB" userId="S::lbrignone@ignf.onmicrosoft.com::a1efbad3-713d-49d2-9711-50d65828dad4" providerId="AD"/>
  <p188:author id="{BAFB0943-2FA6-0F68-58C5-FE81A57F26EC}" name="Marion Lacroix" initials="ML" userId="S::marion.lacroix@ign.fr::9df64882-6113-4c49-9d2b-3e68714ee988" providerId="AD"/>
  <p188:author id="{B4E282A7-7901-E486-CF4A-32846AE4F99F}" name="Marianne JANOWSKI" initials="MJ" userId="S::mjanowski@ignf.onmicrosoft.com::4baf287f-b9fc-4012-b573-cc645235dd3e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Thierry Saffroy" initials="TS [2]" lastIdx="1" clrIdx="6">
    <p:extLst>
      <p:ext uri="{19B8F6BF-5375-455C-9EA6-DF929625EA0E}">
        <p15:presenceInfo xmlns:p15="http://schemas.microsoft.com/office/powerpoint/2012/main" userId="S::tsaffroy@ignf.onmicrosoft.com::ce28d226-01c7-4cd3-a339-989f2bb19eb3" providerId="AD"/>
      </p:ext>
    </p:extLst>
  </p:cmAuthor>
  <p:cmAuthor id="1" name="MONCHAUX Philippe" initials="MP" lastIdx="16" clrIdx="0"/>
  <p:cmAuthor id="8" name="Marion Lacroix" initials="ML [2]" lastIdx="1" clrIdx="7">
    <p:extLst>
      <p:ext uri="{19B8F6BF-5375-455C-9EA6-DF929625EA0E}">
        <p15:presenceInfo xmlns:p15="http://schemas.microsoft.com/office/powerpoint/2012/main" userId="S::marion.lacroix@ign.fr::9df64882-6113-4c49-9d2b-3e68714ee988" providerId="AD"/>
      </p:ext>
    </p:extLst>
  </p:cmAuthor>
  <p:cmAuthor id="2" name="PIN-JOUENNE Beatrice" initials="PB" lastIdx="12" clrIdx="1"/>
  <p:cmAuthor id="3" name="GINET Christophe" initials="GC" lastIdx="1" clrIdx="2"/>
  <p:cmAuthor id="4" name="MORILLON Vincent" initials="MV" lastIdx="7" clrIdx="3"/>
  <p:cmAuthor id="5" name="Marion Lacroix" initials="ML" lastIdx="3" clrIdx="4">
    <p:extLst>
      <p:ext uri="{19B8F6BF-5375-455C-9EA6-DF929625EA0E}">
        <p15:presenceInfo xmlns:p15="http://schemas.microsoft.com/office/powerpoint/2012/main" userId="S::MLacroix@IGNF.onmicrosoft.com::9df64882-6113-4c49-9d2b-3e68714ee988" providerId="AD"/>
      </p:ext>
    </p:extLst>
  </p:cmAuthor>
  <p:cmAuthor id="6" name="Thierry Saffroy" initials="TS" lastIdx="1" clrIdx="5">
    <p:extLst>
      <p:ext uri="{19B8F6BF-5375-455C-9EA6-DF929625EA0E}">
        <p15:presenceInfo xmlns:p15="http://schemas.microsoft.com/office/powerpoint/2012/main" userId="S::thierry.saffroy@ign.fr::ce28d226-01c7-4cd3-a339-989f2bb19eb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63C1"/>
    <a:srgbClr val="8FACFF"/>
    <a:srgbClr val="FE646F"/>
    <a:srgbClr val="FD8087"/>
    <a:srgbClr val="3883CE"/>
    <a:srgbClr val="6AA2DA"/>
    <a:srgbClr val="C4C4FD"/>
    <a:srgbClr val="C3C3FC"/>
    <a:srgbClr val="79E9B3"/>
    <a:srgbClr val="D4F2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201" autoAdjust="0"/>
  </p:normalViewPr>
  <p:slideViewPr>
    <p:cSldViewPr snapToGrid="0">
      <p:cViewPr varScale="1">
        <p:scale>
          <a:sx n="106" d="100"/>
          <a:sy n="106" d="100"/>
        </p:scale>
        <p:origin x="756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presProps" Target="presProps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tableStyles" Target="tableStyle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handoutMaster" Target="handoutMasters/handoutMaster1.xml"/><Relationship Id="rId40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microsoft.com/office/2016/11/relationships/changesInfo" Target="changesInfos/changesInfo1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on Lacroix" userId="9df64882-6113-4c49-9d2b-3e68714ee988" providerId="ADAL" clId="{312BE368-1ED9-4C89-9F56-93BF55744060}"/>
    <pc:docChg chg="undo redo custSel addSld delSld modSld sldOrd delMainMaster">
      <pc:chgData name="Marion Lacroix" userId="9df64882-6113-4c49-9d2b-3e68714ee988" providerId="ADAL" clId="{312BE368-1ED9-4C89-9F56-93BF55744060}" dt="2026-09-29T12:48:39.893" v="7186" actId="688"/>
      <pc:docMkLst>
        <pc:docMk/>
      </pc:docMkLst>
      <pc:sldChg chg="modSp mod">
        <pc:chgData name="Marion Lacroix" userId="9df64882-6113-4c49-9d2b-3e68714ee988" providerId="ADAL" clId="{312BE368-1ED9-4C89-9F56-93BF55744060}" dt="2026-09-29T12:48:39.893" v="7186" actId="688"/>
        <pc:sldMkLst>
          <pc:docMk/>
          <pc:sldMk cId="1514211713" sldId="504"/>
        </pc:sldMkLst>
        <pc:spChg chg="mod">
          <ac:chgData name="Marion Lacroix" userId="9df64882-6113-4c49-9d2b-3e68714ee988" providerId="ADAL" clId="{312BE368-1ED9-4C89-9F56-93BF55744060}" dt="2026-09-16T10:32:27.741" v="370" actId="20577"/>
          <ac:spMkLst>
            <pc:docMk/>
            <pc:sldMk cId="1514211713" sldId="504"/>
            <ac:spMk id="9" creationId="{649CAF71-85BB-E46B-C9EF-3972E4D631E0}"/>
          </ac:spMkLst>
        </pc:spChg>
        <pc:picChg chg="mod">
          <ac:chgData name="Marion Lacroix" userId="9df64882-6113-4c49-9d2b-3e68714ee988" providerId="ADAL" clId="{312BE368-1ED9-4C89-9F56-93BF55744060}" dt="2026-09-29T12:48:39.893" v="7186" actId="688"/>
          <ac:picMkLst>
            <pc:docMk/>
            <pc:sldMk cId="1514211713" sldId="504"/>
            <ac:picMk id="11" creationId="{FA3E84CF-23C6-4986-B9E8-9952BC28BC01}"/>
          </ac:picMkLst>
        </pc:picChg>
      </pc:sldChg>
      <pc:sldChg chg="addSp delSp modSp add del mod">
        <pc:chgData name="Marion Lacroix" userId="9df64882-6113-4c49-9d2b-3e68714ee988" providerId="ADAL" clId="{312BE368-1ED9-4C89-9F56-93BF55744060}" dt="2026-09-17T11:15:19.155" v="7051" actId="1035"/>
        <pc:sldMkLst>
          <pc:docMk/>
          <pc:sldMk cId="2199335285" sldId="711"/>
        </pc:sldMkLst>
        <pc:spChg chg="add mod">
          <ac:chgData name="Marion Lacroix" userId="9df64882-6113-4c49-9d2b-3e68714ee988" providerId="ADAL" clId="{312BE368-1ED9-4C89-9F56-93BF55744060}" dt="2026-09-17T11:15:19.155" v="7051" actId="1035"/>
          <ac:spMkLst>
            <pc:docMk/>
            <pc:sldMk cId="2199335285" sldId="711"/>
            <ac:spMk id="3" creationId="{A214F3CA-C1CD-B87C-B729-D7D37682FBA2}"/>
          </ac:spMkLst>
        </pc:spChg>
        <pc:spChg chg="add mod">
          <ac:chgData name="Marion Lacroix" userId="9df64882-6113-4c49-9d2b-3e68714ee988" providerId="ADAL" clId="{312BE368-1ED9-4C89-9F56-93BF55744060}" dt="2026-09-16T11:20:57.099" v="1022" actId="1036"/>
          <ac:spMkLst>
            <pc:docMk/>
            <pc:sldMk cId="2199335285" sldId="711"/>
            <ac:spMk id="7" creationId="{0F136BC9-A4B2-A198-B299-2B49C3653D09}"/>
          </ac:spMkLst>
        </pc:spChg>
        <pc:spChg chg="add mod">
          <ac:chgData name="Marion Lacroix" userId="9df64882-6113-4c49-9d2b-3e68714ee988" providerId="ADAL" clId="{312BE368-1ED9-4C89-9F56-93BF55744060}" dt="2026-09-17T11:15:19.155" v="7051" actId="1035"/>
          <ac:spMkLst>
            <pc:docMk/>
            <pc:sldMk cId="2199335285" sldId="711"/>
            <ac:spMk id="8" creationId="{2612993B-D29B-1E80-2BE7-FC16A7DA8499}"/>
          </ac:spMkLst>
        </pc:spChg>
        <pc:spChg chg="mod">
          <ac:chgData name="Marion Lacroix" userId="9df64882-6113-4c49-9d2b-3e68714ee988" providerId="ADAL" clId="{312BE368-1ED9-4C89-9F56-93BF55744060}" dt="2026-09-16T11:20:16.281" v="947" actId="1036"/>
          <ac:spMkLst>
            <pc:docMk/>
            <pc:sldMk cId="2199335285" sldId="711"/>
            <ac:spMk id="14" creationId="{DE3E118C-9C5F-40D1-8553-53CD39555ABD}"/>
          </ac:spMkLst>
        </pc:spChg>
        <pc:picChg chg="mod">
          <ac:chgData name="Marion Lacroix" userId="9df64882-6113-4c49-9d2b-3e68714ee988" providerId="ADAL" clId="{312BE368-1ED9-4C89-9F56-93BF55744060}" dt="2026-09-16T11:21:11.462" v="1025" actId="1076"/>
          <ac:picMkLst>
            <pc:docMk/>
            <pc:sldMk cId="2199335285" sldId="711"/>
            <ac:picMk id="4" creationId="{6395C471-5283-4043-A28E-B4E06034D0FA}"/>
          </ac:picMkLst>
        </pc:picChg>
      </pc:sldChg>
      <pc:sldChg chg="addSp delSp modSp add mod">
        <pc:chgData name="Marion Lacroix" userId="9df64882-6113-4c49-9d2b-3e68714ee988" providerId="ADAL" clId="{312BE368-1ED9-4C89-9F56-93BF55744060}" dt="2026-09-17T11:15:43.401" v="7052" actId="242"/>
        <pc:sldMkLst>
          <pc:docMk/>
          <pc:sldMk cId="3391556035" sldId="765"/>
        </pc:sldMkLst>
        <pc:spChg chg="mod">
          <ac:chgData name="Marion Lacroix" userId="9df64882-6113-4c49-9d2b-3e68714ee988" providerId="ADAL" clId="{312BE368-1ED9-4C89-9F56-93BF55744060}" dt="2026-09-16T11:46:27.763" v="2004" actId="20577"/>
          <ac:spMkLst>
            <pc:docMk/>
            <pc:sldMk cId="3391556035" sldId="765"/>
            <ac:spMk id="2" creationId="{00000000-0000-0000-0000-000000000000}"/>
          </ac:spMkLst>
        </pc:spChg>
        <pc:spChg chg="add mod">
          <ac:chgData name="Marion Lacroix" userId="9df64882-6113-4c49-9d2b-3e68714ee988" providerId="ADAL" clId="{312BE368-1ED9-4C89-9F56-93BF55744060}" dt="2026-09-17T11:15:43.401" v="7052" actId="242"/>
          <ac:spMkLst>
            <pc:docMk/>
            <pc:sldMk cId="3391556035" sldId="765"/>
            <ac:spMk id="5" creationId="{EC6B72EE-44D4-765F-6653-51C3B61AD215}"/>
          </ac:spMkLst>
        </pc:spChg>
        <pc:spChg chg="add mod">
          <ac:chgData name="Marion Lacroix" userId="9df64882-6113-4c49-9d2b-3e68714ee988" providerId="ADAL" clId="{312BE368-1ED9-4C89-9F56-93BF55744060}" dt="2026-09-17T11:15:43.401" v="7052" actId="242"/>
          <ac:spMkLst>
            <pc:docMk/>
            <pc:sldMk cId="3391556035" sldId="765"/>
            <ac:spMk id="6" creationId="{016E7A1E-8857-90C9-5ECF-C46BC58ECC5A}"/>
          </ac:spMkLst>
        </pc:spChg>
        <pc:spChg chg="mod">
          <ac:chgData name="Marion Lacroix" userId="9df64882-6113-4c49-9d2b-3e68714ee988" providerId="ADAL" clId="{312BE368-1ED9-4C89-9F56-93BF55744060}" dt="2026-09-16T11:11:07.462" v="861" actId="113"/>
          <ac:spMkLst>
            <pc:docMk/>
            <pc:sldMk cId="3391556035" sldId="765"/>
            <ac:spMk id="7" creationId="{41114B76-0EAD-492D-B12C-3059C9651E4E}"/>
          </ac:spMkLst>
        </pc:spChg>
      </pc:sldChg>
      <pc:sldChg chg="addSp delSp modSp mod ord">
        <pc:chgData name="Marion Lacroix" userId="9df64882-6113-4c49-9d2b-3e68714ee988" providerId="ADAL" clId="{312BE368-1ED9-4C89-9F56-93BF55744060}" dt="2026-09-17T09:58:54.321" v="4819" actId="404"/>
        <pc:sldMkLst>
          <pc:docMk/>
          <pc:sldMk cId="2150675422" sldId="772"/>
        </pc:sldMkLst>
        <pc:spChg chg="mod">
          <ac:chgData name="Marion Lacroix" userId="9df64882-6113-4c49-9d2b-3e68714ee988" providerId="ADAL" clId="{312BE368-1ED9-4C89-9F56-93BF55744060}" dt="2026-09-16T11:45:16.719" v="1978" actId="20577"/>
          <ac:spMkLst>
            <pc:docMk/>
            <pc:sldMk cId="2150675422" sldId="772"/>
            <ac:spMk id="5" creationId="{852BE78D-901C-F949-EE09-515CE0A4DF96}"/>
          </ac:spMkLst>
        </pc:spChg>
        <pc:spChg chg="mod">
          <ac:chgData name="Marion Lacroix" userId="9df64882-6113-4c49-9d2b-3e68714ee988" providerId="ADAL" clId="{312BE368-1ED9-4C89-9F56-93BF55744060}" dt="2026-09-17T09:58:54.321" v="4819" actId="404"/>
          <ac:spMkLst>
            <pc:docMk/>
            <pc:sldMk cId="2150675422" sldId="772"/>
            <ac:spMk id="9" creationId="{BEFE395B-DB4E-4519-807C-CB8B92945B67}"/>
          </ac:spMkLst>
        </pc:spChg>
        <pc:picChg chg="mod">
          <ac:chgData name="Marion Lacroix" userId="9df64882-6113-4c49-9d2b-3e68714ee988" providerId="ADAL" clId="{312BE368-1ED9-4C89-9F56-93BF55744060}" dt="2026-09-16T11:50:55.062" v="2356" actId="1076"/>
          <ac:picMkLst>
            <pc:docMk/>
            <pc:sldMk cId="2150675422" sldId="772"/>
            <ac:picMk id="6" creationId="{FBED6B12-AE2A-4DCA-9183-ECFC6A90557B}"/>
          </ac:picMkLst>
        </pc:picChg>
      </pc:sldChg>
      <pc:sldChg chg="addSp delSp modSp add mod ord modAnim">
        <pc:chgData name="Marion Lacroix" userId="9df64882-6113-4c49-9d2b-3e68714ee988" providerId="ADAL" clId="{312BE368-1ED9-4C89-9F56-93BF55744060}" dt="2026-09-17T11:17:09.382" v="7061" actId="242"/>
        <pc:sldMkLst>
          <pc:docMk/>
          <pc:sldMk cId="1522850905" sldId="774"/>
        </pc:sldMkLst>
        <pc:spChg chg="add mod">
          <ac:chgData name="Marion Lacroix" userId="9df64882-6113-4c49-9d2b-3e68714ee988" providerId="ADAL" clId="{312BE368-1ED9-4C89-9F56-93BF55744060}" dt="2026-09-17T11:17:09.382" v="7061" actId="242"/>
          <ac:spMkLst>
            <pc:docMk/>
            <pc:sldMk cId="1522850905" sldId="774"/>
            <ac:spMk id="6" creationId="{B8E5E218-2718-7B88-6353-C511528034D7}"/>
          </ac:spMkLst>
        </pc:spChg>
        <pc:spChg chg="add mod">
          <ac:chgData name="Marion Lacroix" userId="9df64882-6113-4c49-9d2b-3e68714ee988" providerId="ADAL" clId="{312BE368-1ED9-4C89-9F56-93BF55744060}" dt="2026-09-17T11:17:09.382" v="7061" actId="242"/>
          <ac:spMkLst>
            <pc:docMk/>
            <pc:sldMk cId="1522850905" sldId="774"/>
            <ac:spMk id="9" creationId="{F05A22E3-8DE9-708E-FD00-176AA5CB837B}"/>
          </ac:spMkLst>
        </pc:spChg>
        <pc:spChg chg="mod">
          <ac:chgData name="Marion Lacroix" userId="9df64882-6113-4c49-9d2b-3e68714ee988" providerId="ADAL" clId="{312BE368-1ED9-4C89-9F56-93BF55744060}" dt="2026-09-17T09:02:55.905" v="3706" actId="14100"/>
          <ac:spMkLst>
            <pc:docMk/>
            <pc:sldMk cId="1522850905" sldId="774"/>
            <ac:spMk id="11" creationId="{DABF3E08-D7F9-4293-9B2E-489104FDDAF8}"/>
          </ac:spMkLst>
        </pc:spChg>
        <pc:spChg chg="mod">
          <ac:chgData name="Marion Lacroix" userId="9df64882-6113-4c49-9d2b-3e68714ee988" providerId="ADAL" clId="{312BE368-1ED9-4C89-9F56-93BF55744060}" dt="2026-09-17T09:03:31.610" v="3710" actId="1076"/>
          <ac:spMkLst>
            <pc:docMk/>
            <pc:sldMk cId="1522850905" sldId="774"/>
            <ac:spMk id="16" creationId="{5A07366D-17AC-4FDC-AD4D-AFAC5997A646}"/>
          </ac:spMkLst>
        </pc:spChg>
        <pc:picChg chg="mod">
          <ac:chgData name="Marion Lacroix" userId="9df64882-6113-4c49-9d2b-3e68714ee988" providerId="ADAL" clId="{312BE368-1ED9-4C89-9F56-93BF55744060}" dt="2026-09-17T09:02:47.315" v="3704" actId="1076"/>
          <ac:picMkLst>
            <pc:docMk/>
            <pc:sldMk cId="1522850905" sldId="774"/>
            <ac:picMk id="10" creationId="{1B036811-41E6-4126-BA53-B2CEADDF92D9}"/>
          </ac:picMkLst>
        </pc:picChg>
        <pc:picChg chg="mod">
          <ac:chgData name="Marion Lacroix" userId="9df64882-6113-4c49-9d2b-3e68714ee988" providerId="ADAL" clId="{312BE368-1ED9-4C89-9F56-93BF55744060}" dt="2026-09-17T09:03:33.726" v="3711" actId="1076"/>
          <ac:picMkLst>
            <pc:docMk/>
            <pc:sldMk cId="1522850905" sldId="774"/>
            <ac:picMk id="19" creationId="{CC9AB61A-28DE-4371-BD5C-228C9DF2BBBE}"/>
          </ac:picMkLst>
        </pc:picChg>
      </pc:sldChg>
      <pc:sldChg chg="addSp delSp modSp add mod modAnim">
        <pc:chgData name="Marion Lacroix" userId="9df64882-6113-4c49-9d2b-3e68714ee988" providerId="ADAL" clId="{312BE368-1ED9-4C89-9F56-93BF55744060}" dt="2026-09-17T11:17:00.706" v="7060" actId="242"/>
        <pc:sldMkLst>
          <pc:docMk/>
          <pc:sldMk cId="3325745834" sldId="776"/>
        </pc:sldMkLst>
        <pc:spChg chg="mod">
          <ac:chgData name="Marion Lacroix" userId="9df64882-6113-4c49-9d2b-3e68714ee988" providerId="ADAL" clId="{312BE368-1ED9-4C89-9F56-93BF55744060}" dt="2026-09-17T08:49:42.481" v="3521" actId="20577"/>
          <ac:spMkLst>
            <pc:docMk/>
            <pc:sldMk cId="3325745834" sldId="776"/>
            <ac:spMk id="2" creationId="{00000000-0000-0000-0000-000000000000}"/>
          </ac:spMkLst>
        </pc:spChg>
        <pc:spChg chg="add mod">
          <ac:chgData name="Marion Lacroix" userId="9df64882-6113-4c49-9d2b-3e68714ee988" providerId="ADAL" clId="{312BE368-1ED9-4C89-9F56-93BF55744060}" dt="2026-09-17T08:52:17.886" v="3552" actId="14100"/>
          <ac:spMkLst>
            <pc:docMk/>
            <pc:sldMk cId="3325745834" sldId="776"/>
            <ac:spMk id="6" creationId="{609F835D-4435-2DF4-9B2A-262CEEC510FA}"/>
          </ac:spMkLst>
        </pc:spChg>
        <pc:spChg chg="mod">
          <ac:chgData name="Marion Lacroix" userId="9df64882-6113-4c49-9d2b-3e68714ee988" providerId="ADAL" clId="{312BE368-1ED9-4C89-9F56-93BF55744060}" dt="2026-09-17T08:49:56.899" v="3523" actId="115"/>
          <ac:spMkLst>
            <pc:docMk/>
            <pc:sldMk cId="3325745834" sldId="776"/>
            <ac:spMk id="7" creationId="{41114B76-0EAD-492D-B12C-3059C9651E4E}"/>
          </ac:spMkLst>
        </pc:spChg>
        <pc:spChg chg="add mod">
          <ac:chgData name="Marion Lacroix" userId="9df64882-6113-4c49-9d2b-3e68714ee988" providerId="ADAL" clId="{312BE368-1ED9-4C89-9F56-93BF55744060}" dt="2026-09-17T08:56:01.626" v="3672" actId="20577"/>
          <ac:spMkLst>
            <pc:docMk/>
            <pc:sldMk cId="3325745834" sldId="776"/>
            <ac:spMk id="11" creationId="{E28FFFB8-3ED9-10B4-B2C2-C7E2C2AACC83}"/>
          </ac:spMkLst>
        </pc:spChg>
        <pc:spChg chg="add mod">
          <ac:chgData name="Marion Lacroix" userId="9df64882-6113-4c49-9d2b-3e68714ee988" providerId="ADAL" clId="{312BE368-1ED9-4C89-9F56-93BF55744060}" dt="2026-09-17T11:17:00.706" v="7060" actId="242"/>
          <ac:spMkLst>
            <pc:docMk/>
            <pc:sldMk cId="3325745834" sldId="776"/>
            <ac:spMk id="39" creationId="{C4D73B29-8447-FD0E-46FF-7B1F496EFF7F}"/>
          </ac:spMkLst>
        </pc:spChg>
        <pc:spChg chg="add mod">
          <ac:chgData name="Marion Lacroix" userId="9df64882-6113-4c49-9d2b-3e68714ee988" providerId="ADAL" clId="{312BE368-1ED9-4C89-9F56-93BF55744060}" dt="2026-09-17T11:17:00.706" v="7060" actId="242"/>
          <ac:spMkLst>
            <pc:docMk/>
            <pc:sldMk cId="3325745834" sldId="776"/>
            <ac:spMk id="41" creationId="{43C2713C-BF78-2B73-AFA2-91C6F489D6AB}"/>
          </ac:spMkLst>
        </pc:spChg>
        <pc:picChg chg="mod">
          <ac:chgData name="Marion Lacroix" userId="9df64882-6113-4c49-9d2b-3e68714ee988" providerId="ADAL" clId="{312BE368-1ED9-4C89-9F56-93BF55744060}" dt="2026-09-17T11:11:52.293" v="6997" actId="14100"/>
          <ac:picMkLst>
            <pc:docMk/>
            <pc:sldMk cId="3325745834" sldId="776"/>
            <ac:picMk id="9" creationId="{F0B07EC7-4B72-4890-83EE-2C06AD6BC078}"/>
          </ac:picMkLst>
        </pc:picChg>
        <pc:cxnChg chg="add mod">
          <ac:chgData name="Marion Lacroix" userId="9df64882-6113-4c49-9d2b-3e68714ee988" providerId="ADAL" clId="{312BE368-1ED9-4C89-9F56-93BF55744060}" dt="2026-09-17T08:56:32.086" v="3675" actId="208"/>
          <ac:cxnSpMkLst>
            <pc:docMk/>
            <pc:sldMk cId="3325745834" sldId="776"/>
            <ac:cxnSpMk id="19" creationId="{8FD45848-8081-53F8-513B-D86DFE3A7700}"/>
          </ac:cxnSpMkLst>
        </pc:cxnChg>
        <pc:cxnChg chg="add mod">
          <ac:chgData name="Marion Lacroix" userId="9df64882-6113-4c49-9d2b-3e68714ee988" providerId="ADAL" clId="{312BE368-1ED9-4C89-9F56-93BF55744060}" dt="2026-09-17T08:56:32.086" v="3675" actId="208"/>
          <ac:cxnSpMkLst>
            <pc:docMk/>
            <pc:sldMk cId="3325745834" sldId="776"/>
            <ac:cxnSpMk id="27" creationId="{2F5D6743-A883-8D21-BCBC-BABF4F3A1A8F}"/>
          </ac:cxnSpMkLst>
        </pc:cxnChg>
        <pc:cxnChg chg="add mod">
          <ac:chgData name="Marion Lacroix" userId="9df64882-6113-4c49-9d2b-3e68714ee988" providerId="ADAL" clId="{312BE368-1ED9-4C89-9F56-93BF55744060}" dt="2026-09-17T08:56:32.086" v="3675" actId="208"/>
          <ac:cxnSpMkLst>
            <pc:docMk/>
            <pc:sldMk cId="3325745834" sldId="776"/>
            <ac:cxnSpMk id="29" creationId="{C199C2A8-E037-8F93-EC88-7B30DD9952FA}"/>
          </ac:cxnSpMkLst>
        </pc:cxnChg>
        <pc:cxnChg chg="add mod">
          <ac:chgData name="Marion Lacroix" userId="9df64882-6113-4c49-9d2b-3e68714ee988" providerId="ADAL" clId="{312BE368-1ED9-4C89-9F56-93BF55744060}" dt="2026-09-17T08:56:32.086" v="3675" actId="208"/>
          <ac:cxnSpMkLst>
            <pc:docMk/>
            <pc:sldMk cId="3325745834" sldId="776"/>
            <ac:cxnSpMk id="32" creationId="{53D6B508-4247-63BD-FBE2-245FCADFC457}"/>
          </ac:cxnSpMkLst>
        </pc:cxnChg>
        <pc:cxnChg chg="add mod">
          <ac:chgData name="Marion Lacroix" userId="9df64882-6113-4c49-9d2b-3e68714ee988" providerId="ADAL" clId="{312BE368-1ED9-4C89-9F56-93BF55744060}" dt="2026-09-17T08:56:32.086" v="3675" actId="208"/>
          <ac:cxnSpMkLst>
            <pc:docMk/>
            <pc:sldMk cId="3325745834" sldId="776"/>
            <ac:cxnSpMk id="35" creationId="{133959B7-7862-AC31-0FFB-017038CB4A01}"/>
          </ac:cxnSpMkLst>
        </pc:cxnChg>
      </pc:sldChg>
      <pc:sldChg chg="addSp modSp mod">
        <pc:chgData name="Marion Lacroix" userId="9df64882-6113-4c49-9d2b-3e68714ee988" providerId="ADAL" clId="{312BE368-1ED9-4C89-9F56-93BF55744060}" dt="2026-09-18T12:57:59.790" v="7160" actId="1036"/>
        <pc:sldMkLst>
          <pc:docMk/>
          <pc:sldMk cId="3601713197" sldId="778"/>
        </pc:sldMkLst>
        <pc:spChg chg="mod">
          <ac:chgData name="Marion Lacroix" userId="9df64882-6113-4c49-9d2b-3e68714ee988" providerId="ADAL" clId="{312BE368-1ED9-4C89-9F56-93BF55744060}" dt="2026-09-16T09:37:10.203" v="27" actId="20577"/>
          <ac:spMkLst>
            <pc:docMk/>
            <pc:sldMk cId="3601713197" sldId="778"/>
            <ac:spMk id="2" creationId="{8A31229A-73AF-40B9-BDC6-362330BDF2D9}"/>
          </ac:spMkLst>
        </pc:spChg>
        <pc:spChg chg="mod">
          <ac:chgData name="Marion Lacroix" userId="9df64882-6113-4c49-9d2b-3e68714ee988" providerId="ADAL" clId="{312BE368-1ED9-4C89-9F56-93BF55744060}" dt="2026-09-16T09:36:12.158" v="18" actId="20577"/>
          <ac:spMkLst>
            <pc:docMk/>
            <pc:sldMk cId="3601713197" sldId="778"/>
            <ac:spMk id="6" creationId="{00000000-0000-0000-0000-000000000000}"/>
          </ac:spMkLst>
        </pc:spChg>
        <pc:spChg chg="mod">
          <ac:chgData name="Marion Lacroix" userId="9df64882-6113-4c49-9d2b-3e68714ee988" providerId="ADAL" clId="{312BE368-1ED9-4C89-9F56-93BF55744060}" dt="2026-09-18T12:57:38.277" v="7131" actId="554"/>
          <ac:spMkLst>
            <pc:docMk/>
            <pc:sldMk cId="3601713197" sldId="778"/>
            <ac:spMk id="20" creationId="{81D4F6B9-F858-4519-8D4C-063D756504E4}"/>
          </ac:spMkLst>
        </pc:spChg>
        <pc:picChg chg="mod">
          <ac:chgData name="Marion Lacroix" userId="9df64882-6113-4c49-9d2b-3e68714ee988" providerId="ADAL" clId="{312BE368-1ED9-4C89-9F56-93BF55744060}" dt="2026-09-18T12:57:59.790" v="7160" actId="1036"/>
          <ac:picMkLst>
            <pc:docMk/>
            <pc:sldMk cId="3601713197" sldId="778"/>
            <ac:picMk id="19" creationId="{15A9D933-5A52-49DE-9C4A-9BF3DAB50D5B}"/>
          </ac:picMkLst>
        </pc:picChg>
        <pc:picChg chg="add mod">
          <ac:chgData name="Marion Lacroix" userId="9df64882-6113-4c49-9d2b-3e68714ee988" providerId="ADAL" clId="{312BE368-1ED9-4C89-9F56-93BF55744060}" dt="2026-09-18T12:57:51.537" v="7155" actId="1035"/>
          <ac:picMkLst>
            <pc:docMk/>
            <pc:sldMk cId="3601713197" sldId="778"/>
            <ac:picMk id="21" creationId="{D2E6BBF7-2454-DD56-BF24-5A99E37C6607}"/>
          </ac:picMkLst>
        </pc:picChg>
        <pc:picChg chg="add mod">
          <ac:chgData name="Marion Lacroix" userId="9df64882-6113-4c49-9d2b-3e68714ee988" providerId="ADAL" clId="{312BE368-1ED9-4C89-9F56-93BF55744060}" dt="2026-09-18T12:57:48.182" v="7141" actId="1036"/>
          <ac:picMkLst>
            <pc:docMk/>
            <pc:sldMk cId="3601713197" sldId="778"/>
            <ac:picMk id="22" creationId="{6FB02973-52D6-29C1-8BD8-D8FF5FB9FF40}"/>
          </ac:picMkLst>
        </pc:picChg>
      </pc:sldChg>
      <pc:sldChg chg="delSp modSp add mod ord delAnim">
        <pc:chgData name="Marion Lacroix" userId="9df64882-6113-4c49-9d2b-3e68714ee988" providerId="ADAL" clId="{312BE368-1ED9-4C89-9F56-93BF55744060}" dt="2026-09-17T11:10:21.709" v="6963" actId="478"/>
        <pc:sldMkLst>
          <pc:docMk/>
          <pc:sldMk cId="639750093" sldId="780"/>
        </pc:sldMkLst>
        <pc:spChg chg="mod">
          <ac:chgData name="Marion Lacroix" userId="9df64882-6113-4c49-9d2b-3e68714ee988" providerId="ADAL" clId="{312BE368-1ED9-4C89-9F56-93BF55744060}" dt="2026-09-17T10:49:30" v="6173" actId="20577"/>
          <ac:spMkLst>
            <pc:docMk/>
            <pc:sldMk cId="639750093" sldId="780"/>
            <ac:spMk id="2" creationId="{D2914144-4E5E-4757-976A-35690A828941}"/>
          </ac:spMkLst>
        </pc:spChg>
        <pc:spChg chg="mod">
          <ac:chgData name="Marion Lacroix" userId="9df64882-6113-4c49-9d2b-3e68714ee988" providerId="ADAL" clId="{312BE368-1ED9-4C89-9F56-93BF55744060}" dt="2026-09-17T11:06:27.989" v="6917" actId="1035"/>
          <ac:spMkLst>
            <pc:docMk/>
            <pc:sldMk cId="639750093" sldId="780"/>
            <ac:spMk id="3" creationId="{BE34F1E9-E0B0-4D42-8B7D-D8AAF906B584}"/>
          </ac:spMkLst>
        </pc:spChg>
        <pc:picChg chg="mod">
          <ac:chgData name="Marion Lacroix" userId="9df64882-6113-4c49-9d2b-3e68714ee988" providerId="ADAL" clId="{312BE368-1ED9-4C89-9F56-93BF55744060}" dt="2026-09-17T10:49:01.403" v="6127" actId="14100"/>
          <ac:picMkLst>
            <pc:docMk/>
            <pc:sldMk cId="639750093" sldId="780"/>
            <ac:picMk id="18" creationId="{11453FE2-695D-41A5-841B-098989FB3170}"/>
          </ac:picMkLst>
        </pc:picChg>
      </pc:sldChg>
      <pc:sldChg chg="addSp delSp modSp add mod ord">
        <pc:chgData name="Marion Lacroix" userId="9df64882-6113-4c49-9d2b-3e68714ee988" providerId="ADAL" clId="{312BE368-1ED9-4C89-9F56-93BF55744060}" dt="2026-09-17T11:24:18.362" v="7123" actId="20577"/>
        <pc:sldMkLst>
          <pc:docMk/>
          <pc:sldMk cId="3881652381" sldId="784"/>
        </pc:sldMkLst>
        <pc:spChg chg="mod">
          <ac:chgData name="Marion Lacroix" userId="9df64882-6113-4c49-9d2b-3e68714ee988" providerId="ADAL" clId="{312BE368-1ED9-4C89-9F56-93BF55744060}" dt="2026-09-17T11:24:18.362" v="7123" actId="20577"/>
          <ac:spMkLst>
            <pc:docMk/>
            <pc:sldMk cId="3881652381" sldId="784"/>
            <ac:spMk id="3" creationId="{BE34F1E9-E0B0-4D42-8B7D-D8AAF906B584}"/>
          </ac:spMkLst>
        </pc:spChg>
        <pc:spChg chg="add mod">
          <ac:chgData name="Marion Lacroix" userId="9df64882-6113-4c49-9d2b-3e68714ee988" providerId="ADAL" clId="{312BE368-1ED9-4C89-9F56-93BF55744060}" dt="2026-09-17T11:17:14.116" v="7062" actId="242"/>
          <ac:spMkLst>
            <pc:docMk/>
            <pc:sldMk cId="3881652381" sldId="784"/>
            <ac:spMk id="5" creationId="{860A12EF-DEA4-D721-438C-BE086899D615}"/>
          </ac:spMkLst>
        </pc:spChg>
        <pc:spChg chg="add mod">
          <ac:chgData name="Marion Lacroix" userId="9df64882-6113-4c49-9d2b-3e68714ee988" providerId="ADAL" clId="{312BE368-1ED9-4C89-9F56-93BF55744060}" dt="2026-09-17T11:17:14.116" v="7062" actId="242"/>
          <ac:spMkLst>
            <pc:docMk/>
            <pc:sldMk cId="3881652381" sldId="784"/>
            <ac:spMk id="9" creationId="{8E496D26-48A1-0061-F3BA-C8D17ABEC0D3}"/>
          </ac:spMkLst>
        </pc:spChg>
        <pc:picChg chg="mod">
          <ac:chgData name="Marion Lacroix" userId="9df64882-6113-4c49-9d2b-3e68714ee988" providerId="ADAL" clId="{312BE368-1ED9-4C89-9F56-93BF55744060}" dt="2026-09-17T11:24:07.476" v="7121" actId="1076"/>
          <ac:picMkLst>
            <pc:docMk/>
            <pc:sldMk cId="3881652381" sldId="784"/>
            <ac:picMk id="7" creationId="{427B8787-529B-4DBD-8C14-94ED537BD066}"/>
          </ac:picMkLst>
        </pc:picChg>
      </pc:sldChg>
      <pc:sldChg chg="modSp mod">
        <pc:chgData name="Marion Lacroix" userId="9df64882-6113-4c49-9d2b-3e68714ee988" providerId="ADAL" clId="{312BE368-1ED9-4C89-9F56-93BF55744060}" dt="2026-09-16T09:47:46.774" v="160"/>
        <pc:sldMkLst>
          <pc:docMk/>
          <pc:sldMk cId="2361275850" sldId="797"/>
        </pc:sldMkLst>
        <pc:spChg chg="mod">
          <ac:chgData name="Marion Lacroix" userId="9df64882-6113-4c49-9d2b-3e68714ee988" providerId="ADAL" clId="{312BE368-1ED9-4C89-9F56-93BF55744060}" dt="2026-09-16T09:47:46.774" v="160"/>
          <ac:spMkLst>
            <pc:docMk/>
            <pc:sldMk cId="2361275850" sldId="797"/>
            <ac:spMk id="9" creationId="{649CAF71-85BB-E46B-C9EF-3972E4D631E0}"/>
          </ac:spMkLst>
        </pc:spChg>
      </pc:sldChg>
      <pc:sldChg chg="addSp delSp modSp mod">
        <pc:chgData name="Marion Lacroix" userId="9df64882-6113-4c49-9d2b-3e68714ee988" providerId="ADAL" clId="{312BE368-1ED9-4C89-9F56-93BF55744060}" dt="2026-09-18T12:58:41.508" v="7175" actId="12789"/>
        <pc:sldMkLst>
          <pc:docMk/>
          <pc:sldMk cId="585246283" sldId="799"/>
        </pc:sldMkLst>
        <pc:spChg chg="add mod">
          <ac:chgData name="Marion Lacroix" userId="9df64882-6113-4c49-9d2b-3e68714ee988" providerId="ADAL" clId="{312BE368-1ED9-4C89-9F56-93BF55744060}" dt="2026-09-17T11:15:51.270" v="7053" actId="242"/>
          <ac:spMkLst>
            <pc:docMk/>
            <pc:sldMk cId="585246283" sldId="799"/>
            <ac:spMk id="5" creationId="{9C088354-117E-AE42-0D9F-7D1E0504AD25}"/>
          </ac:spMkLst>
        </pc:spChg>
        <pc:spChg chg="mod">
          <ac:chgData name="Marion Lacroix" userId="9df64882-6113-4c49-9d2b-3e68714ee988" providerId="ADAL" clId="{312BE368-1ED9-4C89-9F56-93BF55744060}" dt="2026-09-16T11:49:28.269" v="2352" actId="1076"/>
          <ac:spMkLst>
            <pc:docMk/>
            <pc:sldMk cId="585246283" sldId="799"/>
            <ac:spMk id="20" creationId="{E7991794-4071-4EC0-B0D0-EF78A599BD2A}"/>
          </ac:spMkLst>
        </pc:spChg>
        <pc:spChg chg="mod">
          <ac:chgData name="Marion Lacroix" userId="9df64882-6113-4c49-9d2b-3e68714ee988" providerId="ADAL" clId="{312BE368-1ED9-4C89-9F56-93BF55744060}" dt="2026-09-17T11:15:51.270" v="7053" actId="242"/>
          <ac:spMkLst>
            <pc:docMk/>
            <pc:sldMk cId="585246283" sldId="799"/>
            <ac:spMk id="29" creationId="{3CDB60FF-2293-45B8-90AE-58A86C832B44}"/>
          </ac:spMkLst>
        </pc:spChg>
        <pc:picChg chg="add mod">
          <ac:chgData name="Marion Lacroix" userId="9df64882-6113-4c49-9d2b-3e68714ee988" providerId="ADAL" clId="{312BE368-1ED9-4C89-9F56-93BF55744060}" dt="2026-09-18T12:58:41.508" v="7175" actId="12789"/>
          <ac:picMkLst>
            <pc:docMk/>
            <pc:sldMk cId="585246283" sldId="799"/>
            <ac:picMk id="7" creationId="{EDFF4357-E85F-B78F-C8AB-7101AF2AADC3}"/>
          </ac:picMkLst>
        </pc:picChg>
        <pc:picChg chg="add mod">
          <ac:chgData name="Marion Lacroix" userId="9df64882-6113-4c49-9d2b-3e68714ee988" providerId="ADAL" clId="{312BE368-1ED9-4C89-9F56-93BF55744060}" dt="2026-09-18T12:58:41.508" v="7175" actId="12789"/>
          <ac:picMkLst>
            <pc:docMk/>
            <pc:sldMk cId="585246283" sldId="799"/>
            <ac:picMk id="8" creationId="{61EC7152-132E-1001-E793-925A60EC28EC}"/>
          </ac:picMkLst>
        </pc:picChg>
        <pc:picChg chg="mod">
          <ac:chgData name="Marion Lacroix" userId="9df64882-6113-4c49-9d2b-3e68714ee988" providerId="ADAL" clId="{312BE368-1ED9-4C89-9F56-93BF55744060}" dt="2026-09-18T12:58:41.508" v="7175" actId="12789"/>
          <ac:picMkLst>
            <pc:docMk/>
            <pc:sldMk cId="585246283" sldId="799"/>
            <ac:picMk id="17" creationId="{BBB48740-B09F-4214-89AB-71960608F260}"/>
          </ac:picMkLst>
        </pc:picChg>
        <pc:picChg chg="mod">
          <ac:chgData name="Marion Lacroix" userId="9df64882-6113-4c49-9d2b-3e68714ee988" providerId="ADAL" clId="{312BE368-1ED9-4C89-9F56-93BF55744060}" dt="2026-09-18T12:58:41.508" v="7175" actId="12789"/>
          <ac:picMkLst>
            <pc:docMk/>
            <pc:sldMk cId="585246283" sldId="799"/>
            <ac:picMk id="23" creationId="{95144120-9D41-4F36-9697-1DB3030C78BB}"/>
          </ac:picMkLst>
        </pc:picChg>
      </pc:sldChg>
      <pc:sldChg chg="addSp delSp modSp mod">
        <pc:chgData name="Marion Lacroix" userId="9df64882-6113-4c49-9d2b-3e68714ee988" providerId="ADAL" clId="{312BE368-1ED9-4C89-9F56-93BF55744060}" dt="2026-09-16T11:37:05.527" v="1489" actId="22"/>
        <pc:sldMkLst>
          <pc:docMk/>
          <pc:sldMk cId="466253232" sldId="802"/>
        </pc:sldMkLst>
        <pc:spChg chg="mod">
          <ac:chgData name="Marion Lacroix" userId="9df64882-6113-4c49-9d2b-3e68714ee988" providerId="ADAL" clId="{312BE368-1ED9-4C89-9F56-93BF55744060}" dt="2026-09-16T11:32:47.506" v="1261" actId="20577"/>
          <ac:spMkLst>
            <pc:docMk/>
            <pc:sldMk cId="466253232" sldId="802"/>
            <ac:spMk id="6" creationId="{00000000-0000-0000-0000-000000000000}"/>
          </ac:spMkLst>
        </pc:spChg>
        <pc:picChg chg="add del ord">
          <ac:chgData name="Marion Lacroix" userId="9df64882-6113-4c49-9d2b-3e68714ee988" providerId="ADAL" clId="{312BE368-1ED9-4C89-9F56-93BF55744060}" dt="2026-09-16T11:31:53.346" v="1214" actId="167"/>
          <ac:picMkLst>
            <pc:docMk/>
            <pc:sldMk cId="466253232" sldId="802"/>
            <ac:picMk id="5" creationId="{CAC47F03-C326-4966-BB4C-AB1203A181DD}"/>
          </ac:picMkLst>
        </pc:picChg>
        <pc:picChg chg="add mod ord">
          <ac:chgData name="Marion Lacroix" userId="9df64882-6113-4c49-9d2b-3e68714ee988" providerId="ADAL" clId="{312BE368-1ED9-4C89-9F56-93BF55744060}" dt="2026-09-16T11:32:51.199" v="1290" actId="1038"/>
          <ac:picMkLst>
            <pc:docMk/>
            <pc:sldMk cId="466253232" sldId="802"/>
            <ac:picMk id="7" creationId="{7FD731B3-9CA2-7452-6B9A-477BF87B07F4}"/>
          </ac:picMkLst>
        </pc:picChg>
        <pc:picChg chg="add">
          <ac:chgData name="Marion Lacroix" userId="9df64882-6113-4c49-9d2b-3e68714ee988" providerId="ADAL" clId="{312BE368-1ED9-4C89-9F56-93BF55744060}" dt="2026-09-16T11:37:05.527" v="1489" actId="22"/>
          <ac:picMkLst>
            <pc:docMk/>
            <pc:sldMk cId="466253232" sldId="802"/>
            <ac:picMk id="10" creationId="{2801E7BA-9A93-9960-29B2-FCCA3BFA8BA0}"/>
          </ac:picMkLst>
        </pc:picChg>
      </pc:sldChg>
      <pc:sldChg chg="addSp delSp modSp mod">
        <pc:chgData name="Marion Lacroix" userId="9df64882-6113-4c49-9d2b-3e68714ee988" providerId="ADAL" clId="{312BE368-1ED9-4C89-9F56-93BF55744060}" dt="2026-09-16T11:54:57.176" v="2367" actId="1076"/>
        <pc:sldMkLst>
          <pc:docMk/>
          <pc:sldMk cId="487014713" sldId="803"/>
        </pc:sldMkLst>
        <pc:spChg chg="mod">
          <ac:chgData name="Marion Lacroix" userId="9df64882-6113-4c49-9d2b-3e68714ee988" providerId="ADAL" clId="{312BE368-1ED9-4C89-9F56-93BF55744060}" dt="2026-09-16T11:51:10.082" v="2358" actId="2711"/>
          <ac:spMkLst>
            <pc:docMk/>
            <pc:sldMk cId="487014713" sldId="803"/>
            <ac:spMk id="6" creationId="{00000000-0000-0000-0000-000000000000}"/>
          </ac:spMkLst>
        </pc:spChg>
        <pc:picChg chg="add mod">
          <ac:chgData name="Marion Lacroix" userId="9df64882-6113-4c49-9d2b-3e68714ee988" providerId="ADAL" clId="{312BE368-1ED9-4C89-9F56-93BF55744060}" dt="2026-09-16T11:54:57.176" v="2367" actId="1076"/>
          <ac:picMkLst>
            <pc:docMk/>
            <pc:sldMk cId="487014713" sldId="803"/>
            <ac:picMk id="8" creationId="{2CD11832-B6E0-24D0-E590-3A63725B8BB9}"/>
          </ac:picMkLst>
        </pc:picChg>
      </pc:sldChg>
      <pc:sldChg chg="addSp delSp modSp mod ord">
        <pc:chgData name="Marion Lacroix" userId="9df64882-6113-4c49-9d2b-3e68714ee988" providerId="ADAL" clId="{312BE368-1ED9-4C89-9F56-93BF55744060}" dt="2026-09-17T08:58:59.561" v="3682" actId="1076"/>
        <pc:sldMkLst>
          <pc:docMk/>
          <pc:sldMk cId="703393536" sldId="805"/>
        </pc:sldMkLst>
        <pc:spChg chg="mod">
          <ac:chgData name="Marion Lacroix" userId="9df64882-6113-4c49-9d2b-3e68714ee988" providerId="ADAL" clId="{312BE368-1ED9-4C89-9F56-93BF55744060}" dt="2026-09-17T08:38:10.718" v="2790"/>
          <ac:spMkLst>
            <pc:docMk/>
            <pc:sldMk cId="703393536" sldId="805"/>
            <ac:spMk id="6" creationId="{00000000-0000-0000-0000-000000000000}"/>
          </ac:spMkLst>
        </pc:spChg>
        <pc:picChg chg="add mod">
          <ac:chgData name="Marion Lacroix" userId="9df64882-6113-4c49-9d2b-3e68714ee988" providerId="ADAL" clId="{312BE368-1ED9-4C89-9F56-93BF55744060}" dt="2026-09-17T08:58:59.561" v="3682" actId="1076"/>
          <ac:picMkLst>
            <pc:docMk/>
            <pc:sldMk cId="703393536" sldId="805"/>
            <ac:picMk id="5" creationId="{4AC9B347-DA89-E0B6-3072-6C6975837F6E}"/>
          </ac:picMkLst>
        </pc:picChg>
      </pc:sldChg>
      <pc:sldChg chg="modSp add mod">
        <pc:chgData name="Marion Lacroix" userId="9df64882-6113-4c49-9d2b-3e68714ee988" providerId="ADAL" clId="{312BE368-1ED9-4C89-9F56-93BF55744060}" dt="2026-09-16T11:32:27.824" v="1249" actId="1038"/>
        <pc:sldMkLst>
          <pc:docMk/>
          <pc:sldMk cId="3772503502" sldId="811"/>
        </pc:sldMkLst>
        <pc:spChg chg="mod">
          <ac:chgData name="Marion Lacroix" userId="9df64882-6113-4c49-9d2b-3e68714ee988" providerId="ADAL" clId="{312BE368-1ED9-4C89-9F56-93BF55744060}" dt="2026-09-16T11:32:23.703" v="1217" actId="2711"/>
          <ac:spMkLst>
            <pc:docMk/>
            <pc:sldMk cId="3772503502" sldId="811"/>
            <ac:spMk id="6" creationId="{5CBA4779-180D-8348-40E9-82B7A5C2A30A}"/>
          </ac:spMkLst>
        </pc:spChg>
        <pc:picChg chg="mod">
          <ac:chgData name="Marion Lacroix" userId="9df64882-6113-4c49-9d2b-3e68714ee988" providerId="ADAL" clId="{312BE368-1ED9-4C89-9F56-93BF55744060}" dt="2026-09-16T11:32:27.824" v="1249" actId="1038"/>
          <ac:picMkLst>
            <pc:docMk/>
            <pc:sldMk cId="3772503502" sldId="811"/>
            <ac:picMk id="5" creationId="{B18DC686-C374-127F-EABF-03011DC1B1AD}"/>
          </ac:picMkLst>
        </pc:picChg>
      </pc:sldChg>
      <pc:sldChg chg="addSp delSp modSp add mod">
        <pc:chgData name="Marion Lacroix" userId="9df64882-6113-4c49-9d2b-3e68714ee988" providerId="ADAL" clId="{312BE368-1ED9-4C89-9F56-93BF55744060}" dt="2026-09-17T11:17:21.688" v="7063" actId="242"/>
        <pc:sldMkLst>
          <pc:docMk/>
          <pc:sldMk cId="1467484238" sldId="813"/>
        </pc:sldMkLst>
        <pc:spChg chg="mod">
          <ac:chgData name="Marion Lacroix" userId="9df64882-6113-4c49-9d2b-3e68714ee988" providerId="ADAL" clId="{312BE368-1ED9-4C89-9F56-93BF55744060}" dt="2026-09-17T09:22:44.702" v="4278" actId="20577"/>
          <ac:spMkLst>
            <pc:docMk/>
            <pc:sldMk cId="1467484238" sldId="813"/>
            <ac:spMk id="2" creationId="{C1147103-0E20-00B5-A2C6-E66333B4F9C8}"/>
          </ac:spMkLst>
        </pc:spChg>
        <pc:spChg chg="add mod">
          <ac:chgData name="Marion Lacroix" userId="9df64882-6113-4c49-9d2b-3e68714ee988" providerId="ADAL" clId="{312BE368-1ED9-4C89-9F56-93BF55744060}" dt="2026-09-17T10:48:02.990" v="6124" actId="20577"/>
          <ac:spMkLst>
            <pc:docMk/>
            <pc:sldMk cId="1467484238" sldId="813"/>
            <ac:spMk id="9" creationId="{5165E84B-B3C0-0CD3-913D-F62E5F42AC2C}"/>
          </ac:spMkLst>
        </pc:spChg>
        <pc:spChg chg="add mod">
          <ac:chgData name="Marion Lacroix" userId="9df64882-6113-4c49-9d2b-3e68714ee988" providerId="ADAL" clId="{312BE368-1ED9-4C89-9F56-93BF55744060}" dt="2026-09-17T11:17:21.688" v="7063" actId="242"/>
          <ac:spMkLst>
            <pc:docMk/>
            <pc:sldMk cId="1467484238" sldId="813"/>
            <ac:spMk id="12" creationId="{661C60C8-D189-C5CB-7D85-83AF190D6C6B}"/>
          </ac:spMkLst>
        </pc:spChg>
        <pc:spChg chg="mod">
          <ac:chgData name="Marion Lacroix" userId="9df64882-6113-4c49-9d2b-3e68714ee988" providerId="ADAL" clId="{312BE368-1ED9-4C89-9F56-93BF55744060}" dt="2026-09-17T11:17:21.688" v="7063" actId="242"/>
          <ac:spMkLst>
            <pc:docMk/>
            <pc:sldMk cId="1467484238" sldId="813"/>
            <ac:spMk id="29" creationId="{7B85542C-6044-CB98-95F1-663A55982547}"/>
          </ac:spMkLst>
        </pc:spChg>
        <pc:picChg chg="add mod">
          <ac:chgData name="Marion Lacroix" userId="9df64882-6113-4c49-9d2b-3e68714ee988" providerId="ADAL" clId="{312BE368-1ED9-4C89-9F56-93BF55744060}" dt="2026-09-17T09:53:26.796" v="4637" actId="1036"/>
          <ac:picMkLst>
            <pc:docMk/>
            <pc:sldMk cId="1467484238" sldId="813"/>
            <ac:picMk id="11" creationId="{1E5560C7-3C8F-118F-133C-D3B857EA90B1}"/>
          </ac:picMkLst>
        </pc:picChg>
      </pc:sldChg>
      <pc:sldChg chg="addSp delSp modSp add mod">
        <pc:chgData name="Marion Lacroix" userId="9df64882-6113-4c49-9d2b-3e68714ee988" providerId="ADAL" clId="{312BE368-1ED9-4C89-9F56-93BF55744060}" dt="2026-09-25T11:43:53.245" v="7184" actId="1076"/>
        <pc:sldMkLst>
          <pc:docMk/>
          <pc:sldMk cId="2705102728" sldId="814"/>
        </pc:sldMkLst>
        <pc:spChg chg="mod ord">
          <ac:chgData name="Marion Lacroix" userId="9df64882-6113-4c49-9d2b-3e68714ee988" providerId="ADAL" clId="{312BE368-1ED9-4C89-9F56-93BF55744060}" dt="2026-09-16T11:42:28.636" v="1964" actId="20577"/>
          <ac:spMkLst>
            <pc:docMk/>
            <pc:sldMk cId="2705102728" sldId="814"/>
            <ac:spMk id="2" creationId="{66D20A7C-83F8-A855-FA23-DA0CCD9C6F0C}"/>
          </ac:spMkLst>
        </pc:spChg>
        <pc:spChg chg="add mod">
          <ac:chgData name="Marion Lacroix" userId="9df64882-6113-4c49-9d2b-3e68714ee988" providerId="ADAL" clId="{312BE368-1ED9-4C89-9F56-93BF55744060}" dt="2026-09-16T11:37:58.547" v="1497" actId="14100"/>
          <ac:spMkLst>
            <pc:docMk/>
            <pc:sldMk cId="2705102728" sldId="814"/>
            <ac:spMk id="5" creationId="{BE12C6D4-C9CA-D107-2994-10E10B77354A}"/>
          </ac:spMkLst>
        </pc:spChg>
        <pc:spChg chg="add">
          <ac:chgData name="Marion Lacroix" userId="9df64882-6113-4c49-9d2b-3e68714ee988" providerId="ADAL" clId="{312BE368-1ED9-4C89-9F56-93BF55744060}" dt="2026-09-17T11:08:45.214" v="6938" actId="22"/>
          <ac:spMkLst>
            <pc:docMk/>
            <pc:sldMk cId="2705102728" sldId="814"/>
            <ac:spMk id="7" creationId="{3530C5A8-1307-72A8-4CDE-1031971DDBCB}"/>
          </ac:spMkLst>
        </pc:spChg>
        <pc:spChg chg="add mod">
          <ac:chgData name="Marion Lacroix" userId="9df64882-6113-4c49-9d2b-3e68714ee988" providerId="ADAL" clId="{312BE368-1ED9-4C89-9F56-93BF55744060}" dt="2026-09-17T11:14:49.460" v="7043" actId="242"/>
          <ac:spMkLst>
            <pc:docMk/>
            <pc:sldMk cId="2705102728" sldId="814"/>
            <ac:spMk id="19" creationId="{6F8A6F75-1986-1CA7-19D0-3C7504A6DD06}"/>
          </ac:spMkLst>
        </pc:spChg>
        <pc:spChg chg="mod">
          <ac:chgData name="Marion Lacroix" userId="9df64882-6113-4c49-9d2b-3e68714ee988" providerId="ADAL" clId="{312BE368-1ED9-4C89-9F56-93BF55744060}" dt="2026-09-17T11:14:49.460" v="7043" actId="242"/>
          <ac:spMkLst>
            <pc:docMk/>
            <pc:sldMk cId="2705102728" sldId="814"/>
            <ac:spMk id="29" creationId="{EB4E8959-AE10-53C6-5582-C0AE67CC08E9}"/>
          </ac:spMkLst>
        </pc:spChg>
        <pc:picChg chg="add mod">
          <ac:chgData name="Marion Lacroix" userId="9df64882-6113-4c49-9d2b-3e68714ee988" providerId="ADAL" clId="{312BE368-1ED9-4C89-9F56-93BF55744060}" dt="2026-09-25T11:43:53.245" v="7184" actId="1076"/>
          <ac:picMkLst>
            <pc:docMk/>
            <pc:sldMk cId="2705102728" sldId="814"/>
            <ac:picMk id="6" creationId="{B3E5C33A-BC8E-A7CD-8453-59E7E80220A3}"/>
          </ac:picMkLst>
        </pc:picChg>
        <pc:picChg chg="mod">
          <ac:chgData name="Marion Lacroix" userId="9df64882-6113-4c49-9d2b-3e68714ee988" providerId="ADAL" clId="{312BE368-1ED9-4C89-9F56-93BF55744060}" dt="2026-09-16T11:41:43.363" v="1900" actId="1037"/>
          <ac:picMkLst>
            <pc:docMk/>
            <pc:sldMk cId="2705102728" sldId="814"/>
            <ac:picMk id="17" creationId="{7CC41FB7-CB2F-C62E-1ADB-4529A9FFACE2}"/>
          </ac:picMkLst>
        </pc:picChg>
        <pc:picChg chg="mod">
          <ac:chgData name="Marion Lacroix" userId="9df64882-6113-4c49-9d2b-3e68714ee988" providerId="ADAL" clId="{312BE368-1ED9-4C89-9F56-93BF55744060}" dt="2026-09-16T11:41:52.142" v="1937" actId="1038"/>
          <ac:picMkLst>
            <pc:docMk/>
            <pc:sldMk cId="2705102728" sldId="814"/>
            <ac:picMk id="23" creationId="{4A7E05B3-E7A8-9A6A-135A-C43CF1FF5D02}"/>
          </ac:picMkLst>
        </pc:picChg>
      </pc:sldChg>
      <pc:sldChg chg="addSp delSp modSp add mod">
        <pc:chgData name="Marion Lacroix" userId="9df64882-6113-4c49-9d2b-3e68714ee988" providerId="ADAL" clId="{312BE368-1ED9-4C89-9F56-93BF55744060}" dt="2026-09-17T11:15:57.635" v="7054" actId="242"/>
        <pc:sldMkLst>
          <pc:docMk/>
          <pc:sldMk cId="4020467469" sldId="815"/>
        </pc:sldMkLst>
        <pc:spChg chg="mod">
          <ac:chgData name="Marion Lacroix" userId="9df64882-6113-4c49-9d2b-3e68714ee988" providerId="ADAL" clId="{312BE368-1ED9-4C89-9F56-93BF55744060}" dt="2026-09-16T14:10:03.464" v="2593" actId="20577"/>
          <ac:spMkLst>
            <pc:docMk/>
            <pc:sldMk cId="4020467469" sldId="815"/>
            <ac:spMk id="2" creationId="{FF8452F8-CFDC-682B-246A-E92BA7F3B50B}"/>
          </ac:spMkLst>
        </pc:spChg>
        <pc:spChg chg="add mod">
          <ac:chgData name="Marion Lacroix" userId="9df64882-6113-4c49-9d2b-3e68714ee988" providerId="ADAL" clId="{312BE368-1ED9-4C89-9F56-93BF55744060}" dt="2026-09-17T11:15:57.635" v="7054" actId="242"/>
          <ac:spMkLst>
            <pc:docMk/>
            <pc:sldMk cId="4020467469" sldId="815"/>
            <ac:spMk id="3" creationId="{AD163E4B-F814-4DA9-41EC-63E4C64EDED9}"/>
          </ac:spMkLst>
        </pc:spChg>
        <pc:spChg chg="add mod">
          <ac:chgData name="Marion Lacroix" userId="9df64882-6113-4c49-9d2b-3e68714ee988" providerId="ADAL" clId="{312BE368-1ED9-4C89-9F56-93BF55744060}" dt="2026-09-17T11:15:57.635" v="7054" actId="242"/>
          <ac:spMkLst>
            <pc:docMk/>
            <pc:sldMk cId="4020467469" sldId="815"/>
            <ac:spMk id="5" creationId="{5EACD566-241E-96DC-0E0C-0E5FD3DAEF0A}"/>
          </ac:spMkLst>
        </pc:spChg>
        <pc:spChg chg="mod">
          <ac:chgData name="Marion Lacroix" userId="9df64882-6113-4c49-9d2b-3e68714ee988" providerId="ADAL" clId="{312BE368-1ED9-4C89-9F56-93BF55744060}" dt="2026-09-17T11:02:07.156" v="6803" actId="1036"/>
          <ac:spMkLst>
            <pc:docMk/>
            <pc:sldMk cId="4020467469" sldId="815"/>
            <ac:spMk id="27" creationId="{F899F2AD-7250-C757-826A-369C3D016EE3}"/>
          </ac:spMkLst>
        </pc:spChg>
        <pc:spChg chg="mod">
          <ac:chgData name="Marion Lacroix" userId="9df64882-6113-4c49-9d2b-3e68714ee988" providerId="ADAL" clId="{312BE368-1ED9-4C89-9F56-93BF55744060}" dt="2026-09-17T11:01:40.339" v="6740" actId="1036"/>
          <ac:spMkLst>
            <pc:docMk/>
            <pc:sldMk cId="4020467469" sldId="815"/>
            <ac:spMk id="29" creationId="{A4E5E947-7633-50CE-C2A8-BE01DAAD95F7}"/>
          </ac:spMkLst>
        </pc:spChg>
        <pc:picChg chg="add mod">
          <ac:chgData name="Marion Lacroix" userId="9df64882-6113-4c49-9d2b-3e68714ee988" providerId="ADAL" clId="{312BE368-1ED9-4C89-9F56-93BF55744060}" dt="2026-09-17T11:02:10.933" v="6824" actId="1035"/>
          <ac:picMkLst>
            <pc:docMk/>
            <pc:sldMk cId="4020467469" sldId="815"/>
            <ac:picMk id="8" creationId="{205DCD16-65B7-1617-B3B3-08DC42313C9E}"/>
          </ac:picMkLst>
        </pc:picChg>
        <pc:picChg chg="add mod">
          <ac:chgData name="Marion Lacroix" userId="9df64882-6113-4c49-9d2b-3e68714ee988" providerId="ADAL" clId="{312BE368-1ED9-4C89-9F56-93BF55744060}" dt="2026-09-17T11:01:40.339" v="6740" actId="1036"/>
          <ac:picMkLst>
            <pc:docMk/>
            <pc:sldMk cId="4020467469" sldId="815"/>
            <ac:picMk id="10" creationId="{0AC91363-C38D-D9E9-208E-FE64DD73CD9C}"/>
          </ac:picMkLst>
        </pc:picChg>
        <pc:picChg chg="mod">
          <ac:chgData name="Marion Lacroix" userId="9df64882-6113-4c49-9d2b-3e68714ee988" providerId="ADAL" clId="{312BE368-1ED9-4C89-9F56-93BF55744060}" dt="2026-09-17T11:02:18.804" v="6826" actId="1076"/>
          <ac:picMkLst>
            <pc:docMk/>
            <pc:sldMk cId="4020467469" sldId="815"/>
            <ac:picMk id="26" creationId="{EC0E57AE-0D23-FD06-00DD-512F8ED64343}"/>
          </ac:picMkLst>
        </pc:picChg>
      </pc:sldChg>
      <pc:sldChg chg="modSp add ord">
        <pc:chgData name="Marion Lacroix" userId="9df64882-6113-4c49-9d2b-3e68714ee988" providerId="ADAL" clId="{312BE368-1ED9-4C89-9F56-93BF55744060}" dt="2026-09-17T08:37:38.230" v="2785"/>
        <pc:sldMkLst>
          <pc:docMk/>
          <pc:sldMk cId="3994512631" sldId="817"/>
        </pc:sldMkLst>
        <pc:spChg chg="mod">
          <ac:chgData name="Marion Lacroix" userId="9df64882-6113-4c49-9d2b-3e68714ee988" providerId="ADAL" clId="{312BE368-1ED9-4C89-9F56-93BF55744060}" dt="2026-09-17T08:37:38.230" v="2785"/>
          <ac:spMkLst>
            <pc:docMk/>
            <pc:sldMk cId="3994512631" sldId="817"/>
            <ac:spMk id="6" creationId="{0E12B9D2-2665-4DD1-C354-3FA3EDBFD678}"/>
          </ac:spMkLst>
        </pc:spChg>
      </pc:sldChg>
      <pc:sldChg chg="addSp delSp modSp add mod">
        <pc:chgData name="Marion Lacroix" userId="9df64882-6113-4c49-9d2b-3e68714ee988" providerId="ADAL" clId="{312BE368-1ED9-4C89-9F56-93BF55744060}" dt="2026-09-17T11:11:34.288" v="6992"/>
        <pc:sldMkLst>
          <pc:docMk/>
          <pc:sldMk cId="1182268982" sldId="819"/>
        </pc:sldMkLst>
        <pc:spChg chg="mod">
          <ac:chgData name="Marion Lacroix" userId="9df64882-6113-4c49-9d2b-3e68714ee988" providerId="ADAL" clId="{312BE368-1ED9-4C89-9F56-93BF55744060}" dt="2026-09-17T08:37:54.102" v="2789" actId="20577"/>
          <ac:spMkLst>
            <pc:docMk/>
            <pc:sldMk cId="1182268982" sldId="819"/>
            <ac:spMk id="6" creationId="{6539B6E3-A480-DB87-46F9-C1149D003A78}"/>
          </ac:spMkLst>
        </pc:spChg>
        <pc:spChg chg="add mod">
          <ac:chgData name="Marion Lacroix" userId="9df64882-6113-4c49-9d2b-3e68714ee988" providerId="ADAL" clId="{312BE368-1ED9-4C89-9F56-93BF55744060}" dt="2026-09-17T11:11:34.288" v="6992"/>
          <ac:spMkLst>
            <pc:docMk/>
            <pc:sldMk cId="1182268982" sldId="819"/>
            <ac:spMk id="7" creationId="{463A758C-4A41-C64E-E128-5A6C17948EE8}"/>
          </ac:spMkLst>
        </pc:spChg>
        <pc:picChg chg="add mod">
          <ac:chgData name="Marion Lacroix" userId="9df64882-6113-4c49-9d2b-3e68714ee988" providerId="ADAL" clId="{312BE368-1ED9-4C89-9F56-93BF55744060}" dt="2026-09-17T09:29:18.386" v="4383" actId="1076"/>
          <ac:picMkLst>
            <pc:docMk/>
            <pc:sldMk cId="1182268982" sldId="819"/>
            <ac:picMk id="5" creationId="{770160C3-CA78-7998-53AE-83FB6C357C95}"/>
          </ac:picMkLst>
        </pc:picChg>
      </pc:sldChg>
      <pc:sldChg chg="addSp delSp modSp add mod">
        <pc:chgData name="Marion Lacroix" userId="9df64882-6113-4c49-9d2b-3e68714ee988" providerId="ADAL" clId="{312BE368-1ED9-4C89-9F56-93BF55744060}" dt="2026-09-17T09:27:10.104" v="4371" actId="14100"/>
        <pc:sldMkLst>
          <pc:docMk/>
          <pc:sldMk cId="3629098386" sldId="820"/>
        </pc:sldMkLst>
        <pc:spChg chg="mod">
          <ac:chgData name="Marion Lacroix" userId="9df64882-6113-4c49-9d2b-3e68714ee988" providerId="ADAL" clId="{312BE368-1ED9-4C89-9F56-93BF55744060}" dt="2026-09-17T09:27:05.296" v="4370" actId="20577"/>
          <ac:spMkLst>
            <pc:docMk/>
            <pc:sldMk cId="3629098386" sldId="820"/>
            <ac:spMk id="6" creationId="{4D60AA2A-F56E-1CA5-E0A7-910485B4E858}"/>
          </ac:spMkLst>
        </pc:spChg>
        <pc:picChg chg="add mod">
          <ac:chgData name="Marion Lacroix" userId="9df64882-6113-4c49-9d2b-3e68714ee988" providerId="ADAL" clId="{312BE368-1ED9-4C89-9F56-93BF55744060}" dt="2026-09-17T09:27:10.104" v="4371" actId="14100"/>
          <ac:picMkLst>
            <pc:docMk/>
            <pc:sldMk cId="3629098386" sldId="820"/>
            <ac:picMk id="5" creationId="{2294C064-32C9-7C18-A631-FF654607A197}"/>
          </ac:picMkLst>
        </pc:picChg>
      </pc:sldChg>
      <pc:sldChg chg="addSp delSp modSp add mod">
        <pc:chgData name="Marion Lacroix" userId="9df64882-6113-4c49-9d2b-3e68714ee988" providerId="ADAL" clId="{312BE368-1ED9-4C89-9F56-93BF55744060}" dt="2026-09-17T10:47:47.579" v="6111" actId="14100"/>
        <pc:sldMkLst>
          <pc:docMk/>
          <pc:sldMk cId="371861287" sldId="821"/>
        </pc:sldMkLst>
        <pc:spChg chg="mod">
          <ac:chgData name="Marion Lacroix" userId="9df64882-6113-4c49-9d2b-3e68714ee988" providerId="ADAL" clId="{312BE368-1ED9-4C89-9F56-93BF55744060}" dt="2026-09-17T08:38:45.817" v="2798"/>
          <ac:spMkLst>
            <pc:docMk/>
            <pc:sldMk cId="371861287" sldId="821"/>
            <ac:spMk id="6" creationId="{3FFA1EDE-5299-143F-B6C6-4B3874D17DE5}"/>
          </ac:spMkLst>
        </pc:spChg>
        <pc:picChg chg="add mod">
          <ac:chgData name="Marion Lacroix" userId="9df64882-6113-4c49-9d2b-3e68714ee988" providerId="ADAL" clId="{312BE368-1ED9-4C89-9F56-93BF55744060}" dt="2026-09-17T10:47:47.579" v="6111" actId="14100"/>
          <ac:picMkLst>
            <pc:docMk/>
            <pc:sldMk cId="371861287" sldId="821"/>
            <ac:picMk id="5" creationId="{D5DB43ED-9397-EC53-BAAB-FA298E970867}"/>
          </ac:picMkLst>
        </pc:picChg>
      </pc:sldChg>
      <pc:sldChg chg="addSp delSp modSp add mod ord">
        <pc:chgData name="Marion Lacroix" userId="9df64882-6113-4c49-9d2b-3e68714ee988" providerId="ADAL" clId="{312BE368-1ED9-4C89-9F56-93BF55744060}" dt="2026-09-17T11:11:44.558" v="6995" actId="478"/>
        <pc:sldMkLst>
          <pc:docMk/>
          <pc:sldMk cId="95108496" sldId="823"/>
        </pc:sldMkLst>
        <pc:spChg chg="mod">
          <ac:chgData name="Marion Lacroix" userId="9df64882-6113-4c49-9d2b-3e68714ee988" providerId="ADAL" clId="{312BE368-1ED9-4C89-9F56-93BF55744060}" dt="2026-09-17T09:31:50.940" v="4399" actId="20577"/>
          <ac:spMkLst>
            <pc:docMk/>
            <pc:sldMk cId="95108496" sldId="823"/>
            <ac:spMk id="2" creationId="{F594DE24-EAB5-6BAD-1DCB-767F00CE3477}"/>
          </ac:spMkLst>
        </pc:spChg>
        <pc:spChg chg="mod">
          <ac:chgData name="Marion Lacroix" userId="9df64882-6113-4c49-9d2b-3e68714ee988" providerId="ADAL" clId="{312BE368-1ED9-4C89-9F56-93BF55744060}" dt="2026-09-17T11:11:40.983" v="6994" actId="6549"/>
          <ac:spMkLst>
            <pc:docMk/>
            <pc:sldMk cId="95108496" sldId="823"/>
            <ac:spMk id="14" creationId="{F00E506D-D10E-7741-AA74-6171B63919EC}"/>
          </ac:spMkLst>
        </pc:spChg>
        <pc:spChg chg="add mod">
          <ac:chgData name="Marion Lacroix" userId="9df64882-6113-4c49-9d2b-3e68714ee988" providerId="ADAL" clId="{312BE368-1ED9-4C89-9F56-93BF55744060}" dt="2026-09-17T09:41:08.566" v="4522" actId="403"/>
          <ac:spMkLst>
            <pc:docMk/>
            <pc:sldMk cId="95108496" sldId="823"/>
            <ac:spMk id="45" creationId="{0FF48303-6288-2919-CFDE-E79C913A6344}"/>
          </ac:spMkLst>
        </pc:spChg>
        <pc:spChg chg="add mod">
          <ac:chgData name="Marion Lacroix" userId="9df64882-6113-4c49-9d2b-3e68714ee988" providerId="ADAL" clId="{312BE368-1ED9-4C89-9F56-93BF55744060}" dt="2026-09-17T09:41:16.216" v="4525" actId="20577"/>
          <ac:spMkLst>
            <pc:docMk/>
            <pc:sldMk cId="95108496" sldId="823"/>
            <ac:spMk id="47" creationId="{A3645701-286F-6ED7-C272-640D864EF3ED}"/>
          </ac:spMkLst>
        </pc:spChg>
        <pc:spChg chg="add mod">
          <ac:chgData name="Marion Lacroix" userId="9df64882-6113-4c49-9d2b-3e68714ee988" providerId="ADAL" clId="{312BE368-1ED9-4C89-9F56-93BF55744060}" dt="2026-09-17T09:41:52.174" v="4536" actId="1076"/>
          <ac:spMkLst>
            <pc:docMk/>
            <pc:sldMk cId="95108496" sldId="823"/>
            <ac:spMk id="49" creationId="{779023D9-C400-CC63-0EEA-C41BBDCF39CB}"/>
          </ac:spMkLst>
        </pc:spChg>
        <pc:spChg chg="add mod">
          <ac:chgData name="Marion Lacroix" userId="9df64882-6113-4c49-9d2b-3e68714ee988" providerId="ADAL" clId="{312BE368-1ED9-4C89-9F56-93BF55744060}" dt="2026-09-17T09:41:47.645" v="4535" actId="20577"/>
          <ac:spMkLst>
            <pc:docMk/>
            <pc:sldMk cId="95108496" sldId="823"/>
            <ac:spMk id="51" creationId="{5016784F-DAF5-3132-F57C-5C6D3F3B713F}"/>
          </ac:spMkLst>
        </pc:spChg>
        <pc:spChg chg="add mod">
          <ac:chgData name="Marion Lacroix" userId="9df64882-6113-4c49-9d2b-3e68714ee988" providerId="ADAL" clId="{312BE368-1ED9-4C89-9F56-93BF55744060}" dt="2026-09-17T09:42:14.327" v="4542" actId="208"/>
          <ac:spMkLst>
            <pc:docMk/>
            <pc:sldMk cId="95108496" sldId="823"/>
            <ac:spMk id="53" creationId="{F4BA9C63-713B-22EB-DA53-92DAC031308C}"/>
          </ac:spMkLst>
        </pc:spChg>
        <pc:spChg chg="add mod">
          <ac:chgData name="Marion Lacroix" userId="9df64882-6113-4c49-9d2b-3e68714ee988" providerId="ADAL" clId="{312BE368-1ED9-4C89-9F56-93BF55744060}" dt="2026-09-17T09:42:33.467" v="4546" actId="20577"/>
          <ac:spMkLst>
            <pc:docMk/>
            <pc:sldMk cId="95108496" sldId="823"/>
            <ac:spMk id="55" creationId="{8183D682-4299-8958-D391-C0BD99ECF638}"/>
          </ac:spMkLst>
        </pc:spChg>
        <pc:spChg chg="add mod">
          <ac:chgData name="Marion Lacroix" userId="9df64882-6113-4c49-9d2b-3e68714ee988" providerId="ADAL" clId="{312BE368-1ED9-4C89-9F56-93BF55744060}" dt="2026-09-17T09:42:46.379" v="4549" actId="20577"/>
          <ac:spMkLst>
            <pc:docMk/>
            <pc:sldMk cId="95108496" sldId="823"/>
            <ac:spMk id="57" creationId="{4E714F7C-3E95-0E22-AFAA-F92268C969ED}"/>
          </ac:spMkLst>
        </pc:spChg>
        <pc:spChg chg="add mod">
          <ac:chgData name="Marion Lacroix" userId="9df64882-6113-4c49-9d2b-3e68714ee988" providerId="ADAL" clId="{312BE368-1ED9-4C89-9F56-93BF55744060}" dt="2026-09-17T09:44:54.661" v="4589" actId="14100"/>
          <ac:spMkLst>
            <pc:docMk/>
            <pc:sldMk cId="95108496" sldId="823"/>
            <ac:spMk id="59" creationId="{5AD1ACAF-42EE-47B8-EC58-EBE690B8A89F}"/>
          </ac:spMkLst>
        </pc:spChg>
        <pc:spChg chg="add mod">
          <ac:chgData name="Marion Lacroix" userId="9df64882-6113-4c49-9d2b-3e68714ee988" providerId="ADAL" clId="{312BE368-1ED9-4C89-9F56-93BF55744060}" dt="2026-09-17T09:44:06.705" v="4567" actId="207"/>
          <ac:spMkLst>
            <pc:docMk/>
            <pc:sldMk cId="95108496" sldId="823"/>
            <ac:spMk id="61" creationId="{9A570853-FF1F-0CC9-2561-E4470004623F}"/>
          </ac:spMkLst>
        </pc:spChg>
        <pc:spChg chg="add mod">
          <ac:chgData name="Marion Lacroix" userId="9df64882-6113-4c49-9d2b-3e68714ee988" providerId="ADAL" clId="{312BE368-1ED9-4C89-9F56-93BF55744060}" dt="2026-09-17T09:44:09.857" v="4568" actId="207"/>
          <ac:spMkLst>
            <pc:docMk/>
            <pc:sldMk cId="95108496" sldId="823"/>
            <ac:spMk id="63" creationId="{675C241E-DC27-90E4-8372-C250927DBCCC}"/>
          </ac:spMkLst>
        </pc:spChg>
        <pc:spChg chg="add mod">
          <ac:chgData name="Marion Lacroix" userId="9df64882-6113-4c49-9d2b-3e68714ee988" providerId="ADAL" clId="{312BE368-1ED9-4C89-9F56-93BF55744060}" dt="2026-09-17T09:44:25.232" v="4572" actId="14100"/>
          <ac:spMkLst>
            <pc:docMk/>
            <pc:sldMk cId="95108496" sldId="823"/>
            <ac:spMk id="67" creationId="{998ECF97-9C0B-0A20-6035-75AB0AEFB95A}"/>
          </ac:spMkLst>
        </pc:spChg>
        <pc:spChg chg="add mod">
          <ac:chgData name="Marion Lacroix" userId="9df64882-6113-4c49-9d2b-3e68714ee988" providerId="ADAL" clId="{312BE368-1ED9-4C89-9F56-93BF55744060}" dt="2026-09-17T09:44:34.241" v="4579" actId="20577"/>
          <ac:spMkLst>
            <pc:docMk/>
            <pc:sldMk cId="95108496" sldId="823"/>
            <ac:spMk id="69" creationId="{C3704E94-0600-C7BF-86F3-A2EC753B0B4F}"/>
          </ac:spMkLst>
        </pc:spChg>
        <pc:spChg chg="add mod">
          <ac:chgData name="Marion Lacroix" userId="9df64882-6113-4c49-9d2b-3e68714ee988" providerId="ADAL" clId="{312BE368-1ED9-4C89-9F56-93BF55744060}" dt="2026-09-17T09:44:48.649" v="4586" actId="20577"/>
          <ac:spMkLst>
            <pc:docMk/>
            <pc:sldMk cId="95108496" sldId="823"/>
            <ac:spMk id="71" creationId="{42BE7121-57B6-924F-B632-1831ED5832E2}"/>
          </ac:spMkLst>
        </pc:spChg>
        <pc:grpChg chg="add mod">
          <ac:chgData name="Marion Lacroix" userId="9df64882-6113-4c49-9d2b-3e68714ee988" providerId="ADAL" clId="{312BE368-1ED9-4C89-9F56-93BF55744060}" dt="2026-09-17T09:39:54.619" v="4499" actId="1076"/>
          <ac:grpSpMkLst>
            <pc:docMk/>
            <pc:sldMk cId="95108496" sldId="823"/>
            <ac:grpSpMk id="38" creationId="{FC9F055F-5E48-5F73-B7E5-6BABBE4C12FA}"/>
          </ac:grpSpMkLst>
        </pc:grpChg>
        <pc:picChg chg="add mod">
          <ac:chgData name="Marion Lacroix" userId="9df64882-6113-4c49-9d2b-3e68714ee988" providerId="ADAL" clId="{312BE368-1ED9-4C89-9F56-93BF55744060}" dt="2026-09-17T09:40:14.858" v="4509" actId="1076"/>
          <ac:picMkLst>
            <pc:docMk/>
            <pc:sldMk cId="95108496" sldId="823"/>
            <ac:picMk id="7" creationId="{AE7E878D-A1EF-8832-17FE-8AD18C9C772F}"/>
          </ac:picMkLst>
        </pc:picChg>
        <pc:picChg chg="add mod">
          <ac:chgData name="Marion Lacroix" userId="9df64882-6113-4c49-9d2b-3e68714ee988" providerId="ADAL" clId="{312BE368-1ED9-4C89-9F56-93BF55744060}" dt="2026-09-17T09:41:37.282" v="4532" actId="14100"/>
          <ac:picMkLst>
            <pc:docMk/>
            <pc:sldMk cId="95108496" sldId="823"/>
            <ac:picMk id="13" creationId="{4AC9DF31-7963-E5C9-78E3-9C15E18842FD}"/>
          </ac:picMkLst>
        </pc:picChg>
        <pc:picChg chg="add mod">
          <ac:chgData name="Marion Lacroix" userId="9df64882-6113-4c49-9d2b-3e68714ee988" providerId="ADAL" clId="{312BE368-1ED9-4C89-9F56-93BF55744060}" dt="2026-09-17T09:40:18.318" v="4511" actId="14100"/>
          <ac:picMkLst>
            <pc:docMk/>
            <pc:sldMk cId="95108496" sldId="823"/>
            <ac:picMk id="16" creationId="{0546E923-FCF1-8F9D-0960-4D4474D8CF37}"/>
          </ac:picMkLst>
        </pc:picChg>
        <pc:picChg chg="add mod">
          <ac:chgData name="Marion Lacroix" userId="9df64882-6113-4c49-9d2b-3e68714ee988" providerId="ADAL" clId="{312BE368-1ED9-4C89-9F56-93BF55744060}" dt="2026-09-17T09:40:09.098" v="4507" actId="1076"/>
          <ac:picMkLst>
            <pc:docMk/>
            <pc:sldMk cId="95108496" sldId="823"/>
            <ac:picMk id="18" creationId="{76380545-4621-5952-5097-DD8117B659BE}"/>
          </ac:picMkLst>
        </pc:picChg>
        <pc:picChg chg="add mod">
          <ac:chgData name="Marion Lacroix" userId="9df64882-6113-4c49-9d2b-3e68714ee988" providerId="ADAL" clId="{312BE368-1ED9-4C89-9F56-93BF55744060}" dt="2026-09-17T09:44:30.790" v="4576" actId="1076"/>
          <ac:picMkLst>
            <pc:docMk/>
            <pc:sldMk cId="95108496" sldId="823"/>
            <ac:picMk id="21" creationId="{4ED6608A-A3DC-4891-2857-005BA44C6419}"/>
          </ac:picMkLst>
        </pc:picChg>
        <pc:picChg chg="add mod">
          <ac:chgData name="Marion Lacroix" userId="9df64882-6113-4c49-9d2b-3e68714ee988" providerId="ADAL" clId="{312BE368-1ED9-4C89-9F56-93BF55744060}" dt="2026-09-17T09:43:03.185" v="4554" actId="14100"/>
          <ac:picMkLst>
            <pc:docMk/>
            <pc:sldMk cId="95108496" sldId="823"/>
            <ac:picMk id="23" creationId="{A869CA8B-92BA-7C5A-E347-82B6232982B7}"/>
          </ac:picMkLst>
        </pc:picChg>
        <pc:picChg chg="add mod">
          <ac:chgData name="Marion Lacroix" userId="9df64882-6113-4c49-9d2b-3e68714ee988" providerId="ADAL" clId="{312BE368-1ED9-4C89-9F56-93BF55744060}" dt="2026-09-17T09:40:29.186" v="4513" actId="14100"/>
          <ac:picMkLst>
            <pc:docMk/>
            <pc:sldMk cId="95108496" sldId="823"/>
            <ac:picMk id="27" creationId="{71BAFED8-DC74-75F7-9094-241A4DC7042A}"/>
          </ac:picMkLst>
        </pc:picChg>
        <pc:picChg chg="add mod">
          <ac:chgData name="Marion Lacroix" userId="9df64882-6113-4c49-9d2b-3e68714ee988" providerId="ADAL" clId="{312BE368-1ED9-4C89-9F56-93BF55744060}" dt="2026-09-17T09:41:25.575" v="4529" actId="1076"/>
          <ac:picMkLst>
            <pc:docMk/>
            <pc:sldMk cId="95108496" sldId="823"/>
            <ac:picMk id="29" creationId="{E5EF37F2-9A19-A36D-1243-18E328A99CA1}"/>
          </ac:picMkLst>
        </pc:picChg>
        <pc:picChg chg="add mod">
          <ac:chgData name="Marion Lacroix" userId="9df64882-6113-4c49-9d2b-3e68714ee988" providerId="ADAL" clId="{312BE368-1ED9-4C89-9F56-93BF55744060}" dt="2026-09-17T09:40:12.466" v="4508" actId="14100"/>
          <ac:picMkLst>
            <pc:docMk/>
            <pc:sldMk cId="95108496" sldId="823"/>
            <ac:picMk id="31" creationId="{22347D1C-372A-1613-F569-3644B370C5CE}"/>
          </ac:picMkLst>
        </pc:picChg>
        <pc:picChg chg="add mod">
          <ac:chgData name="Marion Lacroix" userId="9df64882-6113-4c49-9d2b-3e68714ee988" providerId="ADAL" clId="{312BE368-1ED9-4C89-9F56-93BF55744060}" dt="2026-09-17T09:39:59.514" v="4501" actId="14100"/>
          <ac:picMkLst>
            <pc:docMk/>
            <pc:sldMk cId="95108496" sldId="823"/>
            <ac:picMk id="33" creationId="{409DF672-E530-AE3A-D112-89FAA69ABAE8}"/>
          </ac:picMkLst>
        </pc:picChg>
        <pc:picChg chg="add mod">
          <ac:chgData name="Marion Lacroix" userId="9df64882-6113-4c49-9d2b-3e68714ee988" providerId="ADAL" clId="{312BE368-1ED9-4C89-9F56-93BF55744060}" dt="2026-09-17T09:40:32.782" v="4515" actId="1076"/>
          <ac:picMkLst>
            <pc:docMk/>
            <pc:sldMk cId="95108496" sldId="823"/>
            <ac:picMk id="35" creationId="{C80797E1-CD0F-7AAA-904F-C23C9F294026}"/>
          </ac:picMkLst>
        </pc:picChg>
        <pc:picChg chg="add mod">
          <ac:chgData name="Marion Lacroix" userId="9df64882-6113-4c49-9d2b-3e68714ee988" providerId="ADAL" clId="{312BE368-1ED9-4C89-9F56-93BF55744060}" dt="2026-09-17T09:42:57.388" v="4552" actId="14100"/>
          <ac:picMkLst>
            <pc:docMk/>
            <pc:sldMk cId="95108496" sldId="823"/>
            <ac:picMk id="37" creationId="{97B4F743-E49D-E4C3-D796-F706A978D067}"/>
          </ac:picMkLst>
        </pc:picChg>
        <pc:picChg chg="mod">
          <ac:chgData name="Marion Lacroix" userId="9df64882-6113-4c49-9d2b-3e68714ee988" providerId="ADAL" clId="{312BE368-1ED9-4C89-9F56-93BF55744060}" dt="2026-09-17T09:37:31.230" v="4441"/>
          <ac:picMkLst>
            <pc:docMk/>
            <pc:sldMk cId="95108496" sldId="823"/>
            <ac:picMk id="39" creationId="{74364F80-BECB-2CE2-F324-6C93CF5AC5D6}"/>
          </ac:picMkLst>
        </pc:picChg>
        <pc:picChg chg="mod">
          <ac:chgData name="Marion Lacroix" userId="9df64882-6113-4c49-9d2b-3e68714ee988" providerId="ADAL" clId="{312BE368-1ED9-4C89-9F56-93BF55744060}" dt="2026-09-17T09:37:31.230" v="4441"/>
          <ac:picMkLst>
            <pc:docMk/>
            <pc:sldMk cId="95108496" sldId="823"/>
            <ac:picMk id="40" creationId="{3BB66FFB-540D-EF59-811C-283A10CA0D27}"/>
          </ac:picMkLst>
        </pc:picChg>
        <pc:picChg chg="mod">
          <ac:chgData name="Marion Lacroix" userId="9df64882-6113-4c49-9d2b-3e68714ee988" providerId="ADAL" clId="{312BE368-1ED9-4C89-9F56-93BF55744060}" dt="2026-09-17T09:37:31.230" v="4441"/>
          <ac:picMkLst>
            <pc:docMk/>
            <pc:sldMk cId="95108496" sldId="823"/>
            <ac:picMk id="41" creationId="{1F38F1C2-DD62-079E-1069-B73D1C6F5BF2}"/>
          </ac:picMkLst>
        </pc:picChg>
        <pc:picChg chg="mod">
          <ac:chgData name="Marion Lacroix" userId="9df64882-6113-4c49-9d2b-3e68714ee988" providerId="ADAL" clId="{312BE368-1ED9-4C89-9F56-93BF55744060}" dt="2026-09-17T09:37:31.230" v="4441"/>
          <ac:picMkLst>
            <pc:docMk/>
            <pc:sldMk cId="95108496" sldId="823"/>
            <ac:picMk id="42" creationId="{1E0DAFAD-7102-2948-7892-368E76F21696}"/>
          </ac:picMkLst>
        </pc:picChg>
        <pc:picChg chg="mod">
          <ac:chgData name="Marion Lacroix" userId="9df64882-6113-4c49-9d2b-3e68714ee988" providerId="ADAL" clId="{312BE368-1ED9-4C89-9F56-93BF55744060}" dt="2026-09-17T09:37:31.230" v="4441"/>
          <ac:picMkLst>
            <pc:docMk/>
            <pc:sldMk cId="95108496" sldId="823"/>
            <ac:picMk id="43" creationId="{22136712-962A-CA23-089B-8C1AADBF1AC6}"/>
          </ac:picMkLst>
        </pc:picChg>
      </pc:sldChg>
      <pc:sldChg chg="addSp delSp modSp add mod">
        <pc:chgData name="Marion Lacroix" userId="9df64882-6113-4c49-9d2b-3e68714ee988" providerId="ADAL" clId="{312BE368-1ED9-4C89-9F56-93BF55744060}" dt="2026-09-17T11:16:50.117" v="7059" actId="242"/>
        <pc:sldMkLst>
          <pc:docMk/>
          <pc:sldMk cId="3311166845" sldId="824"/>
        </pc:sldMkLst>
        <pc:spChg chg="add mod">
          <ac:chgData name="Marion Lacroix" userId="9df64882-6113-4c49-9d2b-3e68714ee988" providerId="ADAL" clId="{312BE368-1ED9-4C89-9F56-93BF55744060}" dt="2026-09-17T11:16:50.117" v="7059" actId="242"/>
          <ac:spMkLst>
            <pc:docMk/>
            <pc:sldMk cId="3311166845" sldId="824"/>
            <ac:spMk id="4" creationId="{30513082-19C5-EFCE-7618-737A0DA68BF3}"/>
          </ac:spMkLst>
        </pc:spChg>
        <pc:spChg chg="mod">
          <ac:chgData name="Marion Lacroix" userId="9df64882-6113-4c49-9d2b-3e68714ee988" providerId="ADAL" clId="{312BE368-1ED9-4C89-9F56-93BF55744060}" dt="2026-09-17T10:42:59.625" v="6098" actId="1076"/>
          <ac:spMkLst>
            <pc:docMk/>
            <pc:sldMk cId="3311166845" sldId="824"/>
            <ac:spMk id="8" creationId="{C6747CBE-0BF9-ADD6-413D-B6CF26ECE86B}"/>
          </ac:spMkLst>
        </pc:spChg>
        <pc:spChg chg="mod">
          <ac:chgData name="Marion Lacroix" userId="9df64882-6113-4c49-9d2b-3e68714ee988" providerId="ADAL" clId="{312BE368-1ED9-4C89-9F56-93BF55744060}" dt="2026-09-17T11:16:50.117" v="7059" actId="242"/>
          <ac:spMkLst>
            <pc:docMk/>
            <pc:sldMk cId="3311166845" sldId="824"/>
            <ac:spMk id="14" creationId="{FC454779-EC8E-4022-79EF-D39085F9AEEE}"/>
          </ac:spMkLst>
        </pc:spChg>
      </pc:sldChg>
      <pc:sldChg chg="addSp delSp modSp add mod ord modAnim">
        <pc:chgData name="Marion Lacroix" userId="9df64882-6113-4c49-9d2b-3e68714ee988" providerId="ADAL" clId="{312BE368-1ED9-4C89-9F56-93BF55744060}" dt="2026-09-17T11:11:19.333" v="6985" actId="255"/>
        <pc:sldMkLst>
          <pc:docMk/>
          <pc:sldMk cId="2442643096" sldId="825"/>
        </pc:sldMkLst>
        <pc:spChg chg="mod">
          <ac:chgData name="Marion Lacroix" userId="9df64882-6113-4c49-9d2b-3e68714ee988" providerId="ADAL" clId="{312BE368-1ED9-4C89-9F56-93BF55744060}" dt="2026-09-17T10:36:22.974" v="5803"/>
          <ac:spMkLst>
            <pc:docMk/>
            <pc:sldMk cId="2442643096" sldId="825"/>
            <ac:spMk id="8" creationId="{948AC8B9-B2C2-04EF-2CE4-1053A2580AA3}"/>
          </ac:spMkLst>
        </pc:spChg>
        <pc:spChg chg="add mod">
          <ac:chgData name="Marion Lacroix" userId="9df64882-6113-4c49-9d2b-3e68714ee988" providerId="ADAL" clId="{312BE368-1ED9-4C89-9F56-93BF55744060}" dt="2026-09-17T10:41:35.534" v="6051" actId="20577"/>
          <ac:spMkLst>
            <pc:docMk/>
            <pc:sldMk cId="2442643096" sldId="825"/>
            <ac:spMk id="29" creationId="{D651459E-EF95-3819-3C0B-7D0A2391563D}"/>
          </ac:spMkLst>
        </pc:spChg>
        <pc:spChg chg="add mod">
          <ac:chgData name="Marion Lacroix" userId="9df64882-6113-4c49-9d2b-3e68714ee988" providerId="ADAL" clId="{312BE368-1ED9-4C89-9F56-93BF55744060}" dt="2026-09-17T10:41:06.296" v="6032" actId="14100"/>
          <ac:spMkLst>
            <pc:docMk/>
            <pc:sldMk cId="2442643096" sldId="825"/>
            <ac:spMk id="31" creationId="{47A4785D-2B4E-94BD-3C12-7D74EC7749B7}"/>
          </ac:spMkLst>
        </pc:spChg>
        <pc:spChg chg="add mod">
          <ac:chgData name="Marion Lacroix" userId="9df64882-6113-4c49-9d2b-3e68714ee988" providerId="ADAL" clId="{312BE368-1ED9-4C89-9F56-93BF55744060}" dt="2026-09-17T11:11:19.333" v="6985" actId="255"/>
          <ac:spMkLst>
            <pc:docMk/>
            <pc:sldMk cId="2442643096" sldId="825"/>
            <ac:spMk id="32" creationId="{DA76FEF1-40D3-399E-84D7-7878C54EC1F8}"/>
          </ac:spMkLst>
        </pc:spChg>
        <pc:graphicFrameChg chg="add mod">
          <ac:chgData name="Marion Lacroix" userId="9df64882-6113-4c49-9d2b-3e68714ee988" providerId="ADAL" clId="{312BE368-1ED9-4C89-9F56-93BF55744060}" dt="2026-09-17T10:37:44.398" v="5822" actId="1076"/>
          <ac:graphicFrameMkLst>
            <pc:docMk/>
            <pc:sldMk cId="2442643096" sldId="825"/>
            <ac:graphicFrameMk id="18" creationId="{64B87EE6-0C71-A90C-1FD3-8622D697EFBB}"/>
          </ac:graphicFrameMkLst>
        </pc:graphicFrameChg>
        <pc:graphicFrameChg chg="add mod modGraphic">
          <ac:chgData name="Marion Lacroix" userId="9df64882-6113-4c49-9d2b-3e68714ee988" providerId="ADAL" clId="{312BE368-1ED9-4C89-9F56-93BF55744060}" dt="2026-09-17T10:37:41.875" v="5821" actId="1076"/>
          <ac:graphicFrameMkLst>
            <pc:docMk/>
            <pc:sldMk cId="2442643096" sldId="825"/>
            <ac:graphicFrameMk id="25" creationId="{078A4020-8800-6A62-F980-0481BFD1E4DD}"/>
          </ac:graphicFrameMkLst>
        </pc:graphicFrameChg>
        <pc:picChg chg="add mod">
          <ac:chgData name="Marion Lacroix" userId="9df64882-6113-4c49-9d2b-3e68714ee988" providerId="ADAL" clId="{312BE368-1ED9-4C89-9F56-93BF55744060}" dt="2026-09-17T10:32:49.729" v="5607" actId="14100"/>
          <ac:picMkLst>
            <pc:docMk/>
            <pc:sldMk cId="2442643096" sldId="825"/>
            <ac:picMk id="9" creationId="{8565E91A-59AF-00A1-2461-B61B88C83A4B}"/>
          </ac:picMkLst>
        </pc:picChg>
      </pc:sldChg>
      <pc:sldChg chg="addSp delSp modSp add mod delAnim modAnim">
        <pc:chgData name="Marion Lacroix" userId="9df64882-6113-4c49-9d2b-3e68714ee988" providerId="ADAL" clId="{312BE368-1ED9-4C89-9F56-93BF55744060}" dt="2026-09-18T12:59:05.453" v="7178" actId="166"/>
        <pc:sldMkLst>
          <pc:docMk/>
          <pc:sldMk cId="2113402981" sldId="826"/>
        </pc:sldMkLst>
        <pc:spChg chg="add mod ord">
          <ac:chgData name="Marion Lacroix" userId="9df64882-6113-4c49-9d2b-3e68714ee988" providerId="ADAL" clId="{312BE368-1ED9-4C89-9F56-93BF55744060}" dt="2026-09-18T12:59:05.453" v="7178" actId="166"/>
          <ac:spMkLst>
            <pc:docMk/>
            <pc:sldMk cId="2113402981" sldId="826"/>
            <ac:spMk id="5" creationId="{6082EF08-45FE-66FA-1EFB-6760BBBD3F42}"/>
          </ac:spMkLst>
        </pc:spChg>
        <pc:spChg chg="add mod">
          <ac:chgData name="Marion Lacroix" userId="9df64882-6113-4c49-9d2b-3e68714ee988" providerId="ADAL" clId="{312BE368-1ED9-4C89-9F56-93BF55744060}" dt="2026-09-17T11:17:25.777" v="7064" actId="242"/>
          <ac:spMkLst>
            <pc:docMk/>
            <pc:sldMk cId="2113402981" sldId="826"/>
            <ac:spMk id="10" creationId="{00F8A869-94D2-A1EC-2810-EB2528B60EC5}"/>
          </ac:spMkLst>
        </pc:spChg>
        <pc:spChg chg="mod">
          <ac:chgData name="Marion Lacroix" userId="9df64882-6113-4c49-9d2b-3e68714ee988" providerId="ADAL" clId="{312BE368-1ED9-4C89-9F56-93BF55744060}" dt="2026-09-17T11:17:25.777" v="7064" actId="242"/>
          <ac:spMkLst>
            <pc:docMk/>
            <pc:sldMk cId="2113402981" sldId="826"/>
            <ac:spMk id="29" creationId="{30E7CCB6-6CB5-0157-7804-C9DC5D37EAE3}"/>
          </ac:spMkLst>
        </pc:spChg>
        <pc:picChg chg="add">
          <ac:chgData name="Marion Lacroix" userId="9df64882-6113-4c49-9d2b-3e68714ee988" providerId="ADAL" clId="{312BE368-1ED9-4C89-9F56-93BF55744060}" dt="2026-09-18T12:59:00.762" v="7177" actId="22"/>
          <ac:picMkLst>
            <pc:docMk/>
            <pc:sldMk cId="2113402981" sldId="826"/>
            <ac:picMk id="8" creationId="{699FD766-E6EB-8FA9-66BA-8CABA86C1871}"/>
          </ac:picMkLst>
        </pc:picChg>
        <pc:picChg chg="add mod ord">
          <ac:chgData name="Marion Lacroix" userId="9df64882-6113-4c49-9d2b-3e68714ee988" providerId="ADAL" clId="{312BE368-1ED9-4C89-9F56-93BF55744060}" dt="2026-09-18T12:59:05.453" v="7178" actId="166"/>
          <ac:picMkLst>
            <pc:docMk/>
            <pc:sldMk cId="2113402981" sldId="826"/>
            <ac:picMk id="9" creationId="{B00D423A-D35D-E300-B122-89F9B635BFB7}"/>
          </ac:picMkLst>
        </pc:picChg>
        <pc:picChg chg="add">
          <ac:chgData name="Marion Lacroix" userId="9df64882-6113-4c49-9d2b-3e68714ee988" providerId="ADAL" clId="{312BE368-1ED9-4C89-9F56-93BF55744060}" dt="2026-09-18T12:59:00.762" v="7177" actId="22"/>
          <ac:picMkLst>
            <pc:docMk/>
            <pc:sldMk cId="2113402981" sldId="826"/>
            <ac:picMk id="13" creationId="{44AC918F-2EF7-8290-D800-4307B5686877}"/>
          </ac:picMkLst>
        </pc:picChg>
        <pc:picChg chg="add">
          <ac:chgData name="Marion Lacroix" userId="9df64882-6113-4c49-9d2b-3e68714ee988" providerId="ADAL" clId="{312BE368-1ED9-4C89-9F56-93BF55744060}" dt="2026-09-18T12:59:00.762" v="7177" actId="22"/>
          <ac:picMkLst>
            <pc:docMk/>
            <pc:sldMk cId="2113402981" sldId="826"/>
            <ac:picMk id="16" creationId="{5B5E5091-D464-8054-B209-A661FA2096C3}"/>
          </ac:picMkLst>
        </pc:picChg>
        <pc:picChg chg="add">
          <ac:chgData name="Marion Lacroix" userId="9df64882-6113-4c49-9d2b-3e68714ee988" providerId="ADAL" clId="{312BE368-1ED9-4C89-9F56-93BF55744060}" dt="2026-09-18T12:59:00.762" v="7177" actId="22"/>
          <ac:picMkLst>
            <pc:docMk/>
            <pc:sldMk cId="2113402981" sldId="826"/>
            <ac:picMk id="19" creationId="{AAFD092F-9A2E-0788-1890-2086B8932AE9}"/>
          </ac:picMkLst>
        </pc:picChg>
      </pc:sldChg>
      <pc:sldChg chg="addSp delSp modSp add mod">
        <pc:chgData name="Marion Lacroix" userId="9df64882-6113-4c49-9d2b-3e68714ee988" providerId="ADAL" clId="{312BE368-1ED9-4C89-9F56-93BF55744060}" dt="2026-09-17T11:16:18.079" v="7055" actId="242"/>
        <pc:sldMkLst>
          <pc:docMk/>
          <pc:sldMk cId="3060346526" sldId="827"/>
        </pc:sldMkLst>
        <pc:spChg chg="mod">
          <ac:chgData name="Marion Lacroix" userId="9df64882-6113-4c49-9d2b-3e68714ee988" providerId="ADAL" clId="{312BE368-1ED9-4C89-9F56-93BF55744060}" dt="2026-09-17T11:03:51.434" v="6859" actId="20577"/>
          <ac:spMkLst>
            <pc:docMk/>
            <pc:sldMk cId="3060346526" sldId="827"/>
            <ac:spMk id="2" creationId="{17B533BC-4ECA-E689-CF93-60FC36CC84B2}"/>
          </ac:spMkLst>
        </pc:spChg>
        <pc:spChg chg="mod">
          <ac:chgData name="Marion Lacroix" userId="9df64882-6113-4c49-9d2b-3e68714ee988" providerId="ADAL" clId="{312BE368-1ED9-4C89-9F56-93BF55744060}" dt="2026-09-17T11:07:28.164" v="6927" actId="20577"/>
          <ac:spMkLst>
            <pc:docMk/>
            <pc:sldMk cId="3060346526" sldId="827"/>
            <ac:spMk id="3" creationId="{E3857144-8A53-78A4-DC7E-81768559D209}"/>
          </ac:spMkLst>
        </pc:spChg>
        <pc:spChg chg="add mod">
          <ac:chgData name="Marion Lacroix" userId="9df64882-6113-4c49-9d2b-3e68714ee988" providerId="ADAL" clId="{312BE368-1ED9-4C89-9F56-93BF55744060}" dt="2026-09-17T11:16:18.079" v="7055" actId="242"/>
          <ac:spMkLst>
            <pc:docMk/>
            <pc:sldMk cId="3060346526" sldId="827"/>
            <ac:spMk id="8" creationId="{12B6CCF1-18D9-3ABC-45D8-F12E1E1894A3}"/>
          </ac:spMkLst>
        </pc:spChg>
        <pc:spChg chg="add mod">
          <ac:chgData name="Marion Lacroix" userId="9df64882-6113-4c49-9d2b-3e68714ee988" providerId="ADAL" clId="{312BE368-1ED9-4C89-9F56-93BF55744060}" dt="2026-09-17T11:16:18.079" v="7055" actId="242"/>
          <ac:spMkLst>
            <pc:docMk/>
            <pc:sldMk cId="3060346526" sldId="827"/>
            <ac:spMk id="10" creationId="{316EDA0C-2C78-165C-3CEA-AF65722DB642}"/>
          </ac:spMkLst>
        </pc:spChg>
        <pc:picChg chg="add mod">
          <ac:chgData name="Marion Lacroix" userId="9df64882-6113-4c49-9d2b-3e68714ee988" providerId="ADAL" clId="{312BE368-1ED9-4C89-9F56-93BF55744060}" dt="2026-09-17T11:07:07.805" v="6922" actId="1076"/>
          <ac:picMkLst>
            <pc:docMk/>
            <pc:sldMk cId="3060346526" sldId="827"/>
            <ac:picMk id="7" creationId="{654051D3-8680-175D-5B96-2944066589F8}"/>
          </ac:picMkLst>
        </pc:picChg>
      </pc:sldChg>
      <pc:sldChg chg="addSp delSp modSp add mod">
        <pc:chgData name="Marion Lacroix" userId="9df64882-6113-4c49-9d2b-3e68714ee988" providerId="ADAL" clId="{312BE368-1ED9-4C89-9F56-93BF55744060}" dt="2026-09-17T11:16:32.090" v="7056" actId="242"/>
        <pc:sldMkLst>
          <pc:docMk/>
          <pc:sldMk cId="3060649014" sldId="828"/>
        </pc:sldMkLst>
        <pc:spChg chg="mod">
          <ac:chgData name="Marion Lacroix" userId="9df64882-6113-4c49-9d2b-3e68714ee988" providerId="ADAL" clId="{312BE368-1ED9-4C89-9F56-93BF55744060}" dt="2026-09-17T11:07:34.194" v="6928" actId="20577"/>
          <ac:spMkLst>
            <pc:docMk/>
            <pc:sldMk cId="3060649014" sldId="828"/>
            <ac:spMk id="3" creationId="{CE39E20D-51B6-CC02-4D3E-807C2D56BCD0}"/>
          </ac:spMkLst>
        </pc:spChg>
        <pc:spChg chg="add mod">
          <ac:chgData name="Marion Lacroix" userId="9df64882-6113-4c49-9d2b-3e68714ee988" providerId="ADAL" clId="{312BE368-1ED9-4C89-9F56-93BF55744060}" dt="2026-09-17T11:16:32.090" v="7056" actId="242"/>
          <ac:spMkLst>
            <pc:docMk/>
            <pc:sldMk cId="3060649014" sldId="828"/>
            <ac:spMk id="8" creationId="{41DCBD1D-C5D7-8518-7E68-B089D10EDA39}"/>
          </ac:spMkLst>
        </pc:spChg>
        <pc:spChg chg="add mod">
          <ac:chgData name="Marion Lacroix" userId="9df64882-6113-4c49-9d2b-3e68714ee988" providerId="ADAL" clId="{312BE368-1ED9-4C89-9F56-93BF55744060}" dt="2026-09-17T11:16:32.090" v="7056" actId="242"/>
          <ac:spMkLst>
            <pc:docMk/>
            <pc:sldMk cId="3060649014" sldId="828"/>
            <ac:spMk id="10" creationId="{D33B8065-6D6D-2C2A-682A-4F443117AE62}"/>
          </ac:spMkLst>
        </pc:spChg>
        <pc:picChg chg="add">
          <ac:chgData name="Marion Lacroix" userId="9df64882-6113-4c49-9d2b-3e68714ee988" providerId="ADAL" clId="{312BE368-1ED9-4C89-9F56-93BF55744060}" dt="2026-09-17T11:07:19.156" v="6924" actId="22"/>
          <ac:picMkLst>
            <pc:docMk/>
            <pc:sldMk cId="3060649014" sldId="828"/>
            <ac:picMk id="7" creationId="{6F174FA7-B064-EEFA-0288-D3BEF8933AFA}"/>
          </ac:picMkLst>
        </pc:picChg>
      </pc:sldChg>
      <pc:sldChg chg="addSp delSp modSp add mod">
        <pc:chgData name="Marion Lacroix" userId="9df64882-6113-4c49-9d2b-3e68714ee988" providerId="ADAL" clId="{312BE368-1ED9-4C89-9F56-93BF55744060}" dt="2026-09-17T11:16:41.097" v="7058" actId="242"/>
        <pc:sldMkLst>
          <pc:docMk/>
          <pc:sldMk cId="575992996" sldId="829"/>
        </pc:sldMkLst>
        <pc:spChg chg="mod">
          <ac:chgData name="Marion Lacroix" userId="9df64882-6113-4c49-9d2b-3e68714ee988" providerId="ADAL" clId="{312BE368-1ED9-4C89-9F56-93BF55744060}" dt="2026-09-17T11:07:52.299" v="6932" actId="20577"/>
          <ac:spMkLst>
            <pc:docMk/>
            <pc:sldMk cId="575992996" sldId="829"/>
            <ac:spMk id="3" creationId="{4B6A7323-42D3-5C9B-902F-5E764FE92F03}"/>
          </ac:spMkLst>
        </pc:spChg>
        <pc:spChg chg="add mod">
          <ac:chgData name="Marion Lacroix" userId="9df64882-6113-4c49-9d2b-3e68714ee988" providerId="ADAL" clId="{312BE368-1ED9-4C89-9F56-93BF55744060}" dt="2026-09-17T11:16:41.097" v="7058" actId="242"/>
          <ac:spMkLst>
            <pc:docMk/>
            <pc:sldMk cId="575992996" sldId="829"/>
            <ac:spMk id="8" creationId="{0ACA1A4B-140B-0792-1636-5D5E903BB950}"/>
          </ac:spMkLst>
        </pc:spChg>
        <pc:spChg chg="add mod">
          <ac:chgData name="Marion Lacroix" userId="9df64882-6113-4c49-9d2b-3e68714ee988" providerId="ADAL" clId="{312BE368-1ED9-4C89-9F56-93BF55744060}" dt="2026-09-17T11:16:41.097" v="7058" actId="242"/>
          <ac:spMkLst>
            <pc:docMk/>
            <pc:sldMk cId="575992996" sldId="829"/>
            <ac:spMk id="10" creationId="{8502CCC6-FC82-DE99-5FEB-D9FAAC8874CA}"/>
          </ac:spMkLst>
        </pc:spChg>
        <pc:picChg chg="add">
          <ac:chgData name="Marion Lacroix" userId="9df64882-6113-4c49-9d2b-3e68714ee988" providerId="ADAL" clId="{312BE368-1ED9-4C89-9F56-93BF55744060}" dt="2026-09-17T11:07:22.188" v="6926" actId="22"/>
          <ac:picMkLst>
            <pc:docMk/>
            <pc:sldMk cId="575992996" sldId="829"/>
            <ac:picMk id="7" creationId="{9E7C2C37-CCA1-60CC-C7DF-5A00ED4B3F04}"/>
          </ac:picMkLst>
        </pc:picChg>
      </pc:sldChg>
      <pc:sldChg chg="addSp delSp modSp add mod ord">
        <pc:chgData name="Marion Lacroix" userId="9df64882-6113-4c49-9d2b-3e68714ee988" providerId="ADAL" clId="{312BE368-1ED9-4C89-9F56-93BF55744060}" dt="2026-09-17T11:16:36.823" v="7057" actId="242"/>
        <pc:sldMkLst>
          <pc:docMk/>
          <pc:sldMk cId="569016199" sldId="830"/>
        </pc:sldMkLst>
        <pc:spChg chg="mod">
          <ac:chgData name="Marion Lacroix" userId="9df64882-6113-4c49-9d2b-3e68714ee988" providerId="ADAL" clId="{312BE368-1ED9-4C89-9F56-93BF55744060}" dt="2026-09-17T11:08:09.857" v="6936" actId="20577"/>
          <ac:spMkLst>
            <pc:docMk/>
            <pc:sldMk cId="569016199" sldId="830"/>
            <ac:spMk id="3" creationId="{6121CCE3-F1C3-DFFD-B966-2B479D5CCEC8}"/>
          </ac:spMkLst>
        </pc:spChg>
        <pc:spChg chg="add mod">
          <ac:chgData name="Marion Lacroix" userId="9df64882-6113-4c49-9d2b-3e68714ee988" providerId="ADAL" clId="{312BE368-1ED9-4C89-9F56-93BF55744060}" dt="2026-09-17T11:16:36.823" v="7057" actId="242"/>
          <ac:spMkLst>
            <pc:docMk/>
            <pc:sldMk cId="569016199" sldId="830"/>
            <ac:spMk id="5" creationId="{2DAE448C-4435-AA52-6137-4E10A1B277DF}"/>
          </ac:spMkLst>
        </pc:spChg>
        <pc:spChg chg="add mod">
          <ac:chgData name="Marion Lacroix" userId="9df64882-6113-4c49-9d2b-3e68714ee988" providerId="ADAL" clId="{312BE368-1ED9-4C89-9F56-93BF55744060}" dt="2026-09-17T11:16:36.823" v="7057" actId="242"/>
          <ac:spMkLst>
            <pc:docMk/>
            <pc:sldMk cId="569016199" sldId="830"/>
            <ac:spMk id="9" creationId="{D883910D-4463-C7C6-C233-7922805C75E5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7137" cy="512304"/>
          </a:xfrm>
          <a:prstGeom prst="rect">
            <a:avLst/>
          </a:prstGeom>
        </p:spPr>
        <p:txBody>
          <a:bodyPr vert="horz" lIns="94750" tIns="47375" rIns="94750" bIns="47375" rtlCol="0"/>
          <a:lstStyle>
            <a:lvl1pPr algn="l">
              <a:defRPr sz="1100"/>
            </a:lvl1pPr>
          </a:lstStyle>
          <a:p>
            <a:r>
              <a:rPr lang="fr-FR"/>
              <a:t>CoPil NaviForest n°4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4020508" y="0"/>
            <a:ext cx="3077137" cy="512304"/>
          </a:xfrm>
          <a:prstGeom prst="rect">
            <a:avLst/>
          </a:prstGeom>
        </p:spPr>
        <p:txBody>
          <a:bodyPr vert="horz" lIns="94750" tIns="47375" rIns="94750" bIns="47375" rtlCol="0"/>
          <a:lstStyle>
            <a:lvl1pPr algn="r">
              <a:defRPr sz="1100"/>
            </a:lvl1pPr>
          </a:lstStyle>
          <a:p>
            <a:r>
              <a:rPr lang="fr-FR"/>
              <a:t>13/06/2023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2" y="9722309"/>
            <a:ext cx="3077137" cy="512304"/>
          </a:xfrm>
          <a:prstGeom prst="rect">
            <a:avLst/>
          </a:prstGeom>
        </p:spPr>
        <p:txBody>
          <a:bodyPr vert="horz" lIns="94750" tIns="47375" rIns="94750" bIns="47375" rtlCol="0" anchor="b"/>
          <a:lstStyle>
            <a:lvl1pPr algn="l">
              <a:defRPr sz="1100"/>
            </a:lvl1pPr>
          </a:lstStyle>
          <a:p>
            <a:r>
              <a:rPr lang="fr-FR"/>
              <a:t>FCBA-IGN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4020508" y="9722309"/>
            <a:ext cx="3077137" cy="512304"/>
          </a:xfrm>
          <a:prstGeom prst="rect">
            <a:avLst/>
          </a:prstGeom>
        </p:spPr>
        <p:txBody>
          <a:bodyPr vert="horz" lIns="94750" tIns="47375" rIns="94750" bIns="47375" rtlCol="0" anchor="b"/>
          <a:lstStyle>
            <a:lvl1pPr algn="r">
              <a:defRPr sz="1100"/>
            </a:lvl1pPr>
          </a:lstStyle>
          <a:p>
            <a:fld id="{768F9535-FCA2-4290-A8B4-639E928017F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8173030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30T12:08:08.2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3123 1888 16383 0 0,'0'0'0'0'0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30T12:08:08.2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3123 1888 16383 0 0,'0'0'0'0'0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30T12:08:08.2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3123 1888 16383 0 0,'0'0'0'0'0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7137" cy="512304"/>
          </a:xfrm>
          <a:prstGeom prst="rect">
            <a:avLst/>
          </a:prstGeom>
        </p:spPr>
        <p:txBody>
          <a:bodyPr vert="horz" lIns="94750" tIns="47375" rIns="94750" bIns="47375" rtlCol="0"/>
          <a:lstStyle>
            <a:lvl1pPr algn="l">
              <a:defRPr sz="1100"/>
            </a:lvl1pPr>
          </a:lstStyle>
          <a:p>
            <a:r>
              <a:rPr lang="fr-FR"/>
              <a:t>CoPil NaviForest n°4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0508" y="0"/>
            <a:ext cx="3077137" cy="512304"/>
          </a:xfrm>
          <a:prstGeom prst="rect">
            <a:avLst/>
          </a:prstGeom>
        </p:spPr>
        <p:txBody>
          <a:bodyPr vert="horz" lIns="94750" tIns="47375" rIns="94750" bIns="47375" rtlCol="0"/>
          <a:lstStyle>
            <a:lvl1pPr algn="r">
              <a:defRPr sz="1100"/>
            </a:lvl1pPr>
          </a:lstStyle>
          <a:p>
            <a:r>
              <a:rPr lang="fr-FR"/>
              <a:t>13/06/2023</a:t>
            </a:r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50" tIns="47375" rIns="94750" bIns="47375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09601" y="4924989"/>
            <a:ext cx="5680103" cy="4029684"/>
          </a:xfrm>
          <a:prstGeom prst="rect">
            <a:avLst/>
          </a:prstGeom>
        </p:spPr>
        <p:txBody>
          <a:bodyPr vert="horz" lIns="94750" tIns="47375" rIns="94750" bIns="47375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2" y="9722309"/>
            <a:ext cx="3077137" cy="512304"/>
          </a:xfrm>
          <a:prstGeom prst="rect">
            <a:avLst/>
          </a:prstGeom>
        </p:spPr>
        <p:txBody>
          <a:bodyPr vert="horz" lIns="94750" tIns="47375" rIns="94750" bIns="47375" rtlCol="0" anchor="b"/>
          <a:lstStyle>
            <a:lvl1pPr algn="l">
              <a:defRPr sz="1100"/>
            </a:lvl1pPr>
          </a:lstStyle>
          <a:p>
            <a:r>
              <a:rPr lang="fr-FR"/>
              <a:t>FCBA-IGN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0508" y="9722309"/>
            <a:ext cx="3077137" cy="512304"/>
          </a:xfrm>
          <a:prstGeom prst="rect">
            <a:avLst/>
          </a:prstGeom>
        </p:spPr>
        <p:txBody>
          <a:bodyPr vert="horz" lIns="94750" tIns="47375" rIns="94750" bIns="47375" rtlCol="0" anchor="b"/>
          <a:lstStyle>
            <a:lvl1pPr algn="r">
              <a:defRPr sz="1100"/>
            </a:lvl1pPr>
          </a:lstStyle>
          <a:p>
            <a:fld id="{135E84F5-E102-4049-B206-4567741B159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5653326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B06CD8F-B7ED-4A05-9FB1-A01CC0EF02CC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89158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6CD8F-B7ED-4A05-9FB1-A01CC0EF02CC}" type="slidenum">
              <a:rPr lang="fr-FR" smtClean="0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68463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6CD8F-B7ED-4A05-9FB1-A01CC0EF02CC}" type="slidenum">
              <a:rPr lang="fr-FR" smtClean="0"/>
              <a:pPr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8236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A </a:t>
            </a:r>
            <a:r>
              <a:rPr lang="en-US" err="1">
                <a:ea typeface="Calibri"/>
                <a:cs typeface="Calibri"/>
              </a:rPr>
              <a:t>mutualiser</a:t>
            </a:r>
            <a:r>
              <a:rPr lang="en-US">
                <a:ea typeface="Calibri"/>
                <a:cs typeface="Calibri"/>
              </a:rPr>
              <a:t> avec la </a:t>
            </a:r>
            <a:r>
              <a:rPr lang="en-US" err="1">
                <a:ea typeface="Calibri"/>
                <a:cs typeface="Calibri"/>
              </a:rPr>
              <a:t>thématique</a:t>
            </a:r>
            <a:r>
              <a:rPr lang="en-US">
                <a:ea typeface="Calibri"/>
                <a:cs typeface="Calibri"/>
              </a:rPr>
              <a:t> DFCI</a:t>
            </a:r>
          </a:p>
        </p:txBody>
      </p:sp>
      <p:sp>
        <p:nvSpPr>
          <p:cNvPr id="4" name="Espace réservé de l'en-tête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CoPil NaviForest n°4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13/06/2023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FCBA-IGN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5E84F5-E102-4049-B206-4567741B1597}" type="slidenum">
              <a:rPr kumimoji="0" lang="fr-FR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fr-F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43079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A </a:t>
            </a:r>
            <a:r>
              <a:rPr lang="en-US" err="1">
                <a:ea typeface="Calibri"/>
                <a:cs typeface="Calibri"/>
              </a:rPr>
              <a:t>mutualiser</a:t>
            </a:r>
            <a:r>
              <a:rPr lang="en-US">
                <a:ea typeface="Calibri"/>
                <a:cs typeface="Calibri"/>
              </a:rPr>
              <a:t> avec la </a:t>
            </a:r>
            <a:r>
              <a:rPr lang="en-US" err="1">
                <a:ea typeface="Calibri"/>
                <a:cs typeface="Calibri"/>
              </a:rPr>
              <a:t>thématique</a:t>
            </a:r>
            <a:r>
              <a:rPr lang="en-US">
                <a:ea typeface="Calibri"/>
                <a:cs typeface="Calibri"/>
              </a:rPr>
              <a:t> DFCI</a:t>
            </a:r>
          </a:p>
        </p:txBody>
      </p:sp>
      <p:sp>
        <p:nvSpPr>
          <p:cNvPr id="4" name="Espace réservé de l'en-tête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CoPil NaviForest n°4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13/06/2023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FCBA-IGN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5E84F5-E102-4049-B206-4567741B1597}" type="slidenum">
              <a:rPr kumimoji="0" lang="fr-FR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fr-F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73264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A </a:t>
            </a:r>
            <a:r>
              <a:rPr lang="en-US" err="1">
                <a:ea typeface="Calibri"/>
                <a:cs typeface="Calibri"/>
              </a:rPr>
              <a:t>mutualiser</a:t>
            </a:r>
            <a:r>
              <a:rPr lang="en-US">
                <a:ea typeface="Calibri"/>
                <a:cs typeface="Calibri"/>
              </a:rPr>
              <a:t> avec la </a:t>
            </a:r>
            <a:r>
              <a:rPr lang="en-US" err="1">
                <a:ea typeface="Calibri"/>
                <a:cs typeface="Calibri"/>
              </a:rPr>
              <a:t>thématique</a:t>
            </a:r>
            <a:r>
              <a:rPr lang="en-US">
                <a:ea typeface="Calibri"/>
                <a:cs typeface="Calibri"/>
              </a:rPr>
              <a:t> DFCI</a:t>
            </a:r>
          </a:p>
        </p:txBody>
      </p:sp>
      <p:sp>
        <p:nvSpPr>
          <p:cNvPr id="4" name="Espace réservé de l'en-tête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CoPil NaviForest n°4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13/06/2023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FCBA-IGN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5E84F5-E102-4049-B206-4567741B1597}" type="slidenum">
              <a:rPr kumimoji="0" lang="fr-FR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fr-F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9129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/>
          <p:cNvSpPr>
            <a:spLocks noGrp="1"/>
          </p:cNvSpPr>
          <p:nvPr>
            <p:ph type="ctrTitle" hasCustomPrompt="1"/>
          </p:nvPr>
        </p:nvSpPr>
        <p:spPr>
          <a:xfrm>
            <a:off x="1524000" y="2116670"/>
            <a:ext cx="9144000" cy="163883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3600" b="1">
                <a:solidFill>
                  <a:srgbClr val="55453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/>
              <a:t>Modifiez le style du titre de chapitre</a:t>
            </a:r>
          </a:p>
        </p:txBody>
      </p:sp>
      <p:sp>
        <p:nvSpPr>
          <p:cNvPr id="8" name="Sous-titre 2"/>
          <p:cNvSpPr>
            <a:spLocks noGrp="1"/>
          </p:cNvSpPr>
          <p:nvPr>
            <p:ph type="subTitle" idx="1"/>
          </p:nvPr>
        </p:nvSpPr>
        <p:spPr>
          <a:xfrm>
            <a:off x="1524000" y="3847575"/>
            <a:ext cx="9144000" cy="165576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400" b="1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 anchor="b"/>
          <a:lstStyle>
            <a:lvl1pPr algn="r">
              <a:defRPr sz="1100">
                <a:solidFill>
                  <a:srgbClr val="7D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588F01B-8BA8-4E52-9ECA-78FE89B5F248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Espace réservé du pied de page 5"/>
          <p:cNvSpPr>
            <a:spLocks noGrp="1"/>
          </p:cNvSpPr>
          <p:nvPr>
            <p:ph type="ftr" sz="quarter" idx="3"/>
          </p:nvPr>
        </p:nvSpPr>
        <p:spPr>
          <a:xfrm>
            <a:off x="359779" y="6552010"/>
            <a:ext cx="4114800" cy="238725"/>
          </a:xfrm>
          <a:prstGeom prst="rect">
            <a:avLst/>
          </a:prstGeom>
        </p:spPr>
        <p:txBody>
          <a:bodyPr anchor="b"/>
          <a:lstStyle>
            <a:lvl1pPr>
              <a:defRPr sz="1000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2078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contenu 2"/>
          <p:cNvSpPr>
            <a:spLocks noGrp="1"/>
          </p:cNvSpPr>
          <p:nvPr>
            <p:ph idx="13"/>
          </p:nvPr>
        </p:nvSpPr>
        <p:spPr>
          <a:xfrm>
            <a:off x="243606" y="2647405"/>
            <a:ext cx="11787535" cy="3723704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>
                <a:solidFill>
                  <a:srgbClr val="55453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2000" b="1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5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 anchor="b"/>
          <a:lstStyle>
            <a:lvl1pPr algn="r">
              <a:defRPr sz="1100">
                <a:solidFill>
                  <a:srgbClr val="7D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588F01B-8BA8-4E52-9ECA-78FE89B5F248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Espace réservé du pied de page 5"/>
          <p:cNvSpPr>
            <a:spLocks noGrp="1"/>
          </p:cNvSpPr>
          <p:nvPr>
            <p:ph type="ftr" sz="quarter" idx="3"/>
          </p:nvPr>
        </p:nvSpPr>
        <p:spPr>
          <a:xfrm>
            <a:off x="359779" y="6552010"/>
            <a:ext cx="4114800" cy="238725"/>
          </a:xfrm>
          <a:prstGeom prst="rect">
            <a:avLst/>
          </a:prstGeom>
        </p:spPr>
        <p:txBody>
          <a:bodyPr anchor="b"/>
          <a:lstStyle>
            <a:lvl1pPr>
              <a:defRPr sz="1000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6348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gray">
          <a:xfrm>
            <a:off x="0" y="6618000"/>
            <a:ext cx="240000" cy="24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/>
              <a:t>17/09/2026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gray">
          <a:xfrm>
            <a:off x="960000" y="5226529"/>
            <a:ext cx="4320000" cy="1200000"/>
          </a:xfrm>
        </p:spPr>
        <p:txBody>
          <a:bodyPr anchor="b" anchorCtr="0"/>
          <a:lstStyle>
            <a:lvl1pPr>
              <a:defRPr sz="1533"/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gray">
          <a:xfrm>
            <a:off x="0" y="6618000"/>
            <a:ext cx="240000" cy="24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fld id="{10C140CD-8AED-46FF-A9A2-77308F3F39A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0" y="0"/>
            <a:ext cx="240000" cy="24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/>
              <a:t>Titre</a:t>
            </a:r>
          </a:p>
        </p:txBody>
      </p:sp>
    </p:spTree>
    <p:extLst>
      <p:ext uri="{BB962C8B-B14F-4D97-AF65-F5344CB8AC3E}">
        <p14:creationId xmlns:p14="http://schemas.microsoft.com/office/powerpoint/2010/main" val="940904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re et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0" y="0"/>
            <a:ext cx="240000" cy="24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/>
              <a:t>Titre</a:t>
            </a:r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17/09/2026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1" name="Espace réservé du texte 10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80000" y="3128061"/>
            <a:ext cx="11232000" cy="2769600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4333" b="1" cap="all" baseline="0">
                <a:solidFill>
                  <a:schemeClr val="tx2">
                    <a:lumMod val="75000"/>
                  </a:schemeClr>
                </a:solidFill>
              </a:defRPr>
            </a:lvl1pPr>
            <a:lvl2pPr marL="0" indent="0">
              <a:spcBef>
                <a:spcPts val="667"/>
              </a:spcBef>
              <a:spcAft>
                <a:spcPts val="0"/>
              </a:spcAft>
              <a:buNone/>
              <a:defRPr sz="2467"/>
            </a:lvl2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Sous-titre</a:t>
            </a:r>
          </a:p>
        </p:txBody>
      </p:sp>
      <p:cxnSp>
        <p:nvCxnSpPr>
          <p:cNvPr id="12" name="Connecteur droit 11"/>
          <p:cNvCxnSpPr/>
          <p:nvPr userDrawn="1"/>
        </p:nvCxnSpPr>
        <p:spPr bwMode="gray">
          <a:xfrm>
            <a:off x="480000" y="6379200"/>
            <a:ext cx="11232000" cy="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40000" y="240000"/>
            <a:ext cx="1920000" cy="19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572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1200000"/>
            <a:ext cx="11232000" cy="960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17/09/2026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79997" y="2522624"/>
            <a:ext cx="3360000" cy="3374400"/>
          </a:xfrm>
        </p:spPr>
        <p:txBody>
          <a:bodyPr/>
          <a:lstStyle>
            <a:lvl1pPr marL="191995" indent="-191995">
              <a:spcBef>
                <a:spcPts val="533"/>
              </a:spcBef>
              <a:spcAft>
                <a:spcPts val="1067"/>
              </a:spcAft>
              <a:buFont typeface="+mj-lt"/>
              <a:buAutoNum type="arabicPeriod"/>
              <a:defRPr b="1">
                <a:solidFill>
                  <a:schemeClr val="tx2">
                    <a:lumMod val="75000"/>
                  </a:schemeClr>
                </a:solidFill>
              </a:defRPr>
            </a:lvl1pPr>
            <a:lvl2pPr marL="431989" indent="-191995">
              <a:spcBef>
                <a:spcPts val="800"/>
              </a:spcBef>
              <a:spcAft>
                <a:spcPts val="1067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/>
              <a:t>Titre de la partie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9" name="Espace réservé du texte 7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416000" y="2524800"/>
            <a:ext cx="3360000" cy="3374400"/>
          </a:xfrm>
        </p:spPr>
        <p:txBody>
          <a:bodyPr/>
          <a:lstStyle>
            <a:lvl1pPr marL="191995" indent="-191995">
              <a:spcBef>
                <a:spcPts val="533"/>
              </a:spcBef>
              <a:spcAft>
                <a:spcPts val="1067"/>
              </a:spcAft>
              <a:buFont typeface="+mj-lt"/>
              <a:buAutoNum type="arabicPeriod"/>
              <a:defRPr b="1">
                <a:solidFill>
                  <a:schemeClr val="tx2">
                    <a:lumMod val="75000"/>
                  </a:schemeClr>
                </a:solidFill>
              </a:defRPr>
            </a:lvl1pPr>
            <a:lvl2pPr marL="431989" indent="-191995">
              <a:spcBef>
                <a:spcPts val="800"/>
              </a:spcBef>
              <a:spcAft>
                <a:spcPts val="1067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/>
              <a:t>Titre de la partie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0" name="Espace réservé du texte 7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8351999" y="2524800"/>
            <a:ext cx="3360000" cy="3374400"/>
          </a:xfrm>
        </p:spPr>
        <p:txBody>
          <a:bodyPr/>
          <a:lstStyle>
            <a:lvl1pPr marL="191995" indent="-191995">
              <a:spcBef>
                <a:spcPts val="533"/>
              </a:spcBef>
              <a:spcAft>
                <a:spcPts val="1067"/>
              </a:spcAft>
              <a:buFont typeface="+mj-lt"/>
              <a:buAutoNum type="arabicPeriod"/>
              <a:defRPr b="1">
                <a:solidFill>
                  <a:schemeClr val="tx2">
                    <a:lumMod val="75000"/>
                  </a:schemeClr>
                </a:solidFill>
              </a:defRPr>
            </a:lvl1pPr>
            <a:lvl2pPr marL="431989" indent="-191995">
              <a:spcBef>
                <a:spcPts val="800"/>
              </a:spcBef>
              <a:spcAft>
                <a:spcPts val="1067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/>
              <a:t>Titre de la partie</a:t>
            </a:r>
          </a:p>
          <a:p>
            <a:pPr lvl="1"/>
            <a:r>
              <a:rPr lang="fr-FR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715964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1CE700A9-F0F7-4C92-A3D4-908C25F8B4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26697" y="982798"/>
            <a:ext cx="8812803" cy="5875201"/>
          </a:xfrm>
          <a:prstGeom prst="rect">
            <a:avLst/>
          </a:prstGeom>
        </p:spPr>
      </p:pic>
      <p:sp>
        <p:nvSpPr>
          <p:cNvPr id="8" name="Espace réservé pour une image  7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984000"/>
            <a:ext cx="12192000" cy="5875200"/>
          </a:xfrm>
          <a:solidFill>
            <a:schemeClr val="bg1">
              <a:lumMod val="85000"/>
            </a:schemeClr>
          </a:solidFill>
        </p:spPr>
        <p:txBody>
          <a:bodyPr tIns="1080000" anchor="ctr" anchorCtr="0"/>
          <a:lstStyle>
            <a:lvl1pPr algn="ctr">
              <a:defRPr cap="all" baseline="0"/>
            </a:lvl1pPr>
          </a:lstStyle>
          <a:p>
            <a:r>
              <a:rPr lang="fr-FR"/>
              <a:t>Sélectionner l’icône pour insérer une image, </a:t>
            </a:r>
            <a:br>
              <a:rPr lang="fr-FR"/>
            </a:br>
            <a:r>
              <a:rPr lang="fr-FR"/>
              <a:t>puis disposer l’image en arrière plan </a:t>
            </a:r>
            <a:br>
              <a:rPr lang="fr-FR"/>
            </a:br>
            <a:r>
              <a:rPr lang="fr-FR"/>
              <a:t>(Sélectionner l’image avec le bouton droit de la souris / </a:t>
            </a:r>
            <a:br>
              <a:rPr lang="fr-FR"/>
            </a:br>
            <a:r>
              <a:rPr lang="fr-FR"/>
              <a:t>Mettre à l’arrière plan)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984000"/>
            <a:ext cx="11232000" cy="5395200"/>
          </a:xfrm>
          <a:custGeom>
            <a:avLst/>
            <a:gdLst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424000" h="4046400" stroke="0" extrusionOk="0">
                <a:moveTo>
                  <a:pt x="8424000" y="4046400"/>
                </a:moveTo>
                <a:lnTo>
                  <a:pt x="0" y="4046360"/>
                </a:lnTo>
                <a:lnTo>
                  <a:pt x="0" y="40"/>
                </a:lnTo>
                <a:cubicBezTo>
                  <a:pt x="0" y="18"/>
                  <a:pt x="3771553" y="0"/>
                  <a:pt x="8424000" y="0"/>
                </a:cubicBezTo>
                <a:lnTo>
                  <a:pt x="8424000" y="4046400"/>
                </a:lnTo>
                <a:close/>
              </a:path>
              <a:path w="8424000" h="4046400" fill="none">
                <a:moveTo>
                  <a:pt x="8424000" y="4046400"/>
                </a:moveTo>
                <a:lnTo>
                  <a:pt x="0" y="4046360"/>
                </a:lnTo>
              </a:path>
            </a:pathLst>
          </a:custGeom>
          <a:ln w="10160">
            <a:solidFill>
              <a:schemeClr val="tx1"/>
            </a:solidFill>
          </a:ln>
        </p:spPr>
        <p:txBody>
          <a:bodyPr lIns="0" bIns="360000" anchor="ctr" anchorCtr="0"/>
          <a:lstStyle>
            <a:lvl1pPr marL="527987" indent="-527987">
              <a:buFont typeface="+mj-lt"/>
              <a:buAutoNum type="arabicPeriod"/>
              <a:defRPr sz="4333"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17/09/2026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2414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textes 3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1200000"/>
            <a:ext cx="11232000" cy="960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17/09/2026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416000" y="240000"/>
            <a:ext cx="7296000" cy="480000"/>
          </a:xfrm>
        </p:spPr>
        <p:txBody>
          <a:bodyPr/>
          <a:lstStyle>
            <a:lvl1pPr marL="143996" indent="-143996" algn="r">
              <a:spcAft>
                <a:spcPts val="0"/>
              </a:spcAft>
              <a:buFont typeface="+mj-lt"/>
              <a:buAutoNum type="arabicPeriod"/>
              <a:defRPr sz="1000" b="1"/>
            </a:lvl1pPr>
            <a:lvl2pPr marL="143996" indent="-143996" algn="r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  <a:defRPr sz="1000"/>
            </a:lvl2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Sous-titre</a:t>
            </a:r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79999" y="2448000"/>
            <a:ext cx="3360000" cy="343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Texte de niveau 1</a:t>
            </a:r>
          </a:p>
          <a:p>
            <a:pPr lvl="1"/>
            <a:r>
              <a:rPr lang="fr-FR"/>
              <a:t>Texte de niveau 2</a:t>
            </a:r>
          </a:p>
          <a:p>
            <a:pPr lvl="2"/>
            <a:r>
              <a:rPr lang="fr-FR"/>
              <a:t>Texte de niveau 3</a:t>
            </a:r>
          </a:p>
          <a:p>
            <a:pPr lvl="3"/>
            <a:r>
              <a:rPr lang="fr-FR"/>
              <a:t>Texte de niveau 4</a:t>
            </a:r>
          </a:p>
          <a:p>
            <a:pPr lvl="4"/>
            <a:r>
              <a:rPr lang="fr-FR"/>
              <a:t>Texte de niveau 5</a:t>
            </a:r>
          </a:p>
        </p:txBody>
      </p:sp>
      <p:sp>
        <p:nvSpPr>
          <p:cNvPr id="13" name="Espace réservé du texte 11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416000" y="2448000"/>
            <a:ext cx="3360000" cy="343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Texte de niveau 1</a:t>
            </a:r>
          </a:p>
          <a:p>
            <a:pPr lvl="1"/>
            <a:r>
              <a:rPr lang="fr-FR"/>
              <a:t>Texte de niveau 2</a:t>
            </a:r>
          </a:p>
          <a:p>
            <a:pPr lvl="2"/>
            <a:r>
              <a:rPr lang="fr-FR"/>
              <a:t>Texte de niveau 3</a:t>
            </a:r>
          </a:p>
          <a:p>
            <a:pPr lvl="3"/>
            <a:r>
              <a:rPr lang="fr-FR"/>
              <a:t>Texte de niveau 4</a:t>
            </a:r>
          </a:p>
          <a:p>
            <a:pPr lvl="4"/>
            <a:r>
              <a:rPr lang="fr-FR"/>
              <a:t>Texte de niveau 5</a:t>
            </a:r>
          </a:p>
        </p:txBody>
      </p:sp>
      <p:sp>
        <p:nvSpPr>
          <p:cNvPr id="14" name="Espace réservé du texte 11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8352000" y="2448000"/>
            <a:ext cx="3360000" cy="343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Texte de niveau 1</a:t>
            </a:r>
          </a:p>
          <a:p>
            <a:pPr lvl="1"/>
            <a:r>
              <a:rPr lang="fr-FR"/>
              <a:t>Texte de niveau 2</a:t>
            </a:r>
          </a:p>
          <a:p>
            <a:pPr lvl="2"/>
            <a:r>
              <a:rPr lang="fr-FR"/>
              <a:t>Texte de niveau 3</a:t>
            </a:r>
          </a:p>
          <a:p>
            <a:pPr lvl="3"/>
            <a:r>
              <a:rPr lang="fr-FR"/>
              <a:t>Texte de niveau 4</a:t>
            </a:r>
          </a:p>
          <a:p>
            <a:pPr lvl="4"/>
            <a:r>
              <a:rPr lang="fr-FR"/>
              <a:t>Texte de niveau 5</a:t>
            </a:r>
          </a:p>
        </p:txBody>
      </p:sp>
    </p:spTree>
    <p:extLst>
      <p:ext uri="{BB962C8B-B14F-4D97-AF65-F5344CB8AC3E}">
        <p14:creationId xmlns:p14="http://schemas.microsoft.com/office/powerpoint/2010/main" val="2127533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 hasCustomPrompt="1"/>
          </p:nvPr>
        </p:nvSpPr>
        <p:spPr bwMode="gray">
          <a:xfrm>
            <a:off x="479999" y="1200000"/>
            <a:ext cx="11232000" cy="960000"/>
          </a:xfrm>
        </p:spPr>
        <p:txBody>
          <a:bodyPr/>
          <a:lstStyle/>
          <a:p>
            <a:r>
              <a:rPr lang="fr-FR" noProof="0"/>
              <a:t>Titre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17/09/2026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4" hasCustomPrompt="1"/>
          </p:nvPr>
        </p:nvSpPr>
        <p:spPr bwMode="gray">
          <a:xfrm>
            <a:off x="479997" y="2448000"/>
            <a:ext cx="11232000" cy="343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Texte de niveau 1</a:t>
            </a:r>
          </a:p>
          <a:p>
            <a:pPr lvl="1"/>
            <a:r>
              <a:rPr lang="fr-FR"/>
              <a:t>Texte de niveau 2</a:t>
            </a:r>
          </a:p>
          <a:p>
            <a:pPr lvl="2"/>
            <a:r>
              <a:rPr lang="fr-FR"/>
              <a:t>Texte de niveau 3</a:t>
            </a:r>
          </a:p>
          <a:p>
            <a:pPr lvl="3"/>
            <a:r>
              <a:rPr lang="fr-FR"/>
              <a:t>Texte de niveau 4</a:t>
            </a:r>
          </a:p>
          <a:p>
            <a:pPr lvl="4"/>
            <a:r>
              <a:rPr lang="fr-FR"/>
              <a:t>Texte de niveau 5</a:t>
            </a:r>
          </a:p>
        </p:txBody>
      </p:sp>
      <p:sp>
        <p:nvSpPr>
          <p:cNvPr id="15" name="Espace réservé du texte 9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416000" y="240000"/>
            <a:ext cx="7296000" cy="480000"/>
          </a:xfrm>
        </p:spPr>
        <p:txBody>
          <a:bodyPr/>
          <a:lstStyle>
            <a:lvl1pPr marL="143996" indent="-143996" algn="r">
              <a:spcAft>
                <a:spcPts val="0"/>
              </a:spcAft>
              <a:buFont typeface="+mj-lt"/>
              <a:buAutoNum type="arabicPeriod"/>
              <a:defRPr sz="1000" b="1"/>
            </a:lvl1pPr>
            <a:lvl2pPr marL="143996" indent="-143996" algn="r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  <a:defRPr sz="1000"/>
            </a:lvl2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Sous-titre</a:t>
            </a:r>
          </a:p>
        </p:txBody>
      </p:sp>
    </p:spTree>
    <p:extLst>
      <p:ext uri="{BB962C8B-B14F-4D97-AF65-F5344CB8AC3E}">
        <p14:creationId xmlns:p14="http://schemas.microsoft.com/office/powerpoint/2010/main" val="3396676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9349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59784" y="228893"/>
            <a:ext cx="11662887" cy="42559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7" name="Espace réservé du contenu 2"/>
          <p:cNvSpPr>
            <a:spLocks noGrp="1"/>
          </p:cNvSpPr>
          <p:nvPr>
            <p:ph idx="13"/>
          </p:nvPr>
        </p:nvSpPr>
        <p:spPr>
          <a:xfrm>
            <a:off x="359784" y="1041395"/>
            <a:ext cx="11662887" cy="5112000"/>
          </a:xfrm>
          <a:prstGeom prst="rect">
            <a:avLst/>
          </a:prstGeom>
        </p:spPr>
        <p:txBody>
          <a:bodyPr/>
          <a:lstStyle>
            <a:lvl1pPr marL="342891" indent="-342891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>
                <a:solidFill>
                  <a:srgbClr val="55453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2000" b="1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85814" indent="-176209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9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 anchor="b"/>
          <a:lstStyle>
            <a:lvl1pPr algn="r">
              <a:defRPr sz="1100">
                <a:solidFill>
                  <a:srgbClr val="7D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588F01B-8BA8-4E52-9ECA-78FE89B5F248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3"/>
          </p:nvPr>
        </p:nvSpPr>
        <p:spPr>
          <a:xfrm>
            <a:off x="359779" y="6552011"/>
            <a:ext cx="4114800" cy="238725"/>
          </a:xfrm>
          <a:prstGeom prst="rect">
            <a:avLst/>
          </a:prstGeom>
        </p:spPr>
        <p:txBody>
          <a:bodyPr anchor="b"/>
          <a:lstStyle>
            <a:lvl1pPr>
              <a:defRPr sz="1000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3662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numéro de diapositive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678BEB-CB5F-4DC3-8267-6B4093870A95}" type="slidenum">
              <a:rPr>
                <a:solidFill>
                  <a:prstClr val="white"/>
                </a:solidFill>
              </a:rPr>
              <a:pPr>
                <a:defRPr/>
              </a:pPr>
              <a:t>‹N°›</a:t>
            </a:fld>
            <a:endParaRPr>
              <a:solidFill>
                <a:prstClr val="white"/>
              </a:solidFill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>
                <a:solidFill>
                  <a:srgbClr val="231F20">
                    <a:lumMod val="75000"/>
                    <a:lumOff val="25000"/>
                  </a:srgbClr>
                </a:solidFill>
              </a:rPr>
              <a:t>10/06/2025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>
              <a:solidFill>
                <a:srgbClr val="231F20">
                  <a:lumMod val="75000"/>
                  <a:lumOff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3417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e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7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" y="10"/>
            <a:ext cx="12191092" cy="2610519"/>
          </a:xfrm>
          <a:prstGeom prst="rect">
            <a:avLst/>
          </a:prstGeom>
        </p:spPr>
      </p:pic>
      <p:sp>
        <p:nvSpPr>
          <p:cNvPr id="8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 anchor="b"/>
          <a:lstStyle>
            <a:lvl1pPr algn="r">
              <a:defRPr sz="1100">
                <a:solidFill>
                  <a:srgbClr val="7D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588F01B-8BA8-4E52-9ECA-78FE89B5F248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Espace réservé du pied de page 5"/>
          <p:cNvSpPr>
            <a:spLocks noGrp="1"/>
          </p:cNvSpPr>
          <p:nvPr>
            <p:ph type="ftr" sz="quarter" idx="3"/>
          </p:nvPr>
        </p:nvSpPr>
        <p:spPr>
          <a:xfrm>
            <a:off x="359779" y="6552010"/>
            <a:ext cx="4114800" cy="238725"/>
          </a:xfrm>
          <a:prstGeom prst="rect">
            <a:avLst/>
          </a:prstGeom>
        </p:spPr>
        <p:txBody>
          <a:bodyPr anchor="b"/>
          <a:lstStyle>
            <a:lvl1pPr>
              <a:defRPr sz="1000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0132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70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 bwMode="gray">
          <a:xfrm>
            <a:off x="479999" y="1200000"/>
            <a:ext cx="11232000" cy="96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FR" noProof="0"/>
              <a:t>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gray">
          <a:xfrm>
            <a:off x="479999" y="2448000"/>
            <a:ext cx="11232000" cy="343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fr-FR" noProof="0"/>
              <a:t>Texte de niveau 1</a:t>
            </a:r>
          </a:p>
          <a:p>
            <a:pPr lvl="1"/>
            <a:r>
              <a:rPr lang="fr-FR" noProof="0"/>
              <a:t>Texte de niveau 2</a:t>
            </a:r>
          </a:p>
          <a:p>
            <a:pPr lvl="2"/>
            <a:r>
              <a:rPr lang="fr-FR" noProof="0"/>
              <a:t>Texte de niveau 3</a:t>
            </a:r>
          </a:p>
          <a:p>
            <a:pPr lvl="3"/>
            <a:r>
              <a:rPr lang="fr-FR" noProof="0"/>
              <a:t>Texte de niveau 4</a:t>
            </a:r>
          </a:p>
          <a:p>
            <a:pPr lvl="4"/>
            <a:r>
              <a:rPr lang="fr-FR" noProof="0"/>
              <a:t>Texte de niveau 5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 bwMode="gray">
          <a:xfrm>
            <a:off x="10152000" y="6378000"/>
            <a:ext cx="1560000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1000" b="1">
                <a:solidFill>
                  <a:schemeClr val="tx1"/>
                </a:solidFill>
              </a:defRPr>
            </a:lvl1pPr>
          </a:lstStyle>
          <a:p>
            <a:pPr algn="r"/>
            <a:r>
              <a:rPr lang="fr-FR" cap="all"/>
              <a:t>17/09/2026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480000" y="6378000"/>
            <a:ext cx="7872000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8352000" y="6378000"/>
            <a:ext cx="1800000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1000" b="1">
                <a:solidFill>
                  <a:schemeClr val="tx1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10" name="Connecteur droit 9"/>
          <p:cNvCxnSpPr/>
          <p:nvPr/>
        </p:nvCxnSpPr>
        <p:spPr bwMode="gray">
          <a:xfrm>
            <a:off x="480000" y="6379200"/>
            <a:ext cx="11232000" cy="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 6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84000" y="144000"/>
            <a:ext cx="720000" cy="720000"/>
          </a:xfrm>
          <a:prstGeom prst="rect">
            <a:avLst/>
          </a:prstGeom>
        </p:spPr>
      </p:pic>
      <p:pic>
        <p:nvPicPr>
          <p:cNvPr id="13" name="Picture 2"/>
          <p:cNvPicPr>
            <a:picLocks noChangeAspect="1" noChangeArrowheads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1218" y="270853"/>
            <a:ext cx="1743308" cy="40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8825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62" r:id="rId8"/>
    <p:sldLayoutId id="2147483763" r:id="rId9"/>
  </p:sldLayoutIdLst>
  <p:hf hdr="0"/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3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1219170" rtl="0" eaLnBrk="1" latinLnBrk="0" hangingPunct="1">
        <a:lnSpc>
          <a:spcPct val="100000"/>
        </a:lnSpc>
        <a:spcBef>
          <a:spcPts val="0"/>
        </a:spcBef>
        <a:spcAft>
          <a:spcPts val="667"/>
        </a:spcAft>
        <a:buFont typeface="Arial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335992" indent="-95998" algn="l" defTabSz="121917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Font typeface="Arial" pitchFamily="34" charset="0"/>
        <a:buChar char="•"/>
        <a:defRPr sz="1267" kern="1200">
          <a:solidFill>
            <a:schemeClr val="tx1"/>
          </a:solidFill>
          <a:latin typeface="+mn-lt"/>
          <a:ea typeface="+mn-ea"/>
          <a:cs typeface="+mn-cs"/>
        </a:defRPr>
      </a:lvl2pPr>
      <a:lvl3pPr marL="575986" indent="-95998" algn="l" defTabSz="1219170" rtl="0" eaLnBrk="1" latinLnBrk="0" hangingPunct="1">
        <a:lnSpc>
          <a:spcPct val="100000"/>
        </a:lnSpc>
        <a:spcBef>
          <a:spcPts val="133"/>
        </a:spcBef>
        <a:spcAft>
          <a:spcPts val="133"/>
        </a:spcAft>
        <a:buSzPct val="100000"/>
        <a:buFont typeface="Arial" pitchFamily="34" charset="0"/>
        <a:buChar char="•"/>
        <a:defRPr sz="1133" kern="1200">
          <a:solidFill>
            <a:schemeClr val="tx1"/>
          </a:solidFill>
          <a:latin typeface="+mn-lt"/>
          <a:ea typeface="+mn-ea"/>
          <a:cs typeface="+mn-cs"/>
        </a:defRPr>
      </a:lvl3pPr>
      <a:lvl4pPr marL="815980" indent="-95998" algn="l" defTabSz="1219170" rtl="0" eaLnBrk="1" latinLnBrk="0" hangingPunct="1">
        <a:lnSpc>
          <a:spcPct val="100000"/>
        </a:lnSpc>
        <a:spcBef>
          <a:spcPts val="133"/>
        </a:spcBef>
        <a:spcAft>
          <a:spcPts val="133"/>
        </a:spcAft>
        <a:buSzPct val="100000"/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103972" indent="-95998" algn="l" defTabSz="1219170" rtl="0" eaLnBrk="1" latinLnBrk="0" hangingPunct="1">
        <a:lnSpc>
          <a:spcPct val="100000"/>
        </a:lnSpc>
        <a:spcBef>
          <a:spcPts val="133"/>
        </a:spcBef>
        <a:spcAft>
          <a:spcPts val="133"/>
        </a:spcAft>
        <a:buSzPct val="100000"/>
        <a:buFont typeface="Arial" pitchFamily="34" charset="0"/>
        <a:buChar char="•"/>
        <a:defRPr sz="933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5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11" Type="http://schemas.openxmlformats.org/officeDocument/2006/relationships/hyperlink" Target="mailto:Marion.lacroix@ign.fr" TargetMode="External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jpeg"/><Relationship Id="rId9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hyperlink" Target="https://ia.numerique.gouv.fr/outils-ia/transcripts/" TargetMode="External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.png"/><Relationship Id="rId5" Type="http://schemas.openxmlformats.org/officeDocument/2006/relationships/hyperlink" Target="https://cnig.gouv.fr/gt-dessertes-pour-les-transports-de-bois-a18535.html" TargetMode="External"/><Relationship Id="rId4" Type="http://schemas.openxmlformats.org/officeDocument/2006/relationships/hyperlink" Target="https://github.com/cnigfr/schema-dessertes-transport-de-bois/tree/master/ressources/tableaux-de-travail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6.png"/><Relationship Id="rId4" Type="http://schemas.openxmlformats.org/officeDocument/2006/relationships/image" Target="../media/image29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15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hyperlink" Target="https://fichiers.numerique.gouv.fr/explorer/items/45165cb8-73e4-483b-8254-3a43eaf1456d" TargetMode="Externa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7.png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8.png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18" Type="http://schemas.openxmlformats.org/officeDocument/2006/relationships/image" Target="../media/image11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17" Type="http://schemas.openxmlformats.org/officeDocument/2006/relationships/image" Target="../media/image10.png"/><Relationship Id="rId2" Type="http://schemas.openxmlformats.org/officeDocument/2006/relationships/image" Target="../media/image25.png"/><Relationship Id="rId16" Type="http://schemas.openxmlformats.org/officeDocument/2006/relationships/image" Target="../media/image9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5" Type="http://schemas.openxmlformats.org/officeDocument/2006/relationships/image" Target="../media/image8.png"/><Relationship Id="rId10" Type="http://schemas.openxmlformats.org/officeDocument/2006/relationships/image" Target="../media/image46.png"/><Relationship Id="rId19" Type="http://schemas.openxmlformats.org/officeDocument/2006/relationships/image" Target="../media/image12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Relationship Id="rId14" Type="http://schemas.openxmlformats.org/officeDocument/2006/relationships/image" Target="../media/image5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cnigfr/schema-dessertes-transport-de-bois" TargetMode="External"/><Relationship Id="rId3" Type="http://schemas.openxmlformats.org/officeDocument/2006/relationships/customXml" Target="../ink/ink2.xml"/><Relationship Id="rId7" Type="http://schemas.openxmlformats.org/officeDocument/2006/relationships/hyperlink" Target="mailto:marion.lacroix@ign.fr?subject=Inscription%20liste%20de%20diffusion%20GT%20Dessertes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6" Type="http://schemas.openxmlformats.org/officeDocument/2006/relationships/hyperlink" Target="https://cnig.gouv.fr/gt-dessertes-pour-les-transports-de-bois-a18535.html" TargetMode="External"/><Relationship Id="rId11" Type="http://schemas.openxmlformats.org/officeDocument/2006/relationships/image" Target="../media/image52.png"/><Relationship Id="rId5" Type="http://schemas.openxmlformats.org/officeDocument/2006/relationships/hyperlink" Target="https://github.com/cnigfr/DessertesEnForet-schema/wiki" TargetMode="External"/><Relationship Id="rId10" Type="http://schemas.openxmlformats.org/officeDocument/2006/relationships/image" Target="../media/image26.png"/><Relationship Id="rId4" Type="http://schemas.openxmlformats.org/officeDocument/2006/relationships/image" Target="../media/image290.png"/><Relationship Id="rId9" Type="http://schemas.openxmlformats.org/officeDocument/2006/relationships/hyperlink" Target="https://cnig.gouv.fr/gt-dessertes-pour-les-transports-de-bois-a18535.html#H_Reunions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4.png"/><Relationship Id="rId5" Type="http://schemas.openxmlformats.org/officeDocument/2006/relationships/image" Target="../media/image26.png"/><Relationship Id="rId4" Type="http://schemas.openxmlformats.org/officeDocument/2006/relationships/image" Target="../media/image29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29.png"/><Relationship Id="rId7" Type="http://schemas.openxmlformats.org/officeDocument/2006/relationships/image" Target="../media/image15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0.pn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81D4F6B9-F858-4519-8D4C-063D756504E4}"/>
              </a:ext>
            </a:extLst>
          </p:cNvPr>
          <p:cNvSpPr/>
          <p:nvPr/>
        </p:nvSpPr>
        <p:spPr>
          <a:xfrm>
            <a:off x="301047" y="294639"/>
            <a:ext cx="2081900" cy="20478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92F264-9D89-442C-A33D-26D9F2FEFE94}"/>
              </a:ext>
            </a:extLst>
          </p:cNvPr>
          <p:cNvSpPr/>
          <p:nvPr/>
        </p:nvSpPr>
        <p:spPr>
          <a:xfrm>
            <a:off x="9731163" y="322055"/>
            <a:ext cx="2175029" cy="16698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 sz="1351"/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3"/>
          </p:nvPr>
        </p:nvSpPr>
        <p:spPr>
          <a:xfrm>
            <a:off x="1341997" y="2527277"/>
            <a:ext cx="9945952" cy="3025112"/>
          </a:xfrm>
        </p:spPr>
        <p:txBody>
          <a:bodyPr/>
          <a:lstStyle>
            <a:defPPr>
              <a:defRPr lang="fr-FR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sz="3200" dirty="0">
                <a:latin typeface="+mj-lt"/>
                <a:ea typeface="Calibri"/>
                <a:cs typeface="Calibri"/>
              </a:rPr>
              <a:t>révision</a:t>
            </a:r>
            <a:r>
              <a:rPr kumimoji="0" lang="fr-FR" sz="3200" b="1" i="0" u="none" strike="noStrike" kern="1200" cap="all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Calibri"/>
                <a:cs typeface="Calibri"/>
              </a:rPr>
              <a:t> et Elargissement du standard</a:t>
            </a:r>
            <a:endParaRPr lang="fr-FR" sz="3200" b="1" i="0" u="none" strike="noStrike" kern="1200" cap="all" spc="0" normalizeH="0" baseline="0" noProof="0" dirty="0">
              <a:ln>
                <a:noFill/>
              </a:ln>
              <a:effectLst/>
              <a:uLnTx/>
              <a:uFillTx/>
              <a:latin typeface="+mj-lt"/>
              <a:ea typeface="Calibri"/>
              <a:cs typeface="Calibri"/>
            </a:endParaRPr>
          </a:p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3200" b="1" i="0" u="none" strike="noStrike" kern="1200" cap="all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Calibri"/>
                <a:cs typeface="Calibri"/>
              </a:rPr>
              <a:t>« Dessertes en forêt : </a:t>
            </a:r>
          </a:p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3200" b="1" i="0" u="none" strike="noStrike" kern="1200" cap="all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Calibri"/>
                <a:cs typeface="Calibri"/>
              </a:rPr>
              <a:t>transport de bois et DFCI"</a:t>
            </a:r>
            <a:endParaRPr kumimoji="0" lang="fr-FR" sz="5400" b="1" i="0" u="none" strike="noStrike" kern="1200" cap="all" spc="0" normalizeH="0" baseline="0" noProof="0" dirty="0">
              <a:ln>
                <a:noFill/>
              </a:ln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1500" b="1" i="0" u="none" strike="noStrike" kern="1200" cap="all" spc="0" normalizeH="0" baseline="0" noProof="0" dirty="0">
              <a:ln>
                <a:noFill/>
              </a:ln>
              <a:solidFill>
                <a:srgbClr val="554538"/>
              </a:solidFill>
              <a:effectLst/>
              <a:uLnTx/>
              <a:uFillTx/>
              <a:latin typeface="+mj-lt"/>
              <a:ea typeface="+mn-ea"/>
              <a:cs typeface="Calibri" panose="020F0502020204030204" pitchFamily="34" charset="0"/>
            </a:endParaRPr>
          </a:p>
          <a:p>
            <a:pPr marL="228600" marR="0" lvl="0" indent="-22860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1500" b="1" i="0" u="none" strike="noStrike" kern="1200" cap="all" spc="0" normalizeH="0" baseline="0" noProof="0" dirty="0">
              <a:ln>
                <a:noFill/>
              </a:ln>
              <a:solidFill>
                <a:srgbClr val="554538"/>
              </a:solidFill>
              <a:effectLst/>
              <a:uLnTx/>
              <a:uFillTx/>
              <a:latin typeface="+mj-lt"/>
              <a:ea typeface="+mn-ea"/>
              <a:cs typeface="Calibri" panose="020F0502020204030204" pitchFamily="34" charset="0"/>
            </a:endParaRPr>
          </a:p>
          <a:p>
            <a:pPr marR="0" lvl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fr-FR" sz="2000" dirty="0">
                <a:solidFill>
                  <a:srgbClr val="554538"/>
                </a:solidFill>
                <a:latin typeface="+mj-lt"/>
                <a:cs typeface="Calibri" panose="020F0502020204030204" pitchFamily="34" charset="0"/>
              </a:rPr>
              <a:t>Réunion de clôture</a:t>
            </a:r>
            <a:endParaRPr kumimoji="0" lang="fr-FR" sz="2000" b="1" i="0" u="none" strike="noStrike" kern="1200" cap="all" spc="0" normalizeH="0" baseline="0" noProof="0" dirty="0">
              <a:ln>
                <a:noFill/>
              </a:ln>
              <a:solidFill>
                <a:srgbClr val="554538"/>
              </a:solidFill>
              <a:effectLst/>
              <a:uLnTx/>
              <a:uFillTx/>
              <a:latin typeface="+mj-lt"/>
              <a:ea typeface="+mn-ea"/>
              <a:cs typeface="Calibri" panose="020F0502020204030204" pitchFamily="34" charset="0"/>
            </a:endParaRPr>
          </a:p>
          <a:p>
            <a:pPr algn="r" defTabSz="914377">
              <a:spcBef>
                <a:spcPts val="1000"/>
              </a:spcBef>
              <a:defRPr/>
            </a:pPr>
            <a:endParaRPr lang="fr-FR" sz="2000" dirty="0">
              <a:solidFill>
                <a:srgbClr val="554538"/>
              </a:solidFill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r" defTabSz="914377">
              <a:spcBef>
                <a:spcPts val="1000"/>
              </a:spcBef>
              <a:defRPr/>
            </a:pPr>
            <a:endParaRPr lang="fr-FR" sz="1467" dirty="0">
              <a:solidFill>
                <a:srgbClr val="554538"/>
              </a:solidFill>
              <a:latin typeface="+mj-lt"/>
              <a:ea typeface="Calibri"/>
              <a:cs typeface="Calibri" panose="020F0502020204030204" pitchFamily="34" charset="0"/>
            </a:endParaRPr>
          </a:p>
          <a:p>
            <a:pPr marL="228594" indent="-228594" algn="r">
              <a:spcBef>
                <a:spcPts val="1000"/>
              </a:spcBef>
              <a:buChar char="•"/>
              <a:defRPr/>
            </a:pPr>
            <a:endParaRPr lang="fr-FR" sz="1300" b="0" dirty="0">
              <a:solidFill>
                <a:srgbClr val="4EA72E">
                  <a:lumMod val="60000"/>
                  <a:lumOff val="40000"/>
                </a:srgbClr>
              </a:solidFill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AF4B4D34-3332-4206-9757-BB8A2646C2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2000" y="306481"/>
            <a:ext cx="1333355" cy="1451161"/>
          </a:xfrm>
          <a:prstGeom prst="rect">
            <a:avLst/>
          </a:prstGeom>
          <a:ln>
            <a:noFill/>
          </a:ln>
        </p:spPr>
      </p:pic>
      <p:sp>
        <p:nvSpPr>
          <p:cNvPr id="8" name="Espace réservé du numéro de diapositive 3">
            <a:extLst>
              <a:ext uri="{FF2B5EF4-FFF2-40B4-BE49-F238E27FC236}">
                <a16:creationId xmlns:a16="http://schemas.microsoft.com/office/drawing/2014/main" id="{23C5C4C4-B3D8-4A4B-A2A2-51393C9BB76E}"/>
              </a:ext>
            </a:extLst>
          </p:cNvPr>
          <p:cNvSpPr txBox="1">
            <a:spLocks/>
          </p:cNvSpPr>
          <p:nvPr/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fr-FR" sz="1100" dirty="0">
              <a:solidFill>
                <a:srgbClr val="7D7D6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1BE3EA-BC1C-4F4B-BEBE-F790BF497879}"/>
              </a:ext>
            </a:extLst>
          </p:cNvPr>
          <p:cNvSpPr/>
          <p:nvPr/>
        </p:nvSpPr>
        <p:spPr>
          <a:xfrm>
            <a:off x="11670207" y="2971041"/>
            <a:ext cx="83585" cy="2092973"/>
          </a:xfrm>
          <a:prstGeom prst="rect">
            <a:avLst/>
          </a:prstGeom>
          <a:solidFill>
            <a:srgbClr val="8A9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 sz="1351"/>
          </a:p>
        </p:txBody>
      </p:sp>
      <p:pic>
        <p:nvPicPr>
          <p:cNvPr id="5" name="Image 4" descr="Une image contenant texte, Police, logo, Graphique&#10;&#10;Le contenu généré par l’IA peut être incorrect.">
            <a:extLst>
              <a:ext uri="{FF2B5EF4-FFF2-40B4-BE49-F238E27FC236}">
                <a16:creationId xmlns:a16="http://schemas.microsoft.com/office/drawing/2014/main" id="{55898B98-6CBE-40D9-CC2E-BFB3DD313E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3855" y="244021"/>
            <a:ext cx="1575376" cy="1687288"/>
          </a:xfrm>
          <a:prstGeom prst="rect">
            <a:avLst/>
          </a:prstGeom>
          <a:ln>
            <a:noFill/>
          </a:ln>
        </p:spPr>
      </p:pic>
      <p:grpSp>
        <p:nvGrpSpPr>
          <p:cNvPr id="9" name="Groupe 8">
            <a:extLst>
              <a:ext uri="{FF2B5EF4-FFF2-40B4-BE49-F238E27FC236}">
                <a16:creationId xmlns:a16="http://schemas.microsoft.com/office/drawing/2014/main" id="{EF014D96-B770-437F-8E9D-C6248933CB3E}"/>
              </a:ext>
            </a:extLst>
          </p:cNvPr>
          <p:cNvGrpSpPr/>
          <p:nvPr/>
        </p:nvGrpSpPr>
        <p:grpSpPr>
          <a:xfrm>
            <a:off x="904051" y="3368327"/>
            <a:ext cx="3365125" cy="3005044"/>
            <a:chOff x="790710" y="2574250"/>
            <a:chExt cx="3365125" cy="3005044"/>
          </a:xfrm>
        </p:grpSpPr>
        <p:pic>
          <p:nvPicPr>
            <p:cNvPr id="18" name="Image 10">
              <a:extLst>
                <a:ext uri="{FF2B5EF4-FFF2-40B4-BE49-F238E27FC236}">
                  <a16:creationId xmlns:a16="http://schemas.microsoft.com/office/drawing/2014/main" id="{85455156-CA8E-44FF-88AF-0243B8E80CE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28764" y="2574250"/>
              <a:ext cx="2708097" cy="2708097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2" name="Image 11">
              <a:extLst>
                <a:ext uri="{FF2B5EF4-FFF2-40B4-BE49-F238E27FC236}">
                  <a16:creationId xmlns:a16="http://schemas.microsoft.com/office/drawing/2014/main" id="{CB131529-0D4F-4171-9917-E2B6F9BD3ED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4791" y="4291551"/>
              <a:ext cx="1287743" cy="1287743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3" name="Image 12">
              <a:extLst>
                <a:ext uri="{FF2B5EF4-FFF2-40B4-BE49-F238E27FC236}">
                  <a16:creationId xmlns:a16="http://schemas.microsoft.com/office/drawing/2014/main" id="{BD3A6AC6-9EC3-4B4C-8BCC-0CDF0B526C8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2868094" y="3994607"/>
              <a:ext cx="1287741" cy="128774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4" name="Image 13">
              <a:extLst>
                <a:ext uri="{FF2B5EF4-FFF2-40B4-BE49-F238E27FC236}">
                  <a16:creationId xmlns:a16="http://schemas.microsoft.com/office/drawing/2014/main" id="{E9AF8D38-FAC6-4321-ACD7-16F536668A7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67103" y="3616839"/>
              <a:ext cx="313997" cy="313997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5" name="Image 14">
              <a:extLst>
                <a:ext uri="{FF2B5EF4-FFF2-40B4-BE49-F238E27FC236}">
                  <a16:creationId xmlns:a16="http://schemas.microsoft.com/office/drawing/2014/main" id="{6C5BBA72-1878-453A-B073-EF55F2AA4B7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0710" y="3773837"/>
              <a:ext cx="780551" cy="780551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A31229A-73AF-40B9-BDC6-362330BDF2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152000" y="6378000"/>
            <a:ext cx="1560000" cy="480000"/>
          </a:xfrm>
        </p:spPr>
        <p:txBody>
          <a:bodyPr/>
          <a:lstStyle/>
          <a:p>
            <a:pPr algn="r"/>
            <a:r>
              <a:rPr lang="fr-FR" cap="all"/>
              <a:t>17/09/2026</a:t>
            </a:r>
            <a:endParaRPr lang="fr-FR" cap="all" dirty="0"/>
          </a:p>
        </p:txBody>
      </p:sp>
      <p:sp>
        <p:nvSpPr>
          <p:cNvPr id="11" name="Espace réservé du pied de page 10">
            <a:extLst>
              <a:ext uri="{FF2B5EF4-FFF2-40B4-BE49-F238E27FC236}">
                <a16:creationId xmlns:a16="http://schemas.microsoft.com/office/drawing/2014/main" id="{B82313C9-D5BF-4E03-9936-9A509F430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504335" y="6438000"/>
            <a:ext cx="5904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</p:txBody>
      </p:sp>
      <p:sp>
        <p:nvSpPr>
          <p:cNvPr id="17" name="Espace réservé du numéro de diapositive 16">
            <a:extLst>
              <a:ext uri="{FF2B5EF4-FFF2-40B4-BE49-F238E27FC236}">
                <a16:creationId xmlns:a16="http://schemas.microsoft.com/office/drawing/2014/main" id="{7FA9FD43-0EA4-4063-8C97-F0E6FE8C5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52000" y="6378000"/>
            <a:ext cx="1800000" cy="480000"/>
          </a:xfrm>
        </p:spPr>
        <p:txBody>
          <a:bodyPr/>
          <a:lstStyle/>
          <a:p>
            <a:fld id="{733122C9-A0B9-462F-8757-0847AD287B63}" type="slidenum">
              <a:rPr lang="fr-FR" smtClean="0"/>
              <a:pPr/>
              <a:t>1</a:t>
            </a:fld>
            <a:endParaRPr lang="fr-FR" dirty="0"/>
          </a:p>
        </p:txBody>
      </p:sp>
      <p:pic>
        <p:nvPicPr>
          <p:cNvPr id="19" name="Graphique 18">
            <a:extLst>
              <a:ext uri="{FF2B5EF4-FFF2-40B4-BE49-F238E27FC236}">
                <a16:creationId xmlns:a16="http://schemas.microsoft.com/office/drawing/2014/main" id="{15A9D933-5A52-49DE-9C4A-9BF3DAB50D5B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9358" y="339904"/>
            <a:ext cx="2472215" cy="1772838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547A30B6-44BF-4FE9-ACF4-C1DB3834F0B0}"/>
              </a:ext>
            </a:extLst>
          </p:cNvPr>
          <p:cNvSpPr txBox="1"/>
          <p:nvPr/>
        </p:nvSpPr>
        <p:spPr>
          <a:xfrm>
            <a:off x="9971766" y="6099807"/>
            <a:ext cx="17820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fr-FR" sz="1200" dirty="0">
                <a:solidFill>
                  <a:srgbClr val="0563C1"/>
                </a:solidFill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Marion.lacroix@ign.fr</a:t>
            </a:r>
            <a:r>
              <a:rPr lang="fr-FR" sz="1200" dirty="0">
                <a:solidFill>
                  <a:srgbClr val="0563C1"/>
                </a:solidFill>
              </a:rPr>
              <a:t> </a:t>
            </a:r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D2E6BBF7-2454-DD56-BF24-5A99E37C660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3157" y="475707"/>
            <a:ext cx="1249170" cy="874419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6FB02973-52D6-29C1-8BD8-D8FF5FB9FF4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2539" y="412331"/>
            <a:ext cx="1732285" cy="1053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713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659A0-8D28-73CE-FC3C-07C1F2AF2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0008525-092B-97F0-719E-F2B4ACA7B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480000" y="6378000"/>
            <a:ext cx="5904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AC48205-CEA1-74EA-3B52-D14C79F56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2</a:t>
            </a:fld>
            <a:endParaRPr lang="fr-FR"/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649CAF71-85BB-E46B-C9EF-3972E4D631E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60000" y="1395766"/>
            <a:ext cx="11232000" cy="4375671"/>
          </a:xfrm>
        </p:spPr>
        <p:txBody>
          <a:bodyPr/>
          <a:lstStyle/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54538"/>
              </a:buClr>
              <a:buSzTx/>
              <a:buFont typeface="Webdings" panose="05030102010509060703" pitchFamily="18" charset="2"/>
              <a:buChar char="a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Arial"/>
              </a:rPr>
              <a:t>Règles de vie</a:t>
            </a:r>
          </a:p>
          <a:p>
            <a:pPr lvl="2" indent="-342900">
              <a:buClr>
                <a:srgbClr val="554538"/>
              </a:buClr>
              <a:buFont typeface="Webdings" panose="05030102010509060703" pitchFamily="18" charset="2"/>
              <a:buChar char="a"/>
              <a:defRPr/>
            </a:pPr>
            <a:r>
              <a:rPr kumimoji="0" lang="fr-FR" sz="2066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Arial"/>
              </a:rPr>
              <a:t>Ecoute, partage de la parole</a:t>
            </a:r>
            <a:endParaRPr lang="fr-FR" sz="2066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Arial"/>
            </a:endParaRPr>
          </a:p>
          <a:p>
            <a:pPr lvl="2" indent="-342900">
              <a:buClr>
                <a:srgbClr val="554538"/>
              </a:buClr>
              <a:buFont typeface="Webdings" panose="05030102010509060703" pitchFamily="18" charset="2"/>
              <a:buChar char="a"/>
              <a:defRPr/>
            </a:pPr>
            <a:r>
              <a:rPr lang="fr-FR" sz="2066" b="0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Bienveillance, droit à l’erreur</a:t>
            </a:r>
          </a:p>
          <a:p>
            <a:pPr lvl="2" indent="-342900">
              <a:buClr>
                <a:srgbClr val="554538"/>
              </a:buClr>
              <a:buFont typeface="Webdings" panose="05030102010509060703" pitchFamily="18" charset="2"/>
              <a:buChar char="a"/>
              <a:defRPr/>
            </a:pPr>
            <a:r>
              <a:rPr lang="fr-FR" sz="2066" b="0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Engagement</a:t>
            </a:r>
            <a:endParaRPr lang="fr-FR" sz="2066" dirty="0">
              <a:solidFill>
                <a:srgbClr val="000000"/>
              </a:solidFill>
              <a:latin typeface="Calibri"/>
              <a:ea typeface="Calibri"/>
              <a:cs typeface="Arial"/>
            </a:endParaRPr>
          </a:p>
          <a:p>
            <a:pPr lvl="2" indent="-342900">
              <a:buClr>
                <a:srgbClr val="554538"/>
              </a:buClr>
              <a:buFont typeface="Webdings" panose="05030102010509060703" pitchFamily="18" charset="2"/>
              <a:buChar char="a"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Arial"/>
            </a:endParaRPr>
          </a:p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54538"/>
              </a:buClr>
              <a:buSzTx/>
              <a:buFont typeface="Webdings" panose="05030102010509060703" pitchFamily="18" charset="2"/>
              <a:buChar char="a"/>
              <a:tabLst/>
              <a:defRPr/>
            </a:pPr>
            <a:r>
              <a:rPr lang="fr-FR" sz="2400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Visio et c</a:t>
            </a:r>
            <a:r>
              <a:rPr lang="fr-FR" sz="2400" b="0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onsentement</a:t>
            </a:r>
          </a:p>
          <a:p>
            <a:pPr lvl="2" indent="-342900">
              <a:buClr>
                <a:srgbClr val="554538"/>
              </a:buClr>
              <a:buFont typeface="Webdings" panose="05030102010509060703" pitchFamily="18" charset="2"/>
              <a:buChar char="a"/>
              <a:defRPr/>
            </a:pPr>
            <a:r>
              <a:rPr lang="fr-FR" sz="2066" dirty="0">
                <a:solidFill>
                  <a:srgbClr val="000000"/>
                </a:solidFill>
                <a:latin typeface="Calibri"/>
                <a:cs typeface="Arial"/>
              </a:rPr>
              <a:t>Enregistrement vidéo via Teams (pour le CR, non diffusé)</a:t>
            </a:r>
          </a:p>
          <a:p>
            <a:pPr lvl="2" indent="-342900">
              <a:buClr>
                <a:srgbClr val="554538"/>
              </a:buClr>
              <a:buFont typeface="Webdings" panose="05030102010509060703" pitchFamily="18" charset="2"/>
              <a:buChar char="a"/>
              <a:defRPr/>
            </a:pPr>
            <a:r>
              <a:rPr lang="fr-FR" sz="2066" dirty="0">
                <a:solidFill>
                  <a:srgbClr val="000000"/>
                </a:solidFill>
                <a:latin typeface="Calibri"/>
                <a:cs typeface="Arial"/>
              </a:rPr>
              <a:t>Enregistrement audio via </a:t>
            </a:r>
            <a:r>
              <a:rPr lang="fr-FR" sz="2066" dirty="0">
                <a:solidFill>
                  <a:srgbClr val="000000"/>
                </a:solidFill>
                <a:latin typeface="Calibri"/>
                <a:cs typeface="Arial"/>
                <a:hlinkClick r:id="rId3"/>
              </a:rPr>
              <a:t>Transcript IA </a:t>
            </a:r>
            <a:r>
              <a:rPr lang="fr-FR" sz="2066" dirty="0">
                <a:solidFill>
                  <a:srgbClr val="000000"/>
                </a:solidFill>
                <a:latin typeface="Calibri"/>
                <a:cs typeface="Arial"/>
              </a:rPr>
              <a:t>(Outil </a:t>
            </a:r>
            <a:r>
              <a:rPr lang="fr-FR" sz="2066" dirty="0" err="1">
                <a:solidFill>
                  <a:srgbClr val="000000"/>
                </a:solidFill>
                <a:latin typeface="Calibri"/>
                <a:cs typeface="Arial"/>
              </a:rPr>
              <a:t>LaSuite</a:t>
            </a:r>
            <a:r>
              <a:rPr lang="fr-FR" sz="2066" dirty="0">
                <a:solidFill>
                  <a:srgbClr val="000000"/>
                </a:solidFill>
                <a:latin typeface="Calibri"/>
                <a:cs typeface="Arial"/>
              </a:rPr>
              <a:t> Numérique de la DINUM) (pour le CR, non diffusé)</a:t>
            </a:r>
            <a:endParaRPr kumimoji="0" lang="fr-FR" sz="2066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Arial"/>
            </a:endParaRPr>
          </a:p>
          <a:p>
            <a:pPr lvl="2" indent="-342900">
              <a:buClr>
                <a:srgbClr val="554538"/>
              </a:buClr>
              <a:buFont typeface="Webdings" panose="05030102010509060703" pitchFamily="18" charset="2"/>
              <a:buChar char="a"/>
              <a:defRPr/>
            </a:pPr>
            <a:endParaRPr kumimoji="0" lang="fr-FR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Arial"/>
            </a:endParaRPr>
          </a:p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54538"/>
              </a:buClr>
              <a:buSzTx/>
              <a:buFont typeface="Webdings" panose="05030102010509060703" pitchFamily="18" charset="2"/>
              <a:buChar char="a"/>
              <a:tabLst/>
              <a:defRPr/>
            </a:pPr>
            <a:r>
              <a:rPr lang="fr-FR" sz="2400" b="0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Poursuite des travaux</a:t>
            </a:r>
            <a:endParaRPr lang="fr-FR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Arial"/>
            </a:endParaRPr>
          </a:p>
          <a:p>
            <a:pPr lvl="2" indent="-342900">
              <a:buClr>
                <a:srgbClr val="554538"/>
              </a:buClr>
              <a:buFont typeface="Webdings" panose="05030102010509060703" pitchFamily="18" charset="2"/>
              <a:buChar char="a"/>
              <a:defRPr/>
            </a:pPr>
            <a:r>
              <a:rPr lang="fr-FR" sz="2066" dirty="0">
                <a:solidFill>
                  <a:srgbClr val="000000"/>
                </a:solidFill>
                <a:latin typeface="Calibri"/>
                <a:cs typeface="Arial"/>
              </a:rPr>
              <a:t>Envoi des ppt + CR à la liste de mail</a:t>
            </a:r>
          </a:p>
          <a:p>
            <a:pPr lvl="2" indent="-342900">
              <a:buClr>
                <a:srgbClr val="554538"/>
              </a:buClr>
              <a:buFont typeface="Webdings" panose="05030102010509060703" pitchFamily="18" charset="2"/>
              <a:buChar char="a"/>
              <a:defRPr/>
            </a:pPr>
            <a:r>
              <a:rPr lang="fr-FR" sz="2066" dirty="0">
                <a:solidFill>
                  <a:srgbClr val="000000"/>
                </a:solidFill>
                <a:latin typeface="Calibri"/>
                <a:cs typeface="Arial"/>
              </a:rPr>
              <a:t>Ressources accessibles sur le </a:t>
            </a:r>
            <a:r>
              <a:rPr lang="fr-FR" sz="2066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/>
                <a:cs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r>
              <a:rPr lang="fr-FR" sz="2066" dirty="0">
                <a:solidFill>
                  <a:srgbClr val="000000"/>
                </a:solidFill>
                <a:latin typeface="Calibri"/>
                <a:cs typeface="Arial"/>
              </a:rPr>
              <a:t> et la </a:t>
            </a:r>
            <a:r>
              <a:rPr lang="fr-FR" sz="2066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/>
                <a:cs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page CNIG du GT</a:t>
            </a:r>
            <a:endParaRPr kumimoji="0" lang="fr-FR" sz="1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Arial"/>
            </a:endParaRPr>
          </a:p>
          <a:p>
            <a:pPr marL="742950" lvl="1" indent="-285750" algn="just">
              <a:spcBef>
                <a:spcPts val="300"/>
              </a:spcBef>
              <a:buClr>
                <a:srgbClr val="554538"/>
              </a:buClr>
              <a:buFont typeface="Courier New" panose="02070309020205020404" pitchFamily="49" charset="0"/>
              <a:buChar char="o"/>
            </a:pPr>
            <a:endParaRPr kumimoji="0" lang="fr-FR" sz="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Arial"/>
            </a:endParaRPr>
          </a:p>
          <a:p>
            <a:pPr marL="742950" lvl="1" indent="-285750" algn="just">
              <a:spcBef>
                <a:spcPts val="300"/>
              </a:spcBef>
              <a:buClr>
                <a:srgbClr val="554538"/>
              </a:buClr>
              <a:buFont typeface="Courier New" panose="02070309020205020404" pitchFamily="49" charset="0"/>
              <a:buChar char="o"/>
            </a:pPr>
            <a:endParaRPr kumimoji="0" lang="fr-FR" sz="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Arial"/>
            </a:endParaRPr>
          </a:p>
          <a:p>
            <a:pPr marL="742950" lvl="1" indent="-285750" algn="just">
              <a:spcBef>
                <a:spcPts val="300"/>
              </a:spcBef>
              <a:buFont typeface="Courier New" panose="02070309020205020404" pitchFamily="49" charset="0"/>
              <a:buChar char="o"/>
            </a:pPr>
            <a:endParaRPr lang="fr-FR" sz="400" b="0" dirty="0">
              <a:solidFill>
                <a:schemeClr val="tx1"/>
              </a:solidFill>
              <a:latin typeface="Calibri"/>
              <a:cs typeface="Arial"/>
            </a:endParaRPr>
          </a:p>
          <a:p>
            <a:pPr marL="457200" lvl="1" indent="0" algn="just">
              <a:spcBef>
                <a:spcPts val="300"/>
              </a:spcBef>
              <a:buNone/>
            </a:pPr>
            <a:endParaRPr lang="fr-FR" sz="400" b="0" dirty="0">
              <a:solidFill>
                <a:schemeClr val="tx1"/>
              </a:solidFill>
              <a:latin typeface="Calibri"/>
              <a:cs typeface="Arial"/>
            </a:endParaRPr>
          </a:p>
        </p:txBody>
      </p:sp>
      <p:sp>
        <p:nvSpPr>
          <p:cNvPr id="10" name="Espace réservé du texte 7">
            <a:extLst>
              <a:ext uri="{FF2B5EF4-FFF2-40B4-BE49-F238E27FC236}">
                <a16:creationId xmlns:a16="http://schemas.microsoft.com/office/drawing/2014/main" id="{F1DCB85A-A34F-4AAE-85E5-400DFC79239D}"/>
              </a:ext>
            </a:extLst>
          </p:cNvPr>
          <p:cNvSpPr txBox="1">
            <a:spLocks/>
          </p:cNvSpPr>
          <p:nvPr/>
        </p:nvSpPr>
        <p:spPr bwMode="gray">
          <a:xfrm>
            <a:off x="3926144" y="240000"/>
            <a:ext cx="7905601" cy="4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108000" indent="-10800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8000" indent="-10800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2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8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12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8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3467" dirty="0"/>
              <a:t>Modalités de travail en commun</a:t>
            </a:r>
            <a:endParaRPr lang="fr-FR" sz="1000" dirty="0"/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8130CD4-EFAA-483A-9331-8E23B700C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 cap="all"/>
              <a:t>17/09/2026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003ECD8A-FFB7-44F8-A6A6-4811D6D8E6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84668" y="167520"/>
            <a:ext cx="539422" cy="587082"/>
          </a:xfrm>
          <a:prstGeom prst="rect">
            <a:avLst/>
          </a:prstGeom>
          <a:ln>
            <a:noFill/>
          </a:ln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FA3E84CF-23C6-4986-B9E8-9952BC28BC0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396163">
            <a:off x="8801761" y="1126943"/>
            <a:ext cx="2046231" cy="2046231"/>
          </a:xfrm>
          <a:prstGeom prst="rect">
            <a:avLst/>
          </a:prstGeom>
          <a:ln>
            <a:noFill/>
          </a:ln>
        </p:spPr>
      </p:pic>
      <p:sp>
        <p:nvSpPr>
          <p:cNvPr id="12" name="Espace réservé du pied de page 10">
            <a:extLst>
              <a:ext uri="{FF2B5EF4-FFF2-40B4-BE49-F238E27FC236}">
                <a16:creationId xmlns:a16="http://schemas.microsoft.com/office/drawing/2014/main" id="{41CF2B8A-B32D-4C3F-AF16-7BE3942317D0}"/>
              </a:ext>
            </a:extLst>
          </p:cNvPr>
          <p:cNvSpPr txBox="1">
            <a:spLocks/>
          </p:cNvSpPr>
          <p:nvPr/>
        </p:nvSpPr>
        <p:spPr bwMode="gray">
          <a:xfrm>
            <a:off x="504335" y="6438000"/>
            <a:ext cx="5904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Institut national de l’information  géographique et forestière</a:t>
            </a:r>
          </a:p>
        </p:txBody>
      </p:sp>
    </p:spTree>
    <p:extLst>
      <p:ext uri="{BB962C8B-B14F-4D97-AF65-F5344CB8AC3E}">
        <p14:creationId xmlns:p14="http://schemas.microsoft.com/office/powerpoint/2010/main" val="1514211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659A0-8D28-73CE-FC3C-07C1F2AF2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0008525-092B-97F0-719E-F2B4ACA7B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480000" y="6378000"/>
            <a:ext cx="5904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AC48205-CEA1-74EA-3B52-D14C79F56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3</a:t>
            </a:fld>
            <a:endParaRPr lang="fr-FR"/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649CAF71-85BB-E46B-C9EF-3972E4D631E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713660" y="1575314"/>
            <a:ext cx="11232000" cy="4375671"/>
          </a:xfrm>
        </p:spPr>
        <p:txBody>
          <a:bodyPr/>
          <a:lstStyle/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54538"/>
              </a:buClr>
              <a:buSzTx/>
              <a:buFont typeface="Webdings" panose="05030102010509060703" pitchFamily="18" charset="2"/>
              <a:buChar char="a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Arial"/>
              </a:rPr>
              <a:t>Couper son micro lorsqu’on ne parle pas</a:t>
            </a:r>
          </a:p>
          <a:p>
            <a:pPr lvl="2" indent="-342900">
              <a:buClr>
                <a:srgbClr val="554538"/>
              </a:buClr>
              <a:buFont typeface="Webdings" panose="05030102010509060703" pitchFamily="18" charset="2"/>
              <a:buChar char="a"/>
              <a:defRPr/>
            </a:pPr>
            <a:r>
              <a:rPr kumimoji="0" lang="fr-FR" sz="2066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Arial"/>
              </a:rPr>
              <a:t>Surtout si son bureau est bruyant!</a:t>
            </a:r>
            <a:endParaRPr lang="fr-FR" sz="2066" dirty="0">
              <a:solidFill>
                <a:srgbClr val="000000"/>
              </a:solidFill>
              <a:latin typeface="Calibri"/>
              <a:ea typeface="Calibri"/>
              <a:cs typeface="Arial"/>
            </a:endParaRPr>
          </a:p>
          <a:p>
            <a:pPr lvl="2" indent="-342900">
              <a:buClr>
                <a:srgbClr val="554538"/>
              </a:buClr>
              <a:buFont typeface="Webdings" panose="05030102010509060703" pitchFamily="18" charset="2"/>
              <a:buChar char="a"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Arial"/>
            </a:endParaRPr>
          </a:p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54538"/>
              </a:buClr>
              <a:buSzTx/>
              <a:buFont typeface="Webdings" panose="05030102010509060703" pitchFamily="18" charset="2"/>
              <a:buChar char="a"/>
              <a:tabLst/>
              <a:defRPr/>
            </a:pPr>
            <a:r>
              <a:rPr lang="fr-FR" sz="2400" b="0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Ne pas hésiter à mettre des liens ou autres informations dans le tchat</a:t>
            </a:r>
          </a:p>
          <a:p>
            <a:pPr lvl="2" indent="-342900">
              <a:buClr>
                <a:srgbClr val="554538"/>
              </a:buClr>
              <a:buFont typeface="Webdings" panose="05030102010509060703" pitchFamily="18" charset="2"/>
              <a:buChar char="a"/>
              <a:defRPr/>
            </a:pPr>
            <a:r>
              <a:rPr lang="fr-FR" sz="2066" dirty="0">
                <a:solidFill>
                  <a:srgbClr val="000000"/>
                </a:solidFill>
                <a:latin typeface="Calibri"/>
                <a:cs typeface="Arial"/>
              </a:rPr>
              <a:t>Les sondages seront présents dans les conversations</a:t>
            </a:r>
          </a:p>
          <a:p>
            <a:pPr marL="342900" lvl="1" indent="0">
              <a:buClr>
                <a:srgbClr val="554538"/>
              </a:buClr>
              <a:buNone/>
              <a:defRPr/>
            </a:pPr>
            <a:endParaRPr kumimoji="0" lang="fr-FR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Arial"/>
            </a:endParaRPr>
          </a:p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54538"/>
              </a:buClr>
              <a:buSzTx/>
              <a:buFont typeface="Webdings" panose="05030102010509060703" pitchFamily="18" charset="2"/>
              <a:buChar char="a"/>
              <a:tabLst/>
              <a:defRPr/>
            </a:pPr>
            <a:r>
              <a:rPr lang="fr-FR" sz="2400" b="0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Activer si possible sa caméra </a:t>
            </a:r>
          </a:p>
          <a:p>
            <a:pPr marL="678892" lvl="1" indent="-342900" defTabSz="914400">
              <a:spcBef>
                <a:spcPts val="600"/>
              </a:spcBef>
              <a:spcAft>
                <a:spcPts val="0"/>
              </a:spcAft>
              <a:buClr>
                <a:srgbClr val="554538"/>
              </a:buClr>
              <a:buFont typeface="Webdings" panose="05030102010509060703" pitchFamily="18" charset="2"/>
              <a:buChar char="a"/>
              <a:defRPr/>
            </a:pPr>
            <a:r>
              <a:rPr lang="fr-FR" sz="2267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S</a:t>
            </a:r>
            <a:r>
              <a:rPr lang="fr-FR" sz="2267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Arial"/>
              </a:rPr>
              <a:t>’il y a du monde ou mauvaise connexion, </a:t>
            </a:r>
            <a:r>
              <a:rPr lang="fr-FR" sz="2267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l</a:t>
            </a:r>
            <a:r>
              <a:rPr lang="fr-FR" sz="2267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Arial"/>
              </a:rPr>
              <a:t>orsqu’on</a:t>
            </a:r>
            <a:r>
              <a:rPr lang="fr-FR" sz="2267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Arial"/>
              </a:rPr>
              <a:t> prend la parole </a:t>
            </a:r>
            <a:r>
              <a:rPr lang="fr-FR" sz="2267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uniquement</a:t>
            </a:r>
            <a:endParaRPr lang="fr-FR" sz="2267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Arial"/>
            </a:endParaRPr>
          </a:p>
          <a:p>
            <a:pPr marL="678892" lvl="1" indent="-342900" defTabSz="914400">
              <a:spcBef>
                <a:spcPts val="600"/>
              </a:spcBef>
              <a:spcAft>
                <a:spcPts val="0"/>
              </a:spcAft>
              <a:buClr>
                <a:srgbClr val="554538"/>
              </a:buClr>
              <a:buFont typeface="Webdings" panose="05030102010509060703" pitchFamily="18" charset="2"/>
              <a:buChar char="a"/>
              <a:defRPr/>
            </a:pPr>
            <a:endParaRPr kumimoji="0" lang="fr-FR" sz="2267" b="0" dirty="0">
              <a:solidFill>
                <a:srgbClr val="000000"/>
              </a:solidFill>
              <a:latin typeface="Calibri"/>
              <a:ea typeface="Times New Roman" panose="02020603050405020304" pitchFamily="18" charset="0"/>
              <a:cs typeface="Arial"/>
            </a:endParaRPr>
          </a:p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54538"/>
              </a:buClr>
              <a:buSzTx/>
              <a:buFont typeface="Webdings" panose="05030102010509060703" pitchFamily="18" charset="2"/>
              <a:buChar char="a"/>
              <a:tabLst/>
              <a:defRPr/>
            </a:pPr>
            <a:r>
              <a:rPr lang="fr-FR" sz="2400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Prendre la parole peut être compliqué…</a:t>
            </a:r>
          </a:p>
          <a:p>
            <a:pPr marL="678892" lvl="1" indent="-342900" defTabSz="914400">
              <a:spcBef>
                <a:spcPts val="600"/>
              </a:spcBef>
              <a:spcAft>
                <a:spcPts val="0"/>
              </a:spcAft>
              <a:buClr>
                <a:srgbClr val="554538"/>
              </a:buClr>
              <a:buFont typeface="Webdings" panose="05030102010509060703" pitchFamily="18" charset="2"/>
              <a:buChar char="a"/>
              <a:defRPr/>
            </a:pPr>
            <a:r>
              <a:rPr lang="fr-FR" sz="2267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 ne pas hésiter à lever la main pour être entendu!</a:t>
            </a:r>
            <a:endParaRPr lang="fr-FR" sz="2267" b="0" dirty="0">
              <a:solidFill>
                <a:srgbClr val="000000"/>
              </a:solidFill>
              <a:latin typeface="Calibri"/>
              <a:ea typeface="Calibri"/>
              <a:cs typeface="Arial"/>
            </a:endParaRPr>
          </a:p>
          <a:p>
            <a:pPr marL="678892" lvl="1" indent="-342900" defTabSz="914400">
              <a:spcBef>
                <a:spcPts val="600"/>
              </a:spcBef>
              <a:spcAft>
                <a:spcPts val="0"/>
              </a:spcAft>
              <a:buClr>
                <a:srgbClr val="554538"/>
              </a:buClr>
              <a:buFont typeface="Webdings" panose="05030102010509060703" pitchFamily="18" charset="2"/>
              <a:buChar char="a"/>
              <a:defRPr/>
            </a:pPr>
            <a:endParaRPr kumimoji="0" lang="fr-FR" sz="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Arial"/>
            </a:endParaRPr>
          </a:p>
          <a:p>
            <a:pPr marL="742950" lvl="1" indent="-285750" algn="just">
              <a:spcBef>
                <a:spcPts val="300"/>
              </a:spcBef>
              <a:buClr>
                <a:srgbClr val="554538"/>
              </a:buClr>
              <a:buFont typeface="Courier New" panose="02070309020205020404" pitchFamily="49" charset="0"/>
              <a:buChar char="o"/>
            </a:pPr>
            <a:endParaRPr kumimoji="0" lang="fr-FR" sz="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Arial"/>
            </a:endParaRPr>
          </a:p>
          <a:p>
            <a:pPr marL="742950" lvl="1" indent="-285750" algn="just">
              <a:spcBef>
                <a:spcPts val="300"/>
              </a:spcBef>
              <a:buFont typeface="Courier New" panose="02070309020205020404" pitchFamily="49" charset="0"/>
              <a:buChar char="o"/>
            </a:pPr>
            <a:endParaRPr lang="fr-FR" sz="400" b="0" dirty="0">
              <a:solidFill>
                <a:schemeClr val="tx1"/>
              </a:solidFill>
              <a:latin typeface="Calibri"/>
              <a:cs typeface="Arial"/>
            </a:endParaRPr>
          </a:p>
          <a:p>
            <a:pPr marL="457200" lvl="1" indent="0" algn="just">
              <a:spcBef>
                <a:spcPts val="300"/>
              </a:spcBef>
              <a:buNone/>
            </a:pPr>
            <a:endParaRPr lang="fr-FR" sz="400" b="0" dirty="0">
              <a:solidFill>
                <a:schemeClr val="tx1"/>
              </a:solidFill>
              <a:latin typeface="Calibri"/>
              <a:cs typeface="Arial"/>
            </a:endParaRP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8130CD4-EFAA-483A-9331-8E23B700C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 cap="all"/>
              <a:t>17/09/2026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003ECD8A-FFB7-44F8-A6A6-4811D6D8E6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4668" y="167520"/>
            <a:ext cx="539422" cy="587082"/>
          </a:xfrm>
          <a:prstGeom prst="rect">
            <a:avLst/>
          </a:prstGeom>
          <a:ln>
            <a:noFill/>
          </a:ln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CB873A65-A0B4-4677-881C-E879864D51F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352" b="9044"/>
          <a:stretch/>
        </p:blipFill>
        <p:spPr>
          <a:xfrm>
            <a:off x="427606" y="5158231"/>
            <a:ext cx="1286054" cy="870440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A0A823BF-0A52-48B4-ADEF-75844D9799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01" y="2598988"/>
            <a:ext cx="1181265" cy="895475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C3379E5B-409C-4A5A-AB41-203860093541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22013"/>
          <a:stretch/>
        </p:blipFill>
        <p:spPr>
          <a:xfrm>
            <a:off x="480001" y="1431680"/>
            <a:ext cx="1181265" cy="819264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96A2A8EB-338A-4B5A-B95F-D060CC35F1D0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11170"/>
          <a:stretch/>
        </p:blipFill>
        <p:spPr>
          <a:xfrm>
            <a:off x="655981" y="3921478"/>
            <a:ext cx="829304" cy="809738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2F5F5647-0945-402A-A80E-A53909DA03D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46787" y="700879"/>
            <a:ext cx="7726434" cy="413556"/>
          </a:xfrm>
          <a:prstGeom prst="rect">
            <a:avLst/>
          </a:prstGeom>
        </p:spPr>
      </p:pic>
      <p:sp>
        <p:nvSpPr>
          <p:cNvPr id="19" name="Espace réservé du texte 7">
            <a:extLst>
              <a:ext uri="{FF2B5EF4-FFF2-40B4-BE49-F238E27FC236}">
                <a16:creationId xmlns:a16="http://schemas.microsoft.com/office/drawing/2014/main" id="{31834D05-96E3-4382-924B-3E0CAD8973C6}"/>
              </a:ext>
            </a:extLst>
          </p:cNvPr>
          <p:cNvSpPr txBox="1">
            <a:spLocks/>
          </p:cNvSpPr>
          <p:nvPr/>
        </p:nvSpPr>
        <p:spPr bwMode="gray">
          <a:xfrm>
            <a:off x="3926144" y="240000"/>
            <a:ext cx="7905601" cy="4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108000" indent="-10800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8000" indent="-10800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2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8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12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8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3467" dirty="0"/>
              <a:t>B.a.ba de la visio</a:t>
            </a:r>
            <a:endParaRPr lang="fr-FR" sz="1000" dirty="0"/>
          </a:p>
        </p:txBody>
      </p:sp>
      <p:sp>
        <p:nvSpPr>
          <p:cNvPr id="20" name="Espace réservé du pied de page 10">
            <a:extLst>
              <a:ext uri="{FF2B5EF4-FFF2-40B4-BE49-F238E27FC236}">
                <a16:creationId xmlns:a16="http://schemas.microsoft.com/office/drawing/2014/main" id="{11E1EEA8-9C02-4AD2-8C3F-8B50459CA4E3}"/>
              </a:ext>
            </a:extLst>
          </p:cNvPr>
          <p:cNvSpPr txBox="1">
            <a:spLocks/>
          </p:cNvSpPr>
          <p:nvPr/>
        </p:nvSpPr>
        <p:spPr bwMode="gray">
          <a:xfrm>
            <a:off x="504335" y="6438000"/>
            <a:ext cx="5904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Institut national de l’information  géographique et forestière</a:t>
            </a:r>
          </a:p>
        </p:txBody>
      </p:sp>
    </p:spTree>
    <p:extLst>
      <p:ext uri="{BB962C8B-B14F-4D97-AF65-F5344CB8AC3E}">
        <p14:creationId xmlns:p14="http://schemas.microsoft.com/office/powerpoint/2010/main" val="2361275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6">
            <a:extLst>
              <a:ext uri="{FF2B5EF4-FFF2-40B4-BE49-F238E27FC236}">
                <a16:creationId xmlns:a16="http://schemas.microsoft.com/office/drawing/2014/main" id="{852BE78D-901C-F949-EE09-515CE0A4DF96}"/>
              </a:ext>
            </a:extLst>
          </p:cNvPr>
          <p:cNvSpPr txBox="1">
            <a:spLocks/>
          </p:cNvSpPr>
          <p:nvPr/>
        </p:nvSpPr>
        <p:spPr>
          <a:xfrm>
            <a:off x="409377" y="1345536"/>
            <a:ext cx="8067909" cy="9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spcBef>
                <a:spcPct val="0"/>
              </a:spcBef>
            </a:pPr>
            <a:r>
              <a:rPr lang="fr-FR" sz="2800" b="1" dirty="0">
                <a:solidFill>
                  <a:srgbClr val="C00000"/>
                </a:solidFill>
                <a:latin typeface="+mj-lt"/>
                <a:ea typeface="+mj-ea"/>
                <a:cs typeface="Calibri" panose="020F0502020204030204" pitchFamily="34" charset="0"/>
              </a:rPr>
              <a:t>Programme (14h-16h)</a:t>
            </a:r>
            <a:endParaRPr lang="fr-FR" sz="2800" dirty="0">
              <a:solidFill>
                <a:srgbClr val="C00000"/>
              </a:solidFill>
              <a:latin typeface="+mj-lt"/>
              <a:ea typeface="+mj-ea"/>
              <a:cs typeface="Calibri" panose="020F0502020204030204" pitchFamily="34" charset="0"/>
            </a:endParaRPr>
          </a:p>
          <a:p>
            <a:pPr defTabSz="1219170">
              <a:lnSpc>
                <a:spcPct val="90000"/>
              </a:lnSpc>
            </a:pPr>
            <a:endParaRPr lang="fr-FR" sz="2800" b="1" kern="0" spc="-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9AA984F-3C65-41E9-883E-DB73BF2F52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668" y="167520"/>
            <a:ext cx="539422" cy="587082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BEFE395B-DB4E-4519-807C-CB8B92945B67}"/>
              </a:ext>
            </a:extLst>
          </p:cNvPr>
          <p:cNvSpPr txBox="1"/>
          <p:nvPr/>
        </p:nvSpPr>
        <p:spPr>
          <a:xfrm>
            <a:off x="409377" y="2242216"/>
            <a:ext cx="10783760" cy="273209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marR="0" indent="-342900" algn="l">
              <a:lnSpc>
                <a:spcPct val="107955"/>
              </a:lnSpc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00000"/>
                </a:solidFill>
                <a:effectLst/>
              </a:rPr>
              <a:t>Introduction des pilotes </a:t>
            </a:r>
            <a:r>
              <a:rPr lang="fr-FR" i="1" dirty="0">
                <a:solidFill>
                  <a:srgbClr val="000000"/>
                </a:solidFill>
                <a:effectLst/>
              </a:rPr>
              <a:t>(présentation)</a:t>
            </a:r>
          </a:p>
          <a:p>
            <a:pPr marL="342900" indent="-342900">
              <a:lnSpc>
                <a:spcPct val="107955"/>
              </a:lnSpc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00000"/>
                </a:solidFill>
                <a:effectLst/>
              </a:rPr>
              <a:t>Présentation du standard et remise </a:t>
            </a:r>
            <a:r>
              <a:rPr lang="fr-FR" sz="2000" dirty="0">
                <a:solidFill>
                  <a:srgbClr val="000000"/>
                </a:solidFill>
              </a:rPr>
              <a:t>en contexte </a:t>
            </a:r>
            <a:r>
              <a:rPr lang="fr-FR" i="1" dirty="0">
                <a:solidFill>
                  <a:srgbClr val="000000"/>
                </a:solidFill>
              </a:rPr>
              <a:t>(présentation)</a:t>
            </a:r>
          </a:p>
          <a:p>
            <a:pPr marL="342900" indent="-342900">
              <a:lnSpc>
                <a:spcPct val="107955"/>
              </a:lnSpc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00000"/>
                </a:solidFill>
                <a:effectLst/>
              </a:rPr>
              <a:t>Changements induits par l'appel à commentaires </a:t>
            </a:r>
            <a:r>
              <a:rPr lang="fr-FR" i="1" dirty="0">
                <a:solidFill>
                  <a:srgbClr val="000000"/>
                </a:solidFill>
              </a:rPr>
              <a:t>(présentation)</a:t>
            </a:r>
          </a:p>
          <a:p>
            <a:pPr marL="342900" indent="-342900">
              <a:lnSpc>
                <a:spcPct val="107955"/>
              </a:lnSpc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00000"/>
                </a:solidFill>
                <a:effectLst/>
              </a:rPr>
              <a:t>Discussions </a:t>
            </a:r>
            <a:r>
              <a:rPr lang="fr-FR" i="1" dirty="0">
                <a:solidFill>
                  <a:srgbClr val="000000"/>
                </a:solidFill>
              </a:rPr>
              <a:t>(participatif)</a:t>
            </a:r>
          </a:p>
          <a:p>
            <a:pPr marL="342900" marR="0" indent="-342900">
              <a:lnSpc>
                <a:spcPct val="107955"/>
              </a:lnSpc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00000"/>
                </a:solidFill>
                <a:effectLst/>
              </a:rPr>
              <a:t>Vote pour l'image de couverture </a:t>
            </a:r>
            <a:r>
              <a:rPr lang="fr-FR" i="1" dirty="0">
                <a:solidFill>
                  <a:srgbClr val="000000"/>
                </a:solidFill>
              </a:rPr>
              <a:t>(participatif)</a:t>
            </a:r>
          </a:p>
          <a:p>
            <a:pPr marL="342900" indent="-342900">
              <a:lnSpc>
                <a:spcPct val="107955"/>
              </a:lnSpc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00000"/>
                </a:solidFill>
                <a:effectLst/>
              </a:rPr>
              <a:t>Présentation des outils annexes du standard </a:t>
            </a:r>
            <a:r>
              <a:rPr lang="fr-FR" i="1" dirty="0">
                <a:solidFill>
                  <a:srgbClr val="000000"/>
                </a:solidFill>
              </a:rPr>
              <a:t>(</a:t>
            </a:r>
            <a:r>
              <a:rPr lang="fr-FR" i="1" dirty="0" err="1">
                <a:solidFill>
                  <a:srgbClr val="000000"/>
                </a:solidFill>
              </a:rPr>
              <a:t>présentation+participatif</a:t>
            </a:r>
            <a:r>
              <a:rPr lang="fr-FR" i="1" dirty="0">
                <a:solidFill>
                  <a:srgbClr val="000000"/>
                </a:solidFill>
              </a:rPr>
              <a:t>)</a:t>
            </a:r>
          </a:p>
          <a:p>
            <a:pPr marL="342900" indent="-342900">
              <a:lnSpc>
                <a:spcPct val="107955"/>
              </a:lnSpc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00000"/>
                </a:solidFill>
                <a:effectLst/>
              </a:rPr>
              <a:t>Suite des évènements post-publication</a:t>
            </a:r>
            <a:r>
              <a:rPr lang="fr-FR" sz="2000" dirty="0">
                <a:solidFill>
                  <a:srgbClr val="000000"/>
                </a:solidFill>
              </a:rPr>
              <a:t> </a:t>
            </a:r>
            <a:r>
              <a:rPr lang="fr-FR" i="1" dirty="0">
                <a:solidFill>
                  <a:srgbClr val="000000"/>
                </a:solidFill>
              </a:rPr>
              <a:t>(</a:t>
            </a:r>
            <a:r>
              <a:rPr lang="fr-FR" i="1" dirty="0" err="1">
                <a:solidFill>
                  <a:srgbClr val="000000"/>
                </a:solidFill>
              </a:rPr>
              <a:t>présentation+participatif</a:t>
            </a:r>
            <a:r>
              <a:rPr lang="fr-FR" i="1" dirty="0">
                <a:solidFill>
                  <a:srgbClr val="000000"/>
                </a:solidFill>
              </a:rPr>
              <a:t>)</a:t>
            </a:r>
          </a:p>
          <a:p>
            <a:pPr marL="342900" marR="0" indent="-342900" algn="l">
              <a:lnSpc>
                <a:spcPct val="107955"/>
              </a:lnSpc>
              <a:buFont typeface="Arial" panose="020B0604020202020204" pitchFamily="34" charset="0"/>
              <a:buChar char="•"/>
            </a:pPr>
            <a:r>
              <a:rPr lang="fr-FR" sz="2000" dirty="0" err="1">
                <a:solidFill>
                  <a:srgbClr val="000000"/>
                </a:solidFill>
                <a:effectLst/>
              </a:rPr>
              <a:t>Retex</a:t>
            </a:r>
            <a:r>
              <a:rPr lang="fr-FR" sz="2000" dirty="0">
                <a:solidFill>
                  <a:srgbClr val="000000"/>
                </a:solidFill>
                <a:effectLst/>
              </a:rPr>
              <a:t> du GT </a:t>
            </a:r>
            <a:r>
              <a:rPr lang="fr-FR" i="1" dirty="0">
                <a:solidFill>
                  <a:srgbClr val="000000"/>
                </a:solidFill>
              </a:rPr>
              <a:t>(formulaire à distance)</a:t>
            </a:r>
          </a:p>
        </p:txBody>
      </p:sp>
      <p:sp>
        <p:nvSpPr>
          <p:cNvPr id="10" name="Espace réservé du numéro de diapositive 3">
            <a:extLst>
              <a:ext uri="{FF2B5EF4-FFF2-40B4-BE49-F238E27FC236}">
                <a16:creationId xmlns:a16="http://schemas.microsoft.com/office/drawing/2014/main" id="{EF5CDFBA-28C7-4803-A3C1-549F88EA3EF8}"/>
              </a:ext>
            </a:extLst>
          </p:cNvPr>
          <p:cNvSpPr txBox="1">
            <a:spLocks/>
          </p:cNvSpPr>
          <p:nvPr/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fr-FR" sz="1100" dirty="0">
              <a:solidFill>
                <a:srgbClr val="7D7D6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9DFC9C8-743F-4707-8D4D-6BEAFA713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 cap="all" dirty="0"/>
              <a:t>17/09/2026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D771BEE-F722-43F8-AF18-D47167628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4</a:t>
            </a:fld>
            <a:endParaRPr lang="fr-FR"/>
          </a:p>
        </p:txBody>
      </p:sp>
      <p:sp>
        <p:nvSpPr>
          <p:cNvPr id="19" name="Espace réservé du pied de page 10">
            <a:extLst>
              <a:ext uri="{FF2B5EF4-FFF2-40B4-BE49-F238E27FC236}">
                <a16:creationId xmlns:a16="http://schemas.microsoft.com/office/drawing/2014/main" id="{AB076570-CFEA-4AB6-9899-F591311F560D}"/>
              </a:ext>
            </a:extLst>
          </p:cNvPr>
          <p:cNvSpPr txBox="1">
            <a:spLocks/>
          </p:cNvSpPr>
          <p:nvPr/>
        </p:nvSpPr>
        <p:spPr bwMode="gray">
          <a:xfrm>
            <a:off x="504335" y="6438000"/>
            <a:ext cx="5904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Institut national de l’information  géographique et forestière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BED6B12-AE2A-4DCA-9183-ECFC6A9055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622" y="211158"/>
            <a:ext cx="2268756" cy="2268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675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CAC47F03-C326-4966-BB4C-AB1203A181D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9143" y="2287770"/>
            <a:ext cx="1551842" cy="155184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64A21B9-D2B4-49C3-B39A-984967DE242D}"/>
              </a:ext>
            </a:extLst>
          </p:cNvPr>
          <p:cNvSpPr/>
          <p:nvPr/>
        </p:nvSpPr>
        <p:spPr>
          <a:xfrm>
            <a:off x="2268415" y="764931"/>
            <a:ext cx="9231923" cy="63568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itre 5"/>
          <p:cNvSpPr>
            <a:spLocks noGrp="1"/>
          </p:cNvSpPr>
          <p:nvPr>
            <p:ph type="title"/>
          </p:nvPr>
        </p:nvSpPr>
        <p:spPr>
          <a:xfrm>
            <a:off x="792335" y="2769990"/>
            <a:ext cx="11232000" cy="1318019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Introduction des pilotes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E2007A2-99E4-4F9F-A223-1CF2C8BA8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 cap="all" dirty="0"/>
              <a:t>17/09/2026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C28CB49-4516-4C3D-974F-D42AC1FF8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5</a:t>
            </a:fld>
            <a:endParaRPr lang="fr-FR" dirty="0"/>
          </a:p>
        </p:txBody>
      </p:sp>
      <p:sp>
        <p:nvSpPr>
          <p:cNvPr id="11" name="Espace réservé du pied de page 10">
            <a:extLst>
              <a:ext uri="{FF2B5EF4-FFF2-40B4-BE49-F238E27FC236}">
                <a16:creationId xmlns:a16="http://schemas.microsoft.com/office/drawing/2014/main" id="{A0B99B6E-89EA-421B-BD04-F5AC00C65404}"/>
              </a:ext>
            </a:extLst>
          </p:cNvPr>
          <p:cNvSpPr txBox="1">
            <a:spLocks/>
          </p:cNvSpPr>
          <p:nvPr/>
        </p:nvSpPr>
        <p:spPr bwMode="gray">
          <a:xfrm>
            <a:off x="504335" y="6438000"/>
            <a:ext cx="5904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Institut national de l’information  géographique et forestière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FD731B3-9CA2-7452-6B9A-477BF87B07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7112" y="2380450"/>
            <a:ext cx="1366482" cy="1366482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2801E7BA-9A93-9960-29B2-FCCA3BFA8B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4668" y="167520"/>
            <a:ext cx="539422" cy="587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2532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EE114-3DA9-8197-91D3-811E52085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phique 16">
            <a:extLst>
              <a:ext uri="{FF2B5EF4-FFF2-40B4-BE49-F238E27FC236}">
                <a16:creationId xmlns:a16="http://schemas.microsoft.com/office/drawing/2014/main" id="{7CC41FB7-CB2F-C62E-1ADB-4529A9FFACE2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2378" y="1304883"/>
            <a:ext cx="4303136" cy="3085802"/>
          </a:xfrm>
          <a:prstGeom prst="rect">
            <a:avLst/>
          </a:prstGeom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4A7E05B3-E7A8-9A6A-135A-C43CF1FF5D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2792" y="1564111"/>
            <a:ext cx="2365882" cy="1656117"/>
          </a:xfrm>
          <a:prstGeom prst="rect">
            <a:avLst/>
          </a:prstGeom>
        </p:spPr>
      </p:pic>
      <p:sp>
        <p:nvSpPr>
          <p:cNvPr id="26" name="Espace réservé du pied de page 10">
            <a:extLst>
              <a:ext uri="{FF2B5EF4-FFF2-40B4-BE49-F238E27FC236}">
                <a16:creationId xmlns:a16="http://schemas.microsoft.com/office/drawing/2014/main" id="{F7939B59-1D97-992E-7D60-8F02BA268642}"/>
              </a:ext>
            </a:extLst>
          </p:cNvPr>
          <p:cNvSpPr txBox="1">
            <a:spLocks/>
          </p:cNvSpPr>
          <p:nvPr/>
        </p:nvSpPr>
        <p:spPr bwMode="gray">
          <a:xfrm>
            <a:off x="504335" y="6438000"/>
            <a:ext cx="5904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Institut national de l’information  géographique et forestière</a:t>
            </a:r>
            <a:endParaRPr lang="fr-FR" dirty="0"/>
          </a:p>
        </p:txBody>
      </p:sp>
      <p:sp>
        <p:nvSpPr>
          <p:cNvPr id="29" name="Espace réservé du numéro de diapositive 16">
            <a:extLst>
              <a:ext uri="{FF2B5EF4-FFF2-40B4-BE49-F238E27FC236}">
                <a16:creationId xmlns:a16="http://schemas.microsoft.com/office/drawing/2014/main" id="{EB4E8959-AE10-53C6-5582-C0AE67CC08E9}"/>
              </a:ext>
            </a:extLst>
          </p:cNvPr>
          <p:cNvSpPr txBox="1">
            <a:spLocks/>
          </p:cNvSpPr>
          <p:nvPr/>
        </p:nvSpPr>
        <p:spPr>
          <a:xfrm>
            <a:off x="8352000" y="6378000"/>
            <a:ext cx="1800000" cy="480000"/>
          </a:xfrm>
          <a:prstGeom prst="rect">
            <a:avLst/>
          </a:prstGeom>
        </p:spPr>
        <p:txBody>
          <a:bodyPr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33122C9-A0B9-462F-8757-0847AD287B63}" type="slidenum">
              <a:rPr lang="fr-FR" sz="1000" b="1" smtClean="0"/>
              <a:pPr algn="r"/>
              <a:t>6</a:t>
            </a:fld>
            <a:endParaRPr lang="fr-FR" sz="1000" b="1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CEA5853-30D7-6590-309D-918F995C0B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12C6D4-C9CA-D107-2994-10E10B77354A}"/>
              </a:ext>
            </a:extLst>
          </p:cNvPr>
          <p:cNvSpPr/>
          <p:nvPr/>
        </p:nvSpPr>
        <p:spPr>
          <a:xfrm>
            <a:off x="359779" y="-34594"/>
            <a:ext cx="3336322" cy="10759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6D20A7C-83F8-A855-FA23-DA0CCD9C6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6468" y="228894"/>
            <a:ext cx="9479065" cy="812501"/>
          </a:xfrm>
        </p:spPr>
        <p:txBody>
          <a:bodyPr/>
          <a:lstStyle/>
          <a:p>
            <a:pPr algn="ctr"/>
            <a:r>
              <a:rPr lang="fr-FR" dirty="0"/>
              <a:t>GT CNIG Dessertes en forêt : </a:t>
            </a:r>
            <a:br>
              <a:rPr lang="fr-FR" dirty="0"/>
            </a:br>
            <a:r>
              <a:rPr lang="fr-FR" dirty="0"/>
              <a:t>Transport de bois et DFCI</a:t>
            </a:r>
          </a:p>
        </p:txBody>
      </p:sp>
      <p:sp>
        <p:nvSpPr>
          <p:cNvPr id="7" name="Espace réservé du numéro de diapositive 3">
            <a:extLst>
              <a:ext uri="{FF2B5EF4-FFF2-40B4-BE49-F238E27FC236}">
                <a16:creationId xmlns:a16="http://schemas.microsoft.com/office/drawing/2014/main" id="{3530C5A8-1307-72A8-4CDE-1031971DDBCB}"/>
              </a:ext>
            </a:extLst>
          </p:cNvPr>
          <p:cNvSpPr txBox="1">
            <a:spLocks/>
          </p:cNvSpPr>
          <p:nvPr/>
        </p:nvSpPr>
        <p:spPr>
          <a:xfrm>
            <a:off x="11190165" y="6632400"/>
            <a:ext cx="993371" cy="28800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fr-FR" sz="1100" dirty="0">
              <a:solidFill>
                <a:srgbClr val="7D7D6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Espace réservé de la date 2">
            <a:extLst>
              <a:ext uri="{FF2B5EF4-FFF2-40B4-BE49-F238E27FC236}">
                <a16:creationId xmlns:a16="http://schemas.microsoft.com/office/drawing/2014/main" id="{6F8A6F75-1986-1CA7-19D0-3C7504A6DD06}"/>
              </a:ext>
            </a:extLst>
          </p:cNvPr>
          <p:cNvSpPr txBox="1">
            <a:spLocks/>
          </p:cNvSpPr>
          <p:nvPr/>
        </p:nvSpPr>
        <p:spPr>
          <a:xfrm>
            <a:off x="10152000" y="6378000"/>
            <a:ext cx="1560000" cy="480000"/>
          </a:xfrm>
          <a:prstGeom prst="rect">
            <a:avLst/>
          </a:prstGeom>
        </p:spPr>
        <p:txBody>
          <a:bodyPr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1000" b="1" cap="all" dirty="0"/>
              <a:t>17/09/2026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B3E5C33A-BC8E-A7CD-8453-59E7E80220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4579" y="3676575"/>
            <a:ext cx="4068506" cy="2473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102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92356-B42D-759B-8E93-6204496B1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7FAA2FA-3C09-F8CB-57AD-301AC4D1192F}"/>
              </a:ext>
            </a:extLst>
          </p:cNvPr>
          <p:cNvSpPr/>
          <p:nvPr/>
        </p:nvSpPr>
        <p:spPr>
          <a:xfrm>
            <a:off x="2268415" y="764931"/>
            <a:ext cx="9231923" cy="63568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5CBA4779-180D-8348-40E9-82B7A5C2A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335" y="2769990"/>
            <a:ext cx="11232000" cy="1318019"/>
          </a:xfrm>
        </p:spPr>
        <p:txBody>
          <a:bodyPr/>
          <a:lstStyle/>
          <a:p>
            <a:pPr marL="0" indent="0">
              <a:buNone/>
            </a:pPr>
            <a:r>
              <a:rPr lang="fr-FR" sz="4400" dirty="0">
                <a:solidFill>
                  <a:srgbClr val="000000"/>
                </a:solidFill>
              </a:rPr>
              <a:t>Présentation du standard </a:t>
            </a:r>
            <a:br>
              <a:rPr lang="fr-FR" sz="4400" dirty="0">
                <a:solidFill>
                  <a:srgbClr val="000000"/>
                </a:solidFill>
              </a:rPr>
            </a:br>
            <a:r>
              <a:rPr lang="fr-FR" sz="4400" dirty="0">
                <a:solidFill>
                  <a:srgbClr val="000000"/>
                </a:solidFill>
              </a:rPr>
              <a:t>et remise en contexte</a:t>
            </a:r>
            <a:endParaRPr lang="fr-FR" dirty="0"/>
          </a:p>
        </p:txBody>
      </p:sp>
      <p:pic>
        <p:nvPicPr>
          <p:cNvPr id="17" name="Picture 9">
            <a:extLst>
              <a:ext uri="{FF2B5EF4-FFF2-40B4-BE49-F238E27FC236}">
                <a16:creationId xmlns:a16="http://schemas.microsoft.com/office/drawing/2014/main" id="{5D527243-034F-7091-9FC1-D6A9D58BEE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815" y="77849"/>
            <a:ext cx="768085" cy="845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F3C5657-FD52-1C4A-7333-7CC19E5A9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 cap="all"/>
              <a:t>17/09/2026</a:t>
            </a:r>
            <a:endParaRPr lang="fr-FR" cap="all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4F07804-9BBE-684D-CA95-D46FA44B3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7</a:t>
            </a:fld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18DC686-C374-127F-EABF-03011DC1B1A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3191" y="2287770"/>
            <a:ext cx="1551842" cy="1551842"/>
          </a:xfrm>
          <a:prstGeom prst="rect">
            <a:avLst/>
          </a:prstGeom>
        </p:spPr>
      </p:pic>
      <p:sp>
        <p:nvSpPr>
          <p:cNvPr id="11" name="Espace réservé du pied de page 10">
            <a:extLst>
              <a:ext uri="{FF2B5EF4-FFF2-40B4-BE49-F238E27FC236}">
                <a16:creationId xmlns:a16="http://schemas.microsoft.com/office/drawing/2014/main" id="{22E3D09D-C828-0043-0E1B-7DA3C77102DD}"/>
              </a:ext>
            </a:extLst>
          </p:cNvPr>
          <p:cNvSpPr txBox="1">
            <a:spLocks/>
          </p:cNvSpPr>
          <p:nvPr/>
        </p:nvSpPr>
        <p:spPr bwMode="gray">
          <a:xfrm>
            <a:off x="504335" y="6438000"/>
            <a:ext cx="5904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Institut national de l’information  géographique et forestière</a:t>
            </a:r>
          </a:p>
        </p:txBody>
      </p:sp>
    </p:spTree>
    <p:extLst>
      <p:ext uri="{BB962C8B-B14F-4D97-AF65-F5344CB8AC3E}">
        <p14:creationId xmlns:p14="http://schemas.microsoft.com/office/powerpoint/2010/main" val="37725035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FBFDBB4-34FB-4CEE-AA04-C9366B83A511}" type="slidenum">
              <a:rPr>
                <a:solidFill>
                  <a:prstClr val="white"/>
                </a:solidFill>
              </a:rPr>
              <a:pPr>
                <a:defRPr/>
              </a:pPr>
              <a:t>8</a:t>
            </a:fld>
            <a:endParaRPr>
              <a:solidFill>
                <a:prstClr val="white"/>
              </a:solidFill>
            </a:endParaRPr>
          </a:p>
        </p:txBody>
      </p:sp>
      <p:sp>
        <p:nvSpPr>
          <p:cNvPr id="10" name="Titre 1"/>
          <p:cNvSpPr>
            <a:spLocks noGrp="1"/>
          </p:cNvSpPr>
          <p:nvPr>
            <p:ph type="title"/>
          </p:nvPr>
        </p:nvSpPr>
        <p:spPr>
          <a:xfrm>
            <a:off x="2351584" y="356659"/>
            <a:ext cx="9840417" cy="363539"/>
          </a:xfrm>
        </p:spPr>
        <p:txBody>
          <a:bodyPr/>
          <a:lstStyle/>
          <a:p>
            <a:pPr algn="ctr">
              <a:defRPr/>
            </a:pPr>
            <a:r>
              <a:rPr lang="fr-FR"/>
              <a:t>Loi incendie de juillet 2023 </a:t>
            </a:r>
            <a:br>
              <a:rPr lang="fr-FR"/>
            </a:br>
            <a:br>
              <a:rPr lang="fr-FR"/>
            </a:br>
            <a:br>
              <a:rPr lang="fr-FR"/>
            </a:br>
            <a:endParaRPr lang="en-US"/>
          </a:p>
        </p:txBody>
      </p:sp>
      <p:sp>
        <p:nvSpPr>
          <p:cNvPr id="14" name="Espace réservé du contenu 2">
            <a:extLst>
              <a:ext uri="{FF2B5EF4-FFF2-40B4-BE49-F238E27FC236}">
                <a16:creationId xmlns:a16="http://schemas.microsoft.com/office/drawing/2014/main" id="{DE3E118C-9C5F-40D1-8553-53CD39555ABD}"/>
              </a:ext>
            </a:extLst>
          </p:cNvPr>
          <p:cNvSpPr txBox="1">
            <a:spLocks/>
          </p:cNvSpPr>
          <p:nvPr/>
        </p:nvSpPr>
        <p:spPr>
          <a:xfrm>
            <a:off x="475596" y="900079"/>
            <a:ext cx="11232000" cy="52428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itchFamily="34" charset="0"/>
              <a:buNone/>
              <a:defRPr sz="105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2000" indent="-72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  <a:defRPr sz="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2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8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12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8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891" lvl="1" indent="-342891" algn="just">
              <a:buClr>
                <a:srgbClr val="554538"/>
              </a:buClr>
              <a:buFont typeface="Webdings" panose="05030102010509060703" pitchFamily="18" charset="2"/>
              <a:buChar char="a"/>
            </a:pPr>
            <a:endParaRPr lang="fr-FR" sz="800" dirty="0">
              <a:solidFill>
                <a:srgbClr val="554538"/>
              </a:solidFill>
            </a:endParaRPr>
          </a:p>
          <a:p>
            <a:pPr marL="380990" lvl="2" indent="-380990" algn="just" fontAlgn="base">
              <a:spcBef>
                <a:spcPts val="0"/>
              </a:spcBef>
              <a:spcAft>
                <a:spcPts val="800"/>
              </a:spcAft>
              <a:buClr>
                <a:schemeClr val="accent6"/>
              </a:buClr>
            </a:pPr>
            <a:r>
              <a:rPr lang="fr-FR" sz="1867" dirty="0"/>
              <a:t>Loi vise à renforcer la prévention et la lutte contre l’intensification et l’extension du risque incendie</a:t>
            </a:r>
          </a:p>
          <a:p>
            <a:pPr lvl="2" algn="just"/>
            <a:r>
              <a:rPr lang="fr-FR" sz="1400" i="1" dirty="0"/>
              <a:t>Art. L. 153-9. – […] II. – Chaque département établit et met à jour, au moins tous les cinq ans, une carte des </a:t>
            </a:r>
            <a:r>
              <a:rPr lang="fr-FR" sz="1400" i="1" dirty="0">
                <a:solidFill>
                  <a:srgbClr val="00B050"/>
                </a:solidFill>
              </a:rPr>
              <a:t>voies d’accès aux ressources forestières, </a:t>
            </a:r>
            <a:r>
              <a:rPr lang="fr-FR" sz="1400" i="1" dirty="0">
                <a:solidFill>
                  <a:schemeClr val="bg2"/>
                </a:solidFill>
              </a:rPr>
              <a:t>des voies de défense des bois et forêts contre l’incendie et des points d’eau</a:t>
            </a:r>
            <a:r>
              <a:rPr lang="fr-FR" sz="1400" i="1" dirty="0"/>
              <a:t>. Cette carte est mise à disposition gratuitement et librement sous une forme dématérialisée, sur un portail national commun au plus tard le 1</a:t>
            </a:r>
            <a:r>
              <a:rPr lang="fr-FR" sz="1400" i="1" baseline="30000" dirty="0"/>
              <a:t>er</a:t>
            </a:r>
            <a:r>
              <a:rPr lang="fr-FR" sz="1400" i="1" dirty="0"/>
              <a:t> janvier 2026</a:t>
            </a:r>
          </a:p>
          <a:p>
            <a:pPr lvl="2" algn="just"/>
            <a:endParaRPr lang="fr-FR" sz="1400" i="1" dirty="0"/>
          </a:p>
          <a:p>
            <a:pPr lvl="2" algn="just"/>
            <a:endParaRPr lang="fr-FR" sz="533" i="1" dirty="0"/>
          </a:p>
          <a:p>
            <a:pPr marL="380990" lvl="2" indent="-380990" algn="just" fontAlgn="base">
              <a:spcBef>
                <a:spcPts val="0"/>
              </a:spcBef>
              <a:spcAft>
                <a:spcPts val="800"/>
              </a:spcAft>
              <a:buClr>
                <a:schemeClr val="accent6"/>
              </a:buClr>
            </a:pPr>
            <a:r>
              <a:rPr lang="fr-FR" sz="1867" dirty="0"/>
              <a:t>Décret d’application du 29/03/2024  </a:t>
            </a:r>
          </a:p>
          <a:p>
            <a:pPr lvl="2" algn="just"/>
            <a:r>
              <a:rPr lang="fr-FR" sz="1400" i="1" dirty="0"/>
              <a:t>Article 4 : […] « Art. D. 153-26.-La carte prévue par le II de l'article L. 153-9, établie par chaque département, affiche les informations relatives en particulier à la localisation et aux caractéristiques des dessertes forestières, des points d'eau et des pistes utilisables à des fins de défense contre l'incendie.</a:t>
            </a:r>
          </a:p>
          <a:p>
            <a:pPr lvl="2" algn="just"/>
            <a:r>
              <a:rPr lang="fr-FR" sz="1400" i="1" dirty="0"/>
              <a:t>« Un arrêté du ministre chargé de l'agriculture définit des </a:t>
            </a:r>
            <a:r>
              <a:rPr lang="fr-FR" sz="1400" b="1" i="1" dirty="0"/>
              <a:t>normes cartographiques </a:t>
            </a:r>
            <a:r>
              <a:rPr lang="fr-FR" sz="1400" i="1" dirty="0"/>
              <a:t>en vue d'assurer </a:t>
            </a:r>
            <a:r>
              <a:rPr lang="fr-FR" sz="1400" b="1" i="1" dirty="0"/>
              <a:t>l'harmonisation nationale des cartes départementales</a:t>
            </a:r>
            <a:r>
              <a:rPr lang="fr-FR" sz="1400" i="1" dirty="0"/>
              <a:t>. »</a:t>
            </a:r>
            <a:endParaRPr lang="fr-FR" sz="1400" dirty="0"/>
          </a:p>
        </p:txBody>
      </p:sp>
      <p:pic>
        <p:nvPicPr>
          <p:cNvPr id="13" name="Picture 9">
            <a:extLst>
              <a:ext uri="{FF2B5EF4-FFF2-40B4-BE49-F238E27FC236}">
                <a16:creationId xmlns:a16="http://schemas.microsoft.com/office/drawing/2014/main" id="{5B9BE025-A333-43E0-9514-B4DD91A1EE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3323" y="268234"/>
            <a:ext cx="768085" cy="845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6395C471-5283-4043-A28E-B4E06034D0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766" y="4734259"/>
            <a:ext cx="1310012" cy="1310012"/>
          </a:xfrm>
          <a:prstGeom prst="rect">
            <a:avLst/>
          </a:prstGeom>
        </p:spPr>
      </p:pic>
      <p:sp>
        <p:nvSpPr>
          <p:cNvPr id="7" name="Espace réservé du texte 7">
            <a:extLst>
              <a:ext uri="{FF2B5EF4-FFF2-40B4-BE49-F238E27FC236}">
                <a16:creationId xmlns:a16="http://schemas.microsoft.com/office/drawing/2014/main" id="{0F136BC9-A4B2-A198-B299-2B49C3653D09}"/>
              </a:ext>
            </a:extLst>
          </p:cNvPr>
          <p:cNvSpPr txBox="1">
            <a:spLocks/>
          </p:cNvSpPr>
          <p:nvPr/>
        </p:nvSpPr>
        <p:spPr>
          <a:xfrm>
            <a:off x="2807166" y="4383245"/>
            <a:ext cx="9035972" cy="2012041"/>
          </a:xfrm>
          <a:prstGeom prst="rect">
            <a:avLst/>
          </a:prstGeom>
        </p:spPr>
        <p:txBody>
          <a:bodyPr/>
          <a:lstStyle>
            <a:lvl1pPr marL="0" indent="0" algn="l" defTabSz="685800" rtl="0" eaLnBrk="1" latinLnBrk="0" hangingPunct="1">
              <a:lnSpc>
                <a:spcPct val="87000"/>
              </a:lnSpc>
              <a:spcBef>
                <a:spcPts val="750"/>
              </a:spcBef>
              <a:spcAft>
                <a:spcPts val="1200"/>
              </a:spcAft>
              <a:buFont typeface="Calibri" panose="020F0502020204030204" pitchFamily="34" charset="0"/>
              <a:buChar char="​"/>
              <a:defRPr sz="2000" kern="1200" cap="none" baseline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1400"/>
              </a:spcAft>
              <a:buFont typeface="Calibri" panose="020F0502020204030204" pitchFamily="34" charset="0"/>
              <a:buChar char="​"/>
              <a:defRPr lang="fr-FR" sz="1400" kern="1200" dirty="0">
                <a:solidFill>
                  <a:srgbClr val="6D6F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360000" indent="-144000" algn="l" defTabSz="6858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chemeClr val="accent6"/>
              </a:buClr>
              <a:buSzPct val="175000"/>
              <a:buFontTx/>
              <a:buBlip>
                <a:blip r:embed="rId4"/>
              </a:buBlip>
              <a:defRPr sz="1200" b="1" kern="1200">
                <a:solidFill>
                  <a:srgbClr val="6D6F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288925" indent="-72000" algn="l" defTabSz="6858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6D6F71"/>
              </a:buClr>
              <a:buSzPct val="110000"/>
              <a:buFont typeface="Arial" panose="020B0604020202020204" pitchFamily="34" charset="0"/>
              <a:buChar char="•"/>
              <a:defRPr sz="1100" b="1" i="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8800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Calibri" panose="020F0502020204030204" pitchFamily="34" charset="0"/>
              <a:buChar char="​"/>
              <a:defRPr sz="1100" i="0" kern="1200">
                <a:solidFill>
                  <a:srgbClr val="6D6F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 algn="ctr" defTabSz="1219170">
              <a:spcBef>
                <a:spcPts val="0"/>
              </a:spcBef>
              <a:spcAft>
                <a:spcPts val="800"/>
              </a:spcAft>
              <a:buNone/>
            </a:pPr>
            <a:endParaRPr lang="fr-FR" sz="1867" b="0" dirty="0">
              <a:solidFill>
                <a:schemeClr val="tx1"/>
              </a:solidFill>
              <a:latin typeface="+mn-lt"/>
              <a:cs typeface="+mn-cs"/>
              <a:sym typeface="Wingdings" panose="05000000000000000000" pitchFamily="2" charset="2"/>
            </a:endParaRPr>
          </a:p>
          <a:p>
            <a:pPr marL="0" lvl="2" indent="0" algn="ctr" defTabSz="1219170">
              <a:spcBef>
                <a:spcPts val="0"/>
              </a:spcBef>
              <a:spcAft>
                <a:spcPts val="800"/>
              </a:spcAft>
              <a:buNone/>
            </a:pPr>
            <a:r>
              <a:rPr lang="fr-FR" sz="1867" b="0" dirty="0">
                <a:solidFill>
                  <a:schemeClr val="tx1"/>
                </a:solidFill>
                <a:latin typeface="+mn-lt"/>
                <a:cs typeface="+mn-cs"/>
                <a:sym typeface="Wingdings" panose="05000000000000000000" pitchFamily="2" charset="2"/>
              </a:rPr>
              <a:t> </a:t>
            </a:r>
            <a:r>
              <a:rPr lang="fr-FR" sz="1867" b="0" dirty="0">
                <a:solidFill>
                  <a:schemeClr val="tx1"/>
                </a:solidFill>
                <a:latin typeface="+mn-lt"/>
                <a:cs typeface="+mn-cs"/>
              </a:rPr>
              <a:t>Disposer de </a:t>
            </a:r>
            <a:r>
              <a:rPr lang="fr-FR" sz="1867" dirty="0">
                <a:solidFill>
                  <a:schemeClr val="tx1"/>
                </a:solidFill>
                <a:latin typeface="+mn-lt"/>
                <a:cs typeface="+mn-cs"/>
              </a:rPr>
              <a:t>toutes les informations utiles à la prévention et à la lutte contre les feux de forêt</a:t>
            </a:r>
            <a:endParaRPr lang="fr-FR" sz="1867" b="0" dirty="0">
              <a:solidFill>
                <a:schemeClr val="tx1"/>
              </a:solidFill>
              <a:latin typeface="+mn-lt"/>
              <a:cs typeface="+mn-cs"/>
            </a:endParaRPr>
          </a:p>
          <a:p>
            <a:pPr marL="0" lvl="2" indent="0" algn="ctr" defTabSz="1219170">
              <a:spcBef>
                <a:spcPts val="0"/>
              </a:spcBef>
              <a:spcAft>
                <a:spcPts val="800"/>
              </a:spcAft>
              <a:buNone/>
            </a:pPr>
            <a:r>
              <a:rPr lang="fr-FR" sz="1867" b="0" dirty="0">
                <a:solidFill>
                  <a:schemeClr val="tx1"/>
                </a:solidFill>
                <a:latin typeface="+mn-lt"/>
                <a:cs typeface="+mn-cs"/>
                <a:sym typeface="Wingdings" panose="05000000000000000000" pitchFamily="2" charset="2"/>
              </a:rPr>
              <a:t> Loi Incendie englobe les </a:t>
            </a:r>
            <a:r>
              <a:rPr lang="fr-FR" sz="1867" b="0" dirty="0">
                <a:solidFill>
                  <a:srgbClr val="00B050"/>
                </a:solidFill>
                <a:latin typeface="+mn-lt"/>
                <a:cs typeface="+mn-cs"/>
                <a:sym typeface="Wingdings" panose="05000000000000000000" pitchFamily="2" charset="2"/>
              </a:rPr>
              <a:t>dessertes forestières</a:t>
            </a:r>
            <a:r>
              <a:rPr lang="fr-FR" sz="1867" b="0" dirty="0">
                <a:solidFill>
                  <a:schemeClr val="tx1"/>
                </a:solidFill>
                <a:latin typeface="+mn-lt"/>
                <a:cs typeface="+mn-cs"/>
                <a:sym typeface="Wingdings" panose="05000000000000000000" pitchFamily="2" charset="2"/>
              </a:rPr>
              <a:t> et </a:t>
            </a:r>
            <a:r>
              <a:rPr lang="fr-FR" sz="1867" b="0" dirty="0">
                <a:solidFill>
                  <a:schemeClr val="bg2"/>
                </a:solidFill>
                <a:latin typeface="+mn-lt"/>
                <a:cs typeface="+mn-cs"/>
                <a:sym typeface="Wingdings" panose="05000000000000000000" pitchFamily="2" charset="2"/>
              </a:rPr>
              <a:t>les pistes DFCI </a:t>
            </a:r>
            <a:r>
              <a:rPr lang="fr-FR" sz="1867" b="0" dirty="0">
                <a:solidFill>
                  <a:schemeClr val="tx1"/>
                </a:solidFill>
                <a:latin typeface="+mn-lt"/>
                <a:cs typeface="+mn-cs"/>
                <a:sym typeface="Wingdings" panose="05000000000000000000" pitchFamily="2" charset="2"/>
              </a:rPr>
              <a:t>dans sa cartographie</a:t>
            </a:r>
          </a:p>
          <a:p>
            <a:pPr marL="0" lvl="2" indent="0" algn="ctr" defTabSz="1219170">
              <a:spcBef>
                <a:spcPts val="0"/>
              </a:spcBef>
              <a:spcAft>
                <a:spcPts val="800"/>
              </a:spcAft>
              <a:buNone/>
            </a:pPr>
            <a:endParaRPr lang="fr-FR" sz="1867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214F3CA-C1CD-B87C-B729-D7D37682FBA2}"/>
              </a:ext>
            </a:extLst>
          </p:cNvPr>
          <p:cNvSpPr txBox="1">
            <a:spLocks/>
          </p:cNvSpPr>
          <p:nvPr/>
        </p:nvSpPr>
        <p:spPr bwMode="gray">
          <a:xfrm>
            <a:off x="10152000" y="6390829"/>
            <a:ext cx="1560000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r" defTabSz="914400" rtl="0" eaLnBrk="1" latinLnBrk="0" hangingPunct="1"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cap="all" dirty="0"/>
              <a:t>17/09/2026</a:t>
            </a:r>
          </a:p>
        </p:txBody>
      </p:sp>
      <p:sp>
        <p:nvSpPr>
          <p:cNvPr id="8" name="Espace réservé du numéro de diapositive 16">
            <a:extLst>
              <a:ext uri="{FF2B5EF4-FFF2-40B4-BE49-F238E27FC236}">
                <a16:creationId xmlns:a16="http://schemas.microsoft.com/office/drawing/2014/main" id="{2612993B-D29B-1E80-2BE7-FC16A7DA8499}"/>
              </a:ext>
            </a:extLst>
          </p:cNvPr>
          <p:cNvSpPr txBox="1">
            <a:spLocks/>
          </p:cNvSpPr>
          <p:nvPr/>
        </p:nvSpPr>
        <p:spPr bwMode="gray">
          <a:xfrm>
            <a:off x="8504400" y="6390829"/>
            <a:ext cx="1800000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33122C9-A0B9-462F-8757-0847AD287B63}" type="slidenum">
              <a:rPr lang="fr-FR" smtClean="0"/>
              <a:pPr algn="r"/>
              <a:t>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993352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447595" y="347789"/>
            <a:ext cx="9575076" cy="425595"/>
          </a:xfrm>
        </p:spPr>
        <p:txBody>
          <a:bodyPr vert="horz" lIns="91440" tIns="45720" rIns="91440" bIns="45720" rtlCol="0" anchor="ctr" anchorCtr="0">
            <a:noAutofit/>
          </a:bodyPr>
          <a:lstStyle/>
          <a:p>
            <a:pPr algn="ctr"/>
            <a:r>
              <a:rPr lang="fr-FR" dirty="0"/>
              <a:t>Projet et objectif</a:t>
            </a:r>
            <a:endParaRPr lang="fr-FR" dirty="0">
              <a:latin typeface="+mn-lt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Encre 11">
                <a:extLst>
                  <a:ext uri="{FF2B5EF4-FFF2-40B4-BE49-F238E27FC236}">
                    <a16:creationId xmlns:a16="http://schemas.microsoft.com/office/drawing/2014/main" id="{3F273C30-FC1D-0545-2F1A-57468750148E}"/>
                  </a:ext>
                </a:extLst>
              </p14:cNvPr>
              <p14:cNvContentPartPr/>
              <p14:nvPr/>
            </p14:nvContentPartPr>
            <p14:xfrm>
              <a:off x="-388030" y="-5020"/>
              <a:ext cx="8263" cy="8263"/>
            </p14:xfrm>
          </p:contentPart>
        </mc:Choice>
        <mc:Fallback xmlns="">
          <p:pic>
            <p:nvPicPr>
              <p:cNvPr id="12" name="Encre 11">
                <a:extLst>
                  <a:ext uri="{FF2B5EF4-FFF2-40B4-BE49-F238E27FC236}">
                    <a16:creationId xmlns:a16="http://schemas.microsoft.com/office/drawing/2014/main" id="{3F273C30-FC1D-0545-2F1A-57468750148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801180" y="-409907"/>
                <a:ext cx="826300" cy="8263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0798B54-E5C6-4B77-A65C-B80D7302A6CA}"/>
              </a:ext>
            </a:extLst>
          </p:cNvPr>
          <p:cNvSpPr>
            <a:spLocks noGrp="1"/>
          </p:cNvSpPr>
          <p:nvPr/>
        </p:nvSpPr>
        <p:spPr>
          <a:xfrm>
            <a:off x="220092" y="1064081"/>
            <a:ext cx="11551699" cy="5793921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 kern="1200">
                <a:solidFill>
                  <a:srgbClr val="55453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1" kern="1200">
                <a:solidFill>
                  <a:srgbClr val="987D6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85838" indent="-17621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891" indent="-342891" algn="just" defTabSz="914377">
              <a:defRPr/>
            </a:pPr>
            <a:endParaRPr lang="fr-FR" sz="160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41114B76-0EAD-492D-B12C-3059C9651E4E}"/>
              </a:ext>
            </a:extLst>
          </p:cNvPr>
          <p:cNvSpPr>
            <a:spLocks noGrp="1"/>
          </p:cNvSpPr>
          <p:nvPr/>
        </p:nvSpPr>
        <p:spPr>
          <a:xfrm>
            <a:off x="220092" y="1019656"/>
            <a:ext cx="11551699" cy="5119861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 kern="1200">
                <a:solidFill>
                  <a:srgbClr val="55453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1" kern="1200">
                <a:solidFill>
                  <a:srgbClr val="987D6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85838" indent="-17621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base">
              <a:buFont typeface="Arial" panose="020B0604020202020204" pitchFamily="34" charset="0"/>
              <a:buChar char="•"/>
            </a:pPr>
            <a:r>
              <a:rPr lang="fr-FR" sz="1867" b="0" dirty="0">
                <a:solidFill>
                  <a:srgbClr val="000000"/>
                </a:solidFill>
                <a:latin typeface="+mn-lt"/>
              </a:rPr>
              <a:t>Standard « Dessertes pour le transport de bois » v1 publié en 2019 </a:t>
            </a:r>
          </a:p>
          <a:p>
            <a:pPr marL="1042962" lvl="2" indent="-285744">
              <a:spcBef>
                <a:spcPts val="300"/>
              </a:spcBef>
              <a:buFont typeface="Courier New" panose="02070309020205020404" pitchFamily="49" charset="0"/>
              <a:buChar char="o"/>
            </a:pPr>
            <a:r>
              <a:rPr lang="fr-FR" sz="1867" dirty="0">
                <a:latin typeface="+mn-lt"/>
              </a:rPr>
              <a:t>Assurer</a:t>
            </a:r>
            <a:r>
              <a:rPr lang="fr-FR" sz="1867" b="1" dirty="0">
                <a:latin typeface="+mn-lt"/>
              </a:rPr>
              <a:t> cohérence </a:t>
            </a:r>
            <a:r>
              <a:rPr lang="fr-FR" sz="1867" dirty="0">
                <a:latin typeface="+mn-lt"/>
              </a:rPr>
              <a:t>entre l’ensemble des données et acteurs</a:t>
            </a:r>
          </a:p>
          <a:p>
            <a:pPr marL="1042962" lvl="2" indent="-285744">
              <a:spcBef>
                <a:spcPts val="300"/>
              </a:spcBef>
              <a:buFont typeface="Courier New" panose="02070309020205020404" pitchFamily="49" charset="0"/>
              <a:buChar char="o"/>
            </a:pPr>
            <a:r>
              <a:rPr lang="fr-FR" sz="1867" b="1" dirty="0">
                <a:latin typeface="+mn-lt"/>
              </a:rPr>
              <a:t>Uniformiser les productions </a:t>
            </a:r>
            <a:r>
              <a:rPr lang="fr-FR" sz="1867" dirty="0">
                <a:solidFill>
                  <a:srgbClr val="000000"/>
                </a:solidFill>
                <a:latin typeface="+mn-lt"/>
              </a:rPr>
              <a:t>régionales ou locales de données</a:t>
            </a:r>
            <a:endParaRPr lang="fr-FR" sz="1867" dirty="0">
              <a:solidFill>
                <a:srgbClr val="000000"/>
              </a:solidFill>
              <a:latin typeface="+mn-lt"/>
              <a:cs typeface="Arial"/>
            </a:endParaRPr>
          </a:p>
          <a:p>
            <a:pPr marL="1042962" lvl="2" indent="-285744">
              <a:spcBef>
                <a:spcPts val="300"/>
              </a:spcBef>
              <a:buFont typeface="Courier New" panose="02070309020205020404" pitchFamily="49" charset="0"/>
              <a:buChar char="o"/>
            </a:pPr>
            <a:r>
              <a:rPr lang="fr-FR" sz="1867" dirty="0">
                <a:latin typeface="+mn-lt"/>
                <a:cs typeface="Arial"/>
              </a:rPr>
              <a:t>Faciliter leur </a:t>
            </a:r>
            <a:r>
              <a:rPr lang="fr-FR" sz="1867" b="1" dirty="0">
                <a:latin typeface="+mn-lt"/>
                <a:cs typeface="Arial"/>
              </a:rPr>
              <a:t>intégration dans une base nationale unique</a:t>
            </a:r>
          </a:p>
          <a:p>
            <a:pPr marL="757218" lvl="2" indent="0">
              <a:spcBef>
                <a:spcPts val="300"/>
              </a:spcBef>
              <a:buNone/>
            </a:pPr>
            <a:r>
              <a:rPr lang="fr-FR" sz="1867" b="1" dirty="0">
                <a:latin typeface="+mn-lt"/>
                <a:cs typeface="Arial"/>
              </a:rPr>
              <a:t>→ Besoin conjoint d’informations en forêt </a:t>
            </a:r>
            <a:r>
              <a:rPr lang="fr-FR" sz="1867" dirty="0">
                <a:latin typeface="+mn-lt"/>
                <a:cs typeface="Arial"/>
              </a:rPr>
              <a:t>entre Transport et DFCI porté par le standard</a:t>
            </a:r>
          </a:p>
          <a:p>
            <a:pPr marL="1042962" lvl="2" indent="-285744">
              <a:spcBef>
                <a:spcPts val="300"/>
              </a:spcBef>
              <a:buFont typeface="Courier New" panose="02070309020205020404" pitchFamily="49" charset="0"/>
              <a:buChar char="o"/>
            </a:pPr>
            <a:endParaRPr lang="fr-FR" sz="1867" b="1" dirty="0">
              <a:cs typeface="Arial"/>
            </a:endParaRP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fr-FR" sz="1867" b="0" dirty="0">
                <a:solidFill>
                  <a:srgbClr val="000000"/>
                </a:solidFill>
                <a:latin typeface="+mn-lt"/>
              </a:rPr>
              <a:t>Projet NaviForest a repris dans une Tanche 3 (2024-2026)</a:t>
            </a:r>
          </a:p>
          <a:p>
            <a:pPr lvl="1" algn="just" fontAlgn="base"/>
            <a:r>
              <a:rPr lang="fr-FR" sz="1867" b="0" dirty="0">
                <a:solidFill>
                  <a:srgbClr val="000000"/>
                </a:solidFill>
                <a:latin typeface="+mn-lt"/>
              </a:rPr>
              <a:t>Pilotage MASA &amp; MI</a:t>
            </a:r>
          </a:p>
          <a:p>
            <a:pPr lvl="1" algn="just" fontAlgn="base"/>
            <a:r>
              <a:rPr lang="fr-FR" sz="1867" b="0" dirty="0">
                <a:solidFill>
                  <a:srgbClr val="000000"/>
                </a:solidFill>
                <a:latin typeface="+mn-lt"/>
              </a:rPr>
              <a:t>Le MASA a validé le fait que la </a:t>
            </a:r>
            <a:r>
              <a:rPr lang="fr-FR" sz="1867" dirty="0">
                <a:solidFill>
                  <a:schemeClr val="tx1"/>
                </a:solidFill>
                <a:latin typeface="+mn-lt"/>
              </a:rPr>
              <a:t>BD TOPO </a:t>
            </a:r>
            <a:r>
              <a:rPr lang="fr-FR" sz="1867" b="0" dirty="0">
                <a:solidFill>
                  <a:srgbClr val="000000"/>
                </a:solidFill>
                <a:latin typeface="+mn-lt"/>
              </a:rPr>
              <a:t>sera la base nationale dans laquelle seront intégrées les informations Dessertes, Pistes DFCI et Points d’eau mentionnées par la loi</a:t>
            </a:r>
          </a:p>
          <a:p>
            <a:pPr lvl="1" algn="just" fontAlgn="base"/>
            <a:endParaRPr lang="fr-FR" sz="1867" dirty="0">
              <a:solidFill>
                <a:srgbClr val="000000"/>
              </a:solidFill>
              <a:latin typeface="+mn-lt"/>
              <a:cs typeface="Arial"/>
            </a:endParaRP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fr-FR" sz="1867" dirty="0">
                <a:solidFill>
                  <a:srgbClr val="C00000"/>
                </a:solidFill>
                <a:latin typeface="+mn-lt"/>
              </a:rPr>
              <a:t>Besoin</a:t>
            </a:r>
            <a:r>
              <a:rPr lang="fr-FR" sz="1867" b="0" dirty="0">
                <a:solidFill>
                  <a:srgbClr val="000000"/>
                </a:solidFill>
                <a:latin typeface="+mn-lt"/>
              </a:rPr>
              <a:t> </a:t>
            </a:r>
            <a:r>
              <a:rPr lang="fr-FR" sz="1867" dirty="0">
                <a:solidFill>
                  <a:srgbClr val="C00000"/>
                </a:solidFill>
                <a:latin typeface="+mn-lt"/>
              </a:rPr>
              <a:t>de mettre à jour et élargir le standard CNIG </a:t>
            </a:r>
            <a:r>
              <a:rPr lang="fr-FR" sz="1867" b="0" dirty="0">
                <a:solidFill>
                  <a:srgbClr val="000000"/>
                </a:solidFill>
                <a:latin typeface="+mn-lt"/>
              </a:rPr>
              <a:t>pour :</a:t>
            </a:r>
            <a:r>
              <a:rPr lang="en-US" sz="1867" b="0" dirty="0">
                <a:solidFill>
                  <a:srgbClr val="000000"/>
                </a:solidFill>
                <a:latin typeface="+mn-lt"/>
              </a:rPr>
              <a:t>​</a:t>
            </a:r>
          </a:p>
          <a:p>
            <a:pPr marL="620984" lvl="3" indent="-380990" algn="just" fontAlgn="base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</a:pPr>
            <a:r>
              <a:rPr lang="fr-FR" sz="1867" dirty="0">
                <a:solidFill>
                  <a:srgbClr val="000000"/>
                </a:solidFill>
                <a:cs typeface="Arial" panose="020B0604020202020204" pitchFamily="34" charset="0"/>
              </a:rPr>
              <a:t>Intégrer </a:t>
            </a:r>
            <a:r>
              <a:rPr lang="fr-FR" sz="1867" dirty="0"/>
              <a:t>les </a:t>
            </a:r>
            <a:r>
              <a:rPr lang="fr-FR" sz="1867" b="1" dirty="0"/>
              <a:t>thématiques « Pistes DFCI » et « Points d’eau »</a:t>
            </a:r>
          </a:p>
          <a:p>
            <a:pPr marL="620984" lvl="3" indent="-380990" algn="just" fontAlgn="base">
              <a:spcBef>
                <a:spcPts val="0"/>
              </a:spcBef>
              <a:spcAft>
                <a:spcPts val="800"/>
              </a:spcAft>
              <a:buClr>
                <a:schemeClr val="accent6"/>
              </a:buClr>
            </a:pPr>
            <a:r>
              <a:rPr lang="fr-FR" sz="1867" dirty="0"/>
              <a:t>Rendre le modèle de données compatible avec celui de la </a:t>
            </a:r>
            <a:r>
              <a:rPr lang="fr-FR" sz="1867" b="1" dirty="0"/>
              <a:t>BD TOPO</a:t>
            </a:r>
          </a:p>
          <a:p>
            <a:pPr marL="620984" lvl="3" indent="-380990" algn="just" fontAlgn="base">
              <a:spcBef>
                <a:spcPts val="0"/>
              </a:spcBef>
              <a:spcAft>
                <a:spcPts val="800"/>
              </a:spcAft>
              <a:buClr>
                <a:schemeClr val="accent6"/>
              </a:buClr>
            </a:pPr>
            <a:r>
              <a:rPr lang="fr-FR" sz="1867" dirty="0"/>
              <a:t>Prendre en compte le </a:t>
            </a:r>
            <a:r>
              <a:rPr lang="fr-FR" sz="1867" b="1" dirty="0"/>
              <a:t>retour d'expérience </a:t>
            </a:r>
            <a:r>
              <a:rPr lang="fr-FR" sz="1867" dirty="0"/>
              <a:t>de la v1</a:t>
            </a:r>
          </a:p>
          <a:p>
            <a:pPr marL="609585" lvl="1" indent="0" algn="just" fontAlgn="base">
              <a:buNone/>
            </a:pPr>
            <a:endParaRPr lang="fr-FR" sz="1867" b="0" dirty="0">
              <a:solidFill>
                <a:srgbClr val="000000"/>
              </a:solidFill>
              <a:latin typeface="+mn-lt"/>
            </a:endParaRPr>
          </a:p>
        </p:txBody>
      </p:sp>
      <p:pic>
        <p:nvPicPr>
          <p:cNvPr id="14" name="Picture 9">
            <a:extLst>
              <a:ext uri="{FF2B5EF4-FFF2-40B4-BE49-F238E27FC236}">
                <a16:creationId xmlns:a16="http://schemas.microsoft.com/office/drawing/2014/main" id="{640FD984-C4DE-495B-85D2-3524524D68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3323" y="268234"/>
            <a:ext cx="768085" cy="845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Espace réservé de la date 2">
            <a:extLst>
              <a:ext uri="{FF2B5EF4-FFF2-40B4-BE49-F238E27FC236}">
                <a16:creationId xmlns:a16="http://schemas.microsoft.com/office/drawing/2014/main" id="{EC6B72EE-44D4-765F-6653-51C3B61AD215}"/>
              </a:ext>
            </a:extLst>
          </p:cNvPr>
          <p:cNvSpPr txBox="1">
            <a:spLocks/>
          </p:cNvSpPr>
          <p:nvPr/>
        </p:nvSpPr>
        <p:spPr>
          <a:xfrm>
            <a:off x="10152000" y="6378000"/>
            <a:ext cx="1560000" cy="480000"/>
          </a:xfrm>
          <a:prstGeom prst="rect">
            <a:avLst/>
          </a:prstGeom>
        </p:spPr>
        <p:txBody>
          <a:bodyPr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1000" b="1" cap="all" dirty="0"/>
              <a:t>17/09/2026</a:t>
            </a:r>
          </a:p>
        </p:txBody>
      </p:sp>
      <p:sp>
        <p:nvSpPr>
          <p:cNvPr id="6" name="Espace réservé du numéro de diapositive 16">
            <a:extLst>
              <a:ext uri="{FF2B5EF4-FFF2-40B4-BE49-F238E27FC236}">
                <a16:creationId xmlns:a16="http://schemas.microsoft.com/office/drawing/2014/main" id="{016E7A1E-8857-90C9-5ECF-C46BC58ECC5A}"/>
              </a:ext>
            </a:extLst>
          </p:cNvPr>
          <p:cNvSpPr txBox="1">
            <a:spLocks/>
          </p:cNvSpPr>
          <p:nvPr/>
        </p:nvSpPr>
        <p:spPr>
          <a:xfrm>
            <a:off x="8352000" y="6378000"/>
            <a:ext cx="1800000" cy="480000"/>
          </a:xfrm>
          <a:prstGeom prst="rect">
            <a:avLst/>
          </a:prstGeom>
        </p:spPr>
        <p:txBody>
          <a:bodyPr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33122C9-A0B9-462F-8757-0847AD287B63}" type="slidenum">
              <a:rPr lang="fr-FR" sz="1000" b="1" smtClean="0"/>
              <a:pPr algn="r"/>
              <a:t>9</a:t>
            </a:fld>
            <a:endParaRPr lang="fr-FR" sz="1000" b="1" dirty="0"/>
          </a:p>
        </p:txBody>
      </p:sp>
    </p:spTree>
    <p:extLst>
      <p:ext uri="{BB962C8B-B14F-4D97-AF65-F5344CB8AC3E}">
        <p14:creationId xmlns:p14="http://schemas.microsoft.com/office/powerpoint/2010/main" val="33915560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914144-4E5E-4757-976A-35690A828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3606" y="228894"/>
            <a:ext cx="9479065" cy="812501"/>
          </a:xfrm>
        </p:spPr>
        <p:txBody>
          <a:bodyPr/>
          <a:lstStyle/>
          <a:p>
            <a:pPr algn="ctr"/>
            <a:r>
              <a:rPr lang="fr-FR" dirty="0"/>
              <a:t>Participants GT</a:t>
            </a:r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573BE2D5-0BF8-45D2-A792-A93B5FFBE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3323" y="268234"/>
            <a:ext cx="768085" cy="845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4" name="Tableau 13">
            <a:extLst>
              <a:ext uri="{FF2B5EF4-FFF2-40B4-BE49-F238E27FC236}">
                <a16:creationId xmlns:a16="http://schemas.microsoft.com/office/drawing/2014/main" id="{F4303A7B-4028-4734-8ECA-ACD667C4C0C6}"/>
              </a:ext>
            </a:extLst>
          </p:cNvPr>
          <p:cNvGraphicFramePr>
            <a:graphicFrameLocks noGrp="1"/>
          </p:cNvGraphicFramePr>
          <p:nvPr/>
        </p:nvGraphicFramePr>
        <p:xfrm>
          <a:off x="308124" y="1333572"/>
          <a:ext cx="11575752" cy="3411220"/>
        </p:xfrm>
        <a:graphic>
          <a:graphicData uri="http://schemas.openxmlformats.org/drawingml/2006/table">
            <a:tbl>
              <a:tblPr/>
              <a:tblGrid>
                <a:gridCol w="5658954">
                  <a:extLst>
                    <a:ext uri="{9D8B030D-6E8A-4147-A177-3AD203B41FA5}">
                      <a16:colId xmlns:a16="http://schemas.microsoft.com/office/drawing/2014/main" val="370660507"/>
                    </a:ext>
                  </a:extLst>
                </a:gridCol>
                <a:gridCol w="5916798">
                  <a:extLst>
                    <a:ext uri="{9D8B030D-6E8A-4147-A177-3AD203B41FA5}">
                      <a16:colId xmlns:a16="http://schemas.microsoft.com/office/drawing/2014/main" val="4055825653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ARDFCI  </a:t>
                      </a:r>
                      <a:r>
                        <a:rPr lang="fr-FR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(Association Régionale DFCI)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FORET D'ICI</a:t>
                      </a: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5283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CFBL</a:t>
                      </a:r>
                      <a:r>
                        <a:rPr lang="fr-FR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(Coopérative forestière)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Fransylva</a:t>
                      </a: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488448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CNPF </a:t>
                      </a:r>
                      <a:r>
                        <a:rPr lang="fr-FR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(Centre National de la Propriété Forestière)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GCF </a:t>
                      </a:r>
                      <a:r>
                        <a:rPr lang="fr-FR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(Groupe Coopération Forestière)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1172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CRIGE PACA (Centre de Ressources en Information Géographique en PACA)</a:t>
                      </a: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GIP ATGeRi</a:t>
                      </a:r>
                      <a:r>
                        <a:rPr lang="fr-FR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(Groupement d’Intérêt Public Aménagement du Territoire et Gestion des Risques)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206494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DDT39 Jura </a:t>
                      </a:r>
                      <a:r>
                        <a:rPr lang="fr-FR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(Direction Départementale des Territoires) 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IGN</a:t>
                      </a:r>
                      <a:r>
                        <a:rPr lang="fr-FR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(Institut national de l'information géographique et forestière)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71907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DDT55 Meuse</a:t>
                      </a: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Ministère de l'Agriculture et de la Souveraineté alimentaire</a:t>
                      </a: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146194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DDT68 Haut Rhin</a:t>
                      </a: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Ministère de l'Intérieur - BOMSIS</a:t>
                      </a: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80225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242424"/>
                          </a:solidFill>
                          <a:effectLst/>
                          <a:latin typeface="+mn-lt"/>
                        </a:rPr>
                        <a:t>DDT88 Vosges</a:t>
                      </a: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ONF</a:t>
                      </a:r>
                      <a:r>
                        <a:rPr lang="fr-FR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(Office National des Forêts)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457864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DPFM </a:t>
                      </a:r>
                      <a:r>
                        <a:rPr lang="fr-FR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(Délégation à la Protection de la Forêt Méditerranéenne)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OPENIG</a:t>
                      </a:r>
                      <a:r>
                        <a:rPr lang="fr-FR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(Occitanie Pyrénées en Intelligence Géomatique)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002054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DRAAF Auvergne Rhône Alpes</a:t>
                      </a: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SDIS17 Charente </a:t>
                      </a:r>
                      <a:r>
                        <a:rPr lang="fr-FR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(Service Départemental d'Incendie et de Secours)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86774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Entente Valabre</a:t>
                      </a: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242424"/>
                          </a:solidFill>
                          <a:effectLst/>
                          <a:latin typeface="+mn-lt"/>
                        </a:rPr>
                        <a:t>SDIS66 Pyrénées-Orientales</a:t>
                      </a: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881815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FCBA</a:t>
                      </a:r>
                      <a:r>
                        <a:rPr lang="fr-FR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(Institut technologie Forêt Cellulose Bois-Construction Ameublement)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Transport Mauffrey</a:t>
                      </a: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186681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FNCOFOR </a:t>
                      </a:r>
                      <a:r>
                        <a:rPr lang="fr-FR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(Fédération nationale des communes forestières)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Transports Fontan</a:t>
                      </a: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802418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FNEDT </a:t>
                      </a:r>
                      <a:r>
                        <a:rPr lang="fr-FR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(Fédération nationale des entrepreneurs de travaux agricoles, forestiers et ruraux)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Transports </a:t>
                      </a:r>
                      <a:r>
                        <a:rPr lang="fr-F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Masnada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1753756"/>
                  </a:ext>
                </a:extLst>
              </a:tr>
            </a:tbl>
          </a:graphicData>
        </a:graphic>
      </p:graphicFrame>
      <p:sp>
        <p:nvSpPr>
          <p:cNvPr id="20" name="Espace réservé du contenu 2">
            <a:extLst>
              <a:ext uri="{FF2B5EF4-FFF2-40B4-BE49-F238E27FC236}">
                <a16:creationId xmlns:a16="http://schemas.microsoft.com/office/drawing/2014/main" id="{E7991794-4071-4EC0-B0D0-EF78A599BD2A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71119" y="5184035"/>
            <a:ext cx="3896278" cy="1757824"/>
          </a:xfrm>
        </p:spPr>
        <p:txBody>
          <a:bodyPr/>
          <a:lstStyle/>
          <a:p>
            <a:pPr marL="239994" lvl="1" indent="0">
              <a:buNone/>
            </a:pPr>
            <a:r>
              <a:rPr lang="fr-FR" sz="1100" b="0" dirty="0">
                <a:solidFill>
                  <a:srgbClr val="000000"/>
                </a:solidFill>
                <a:latin typeface="+mn-lt"/>
              </a:rPr>
              <a:t>Liste diffusion </a:t>
            </a:r>
            <a:r>
              <a:rPr lang="fr-FR" sz="1100" b="0" dirty="0">
                <a:solidFill>
                  <a:srgbClr val="000000"/>
                </a:solidFill>
                <a:latin typeface="+mn-lt"/>
                <a:sym typeface="Wingdings" panose="05000000000000000000" pitchFamily="2" charset="2"/>
              </a:rPr>
              <a:t> </a:t>
            </a:r>
            <a:r>
              <a:rPr lang="fr-FR" sz="1100" b="0" dirty="0">
                <a:solidFill>
                  <a:srgbClr val="000000"/>
                </a:solidFill>
                <a:latin typeface="+mn-lt"/>
              </a:rPr>
              <a:t>+100aine personnes </a:t>
            </a:r>
          </a:p>
          <a:p>
            <a:pPr marL="239994" lvl="1" indent="0">
              <a:buNone/>
            </a:pPr>
            <a:r>
              <a:rPr lang="fr-FR" sz="1100" b="0" dirty="0">
                <a:solidFill>
                  <a:srgbClr val="000000"/>
                </a:solidFill>
                <a:latin typeface="+mn-lt"/>
              </a:rPr>
              <a:t>5aine membres actifs jusqu’ici dans le GT</a:t>
            </a:r>
          </a:p>
          <a:p>
            <a:pPr marL="239994" lvl="1" indent="0">
              <a:buNone/>
            </a:pPr>
            <a:r>
              <a:rPr lang="fr-FR" sz="1100" b="0" dirty="0">
                <a:solidFill>
                  <a:srgbClr val="000000"/>
                </a:solidFill>
                <a:latin typeface="+mn-lt"/>
              </a:rPr>
              <a:t>Sous-groupe Points d’eau </a:t>
            </a:r>
            <a:r>
              <a:rPr lang="fr-FR" sz="1100" b="0" dirty="0">
                <a:solidFill>
                  <a:srgbClr val="000000"/>
                </a:solidFill>
                <a:latin typeface="+mn-lt"/>
                <a:sym typeface="Wingdings" panose="05000000000000000000" pitchFamily="2" charset="2"/>
              </a:rPr>
              <a:t> </a:t>
            </a:r>
            <a:r>
              <a:rPr lang="fr-FR" sz="1100" b="0" dirty="0">
                <a:solidFill>
                  <a:srgbClr val="000000"/>
                </a:solidFill>
                <a:latin typeface="+mn-lt"/>
              </a:rPr>
              <a:t>40aine de volontaires</a:t>
            </a:r>
          </a:p>
        </p:txBody>
      </p:sp>
      <p:pic>
        <p:nvPicPr>
          <p:cNvPr id="17" name="Graphique 16">
            <a:extLst>
              <a:ext uri="{FF2B5EF4-FFF2-40B4-BE49-F238E27FC236}">
                <a16:creationId xmlns:a16="http://schemas.microsoft.com/office/drawing/2014/main" id="{BBB48740-B09F-4214-89AB-71960608F260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23609" y="4964497"/>
            <a:ext cx="1893276" cy="1357678"/>
          </a:xfrm>
          <a:prstGeom prst="rect">
            <a:avLst/>
          </a:prstGeom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95144120-9D41-4F36-9697-1DB3030C78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7033" y="5288934"/>
            <a:ext cx="1012579" cy="708805"/>
          </a:xfrm>
          <a:prstGeom prst="rect">
            <a:avLst/>
          </a:prstGeom>
        </p:spPr>
      </p:pic>
      <p:sp>
        <p:nvSpPr>
          <p:cNvPr id="26" name="Espace réservé du pied de page 10">
            <a:extLst>
              <a:ext uri="{FF2B5EF4-FFF2-40B4-BE49-F238E27FC236}">
                <a16:creationId xmlns:a16="http://schemas.microsoft.com/office/drawing/2014/main" id="{EB106411-2B65-4B85-883B-E4EA1149DED7}"/>
              </a:ext>
            </a:extLst>
          </p:cNvPr>
          <p:cNvSpPr txBox="1">
            <a:spLocks/>
          </p:cNvSpPr>
          <p:nvPr/>
        </p:nvSpPr>
        <p:spPr bwMode="gray">
          <a:xfrm>
            <a:off x="504335" y="6438000"/>
            <a:ext cx="5904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Institut national de l’information  géographique et forestière</a:t>
            </a:r>
            <a:endParaRPr lang="fr-FR" dirty="0"/>
          </a:p>
        </p:txBody>
      </p:sp>
      <p:sp>
        <p:nvSpPr>
          <p:cNvPr id="29" name="Espace réservé du numéro de diapositive 16">
            <a:extLst>
              <a:ext uri="{FF2B5EF4-FFF2-40B4-BE49-F238E27FC236}">
                <a16:creationId xmlns:a16="http://schemas.microsoft.com/office/drawing/2014/main" id="{3CDB60FF-2293-45B8-90AE-58A86C832B44}"/>
              </a:ext>
            </a:extLst>
          </p:cNvPr>
          <p:cNvSpPr txBox="1">
            <a:spLocks/>
          </p:cNvSpPr>
          <p:nvPr/>
        </p:nvSpPr>
        <p:spPr>
          <a:xfrm>
            <a:off x="8352000" y="6378000"/>
            <a:ext cx="1800000" cy="480000"/>
          </a:xfrm>
          <a:prstGeom prst="rect">
            <a:avLst/>
          </a:prstGeom>
        </p:spPr>
        <p:txBody>
          <a:bodyPr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33122C9-A0B9-462F-8757-0847AD287B63}" type="slidenum">
              <a:rPr lang="fr-FR" sz="1000" b="1" smtClean="0"/>
              <a:pPr algn="r"/>
              <a:t>10</a:t>
            </a:fld>
            <a:endParaRPr lang="fr-FR" sz="1000" b="1" dirty="0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861974C2-FEB4-4ACF-A03C-DAFB648EFA5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0969" y="168504"/>
            <a:ext cx="773723" cy="773723"/>
          </a:xfrm>
          <a:prstGeom prst="rect">
            <a:avLst/>
          </a:prstGeom>
          <a:ln>
            <a:noFill/>
          </a:ln>
        </p:spPr>
      </p:pic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FD1CCBE-6686-4984-9C66-5F8EDD1923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EDFF4357-E85F-B78F-C8AB-7101AF2AADC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0056" y="5285302"/>
            <a:ext cx="1499621" cy="716069"/>
          </a:xfrm>
          <a:prstGeom prst="rect">
            <a:avLst/>
          </a:prstGeom>
        </p:spPr>
      </p:pic>
      <p:sp>
        <p:nvSpPr>
          <p:cNvPr id="5" name="Espace réservé de la date 2">
            <a:extLst>
              <a:ext uri="{FF2B5EF4-FFF2-40B4-BE49-F238E27FC236}">
                <a16:creationId xmlns:a16="http://schemas.microsoft.com/office/drawing/2014/main" id="{9C088354-117E-AE42-0D9F-7D1E0504AD25}"/>
              </a:ext>
            </a:extLst>
          </p:cNvPr>
          <p:cNvSpPr txBox="1">
            <a:spLocks/>
          </p:cNvSpPr>
          <p:nvPr/>
        </p:nvSpPr>
        <p:spPr>
          <a:xfrm>
            <a:off x="10152000" y="6378000"/>
            <a:ext cx="1560000" cy="480000"/>
          </a:xfrm>
          <a:prstGeom prst="rect">
            <a:avLst/>
          </a:prstGeom>
        </p:spPr>
        <p:txBody>
          <a:bodyPr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1000" b="1" cap="all" dirty="0"/>
              <a:t>17/09/2026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61EC7152-132E-1001-E793-925A60EC28E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0817" y="5116722"/>
            <a:ext cx="1732285" cy="1053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2462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64A21B9-D2B4-49C3-B39A-984967DE242D}"/>
              </a:ext>
            </a:extLst>
          </p:cNvPr>
          <p:cNvSpPr/>
          <p:nvPr/>
        </p:nvSpPr>
        <p:spPr>
          <a:xfrm>
            <a:off x="2268415" y="764931"/>
            <a:ext cx="9231923" cy="63568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itre 5"/>
          <p:cNvSpPr>
            <a:spLocks noGrp="1"/>
          </p:cNvSpPr>
          <p:nvPr>
            <p:ph type="title"/>
          </p:nvPr>
        </p:nvSpPr>
        <p:spPr>
          <a:xfrm>
            <a:off x="792335" y="2769990"/>
            <a:ext cx="11232000" cy="1318019"/>
          </a:xfrm>
        </p:spPr>
        <p:txBody>
          <a:bodyPr/>
          <a:lstStyle/>
          <a:p>
            <a:pPr marL="0" indent="0">
              <a:buNone/>
            </a:pPr>
            <a:r>
              <a:rPr lang="fr-FR" sz="4400" dirty="0">
                <a:solidFill>
                  <a:srgbClr val="000000"/>
                </a:solidFill>
                <a:latin typeface="+mn-lt"/>
              </a:rPr>
              <a:t>Changements induits par </a:t>
            </a:r>
            <a:br>
              <a:rPr lang="fr-FR" sz="4400" dirty="0">
                <a:solidFill>
                  <a:srgbClr val="000000"/>
                </a:solidFill>
                <a:latin typeface="+mn-lt"/>
              </a:rPr>
            </a:br>
            <a:r>
              <a:rPr lang="fr-FR" sz="4400" dirty="0">
                <a:solidFill>
                  <a:srgbClr val="000000"/>
                </a:solidFill>
                <a:latin typeface="+mn-lt"/>
              </a:rPr>
              <a:t>l'appel à commentaires</a:t>
            </a:r>
            <a:endParaRPr lang="fr-FR" dirty="0">
              <a:latin typeface="+mn-lt"/>
            </a:endParaRPr>
          </a:p>
        </p:txBody>
      </p:sp>
      <p:pic>
        <p:nvPicPr>
          <p:cNvPr id="17" name="Picture 9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815" y="77849"/>
            <a:ext cx="768085" cy="845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Espace réservé du pied de page 10">
            <a:extLst>
              <a:ext uri="{FF2B5EF4-FFF2-40B4-BE49-F238E27FC236}">
                <a16:creationId xmlns:a16="http://schemas.microsoft.com/office/drawing/2014/main" id="{E202880A-E9CF-4E9D-8B29-5DB98A7B5984}"/>
              </a:ext>
            </a:extLst>
          </p:cNvPr>
          <p:cNvSpPr txBox="1">
            <a:spLocks/>
          </p:cNvSpPr>
          <p:nvPr/>
        </p:nvSpPr>
        <p:spPr bwMode="gray">
          <a:xfrm>
            <a:off x="504335" y="6438000"/>
            <a:ext cx="5904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Institut national de l’information  géographique et forestière</a:t>
            </a:r>
            <a:endParaRPr lang="fr-FR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E2007A2-99E4-4F9F-A223-1CF2C8BA8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 cap="all" dirty="0"/>
              <a:t>17/09/2026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C28CB49-4516-4C3D-974F-D42AC1FF8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11</a:t>
            </a:fld>
            <a:endParaRPr lang="fr-FR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2CD11832-B6E0-24D0-E590-3A63725B8B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8397" y="2059806"/>
            <a:ext cx="1690376" cy="1690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0147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F805B-918C-B925-ED02-89176EB42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8452F8-CFDC-682B-246A-E92BA7F3B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3606" y="228894"/>
            <a:ext cx="9479065" cy="812501"/>
          </a:xfrm>
        </p:spPr>
        <p:txBody>
          <a:bodyPr/>
          <a:lstStyle/>
          <a:p>
            <a:pPr algn="ctr"/>
            <a:r>
              <a:rPr lang="fr-FR" dirty="0"/>
              <a:t>Rappels</a:t>
            </a:r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4BEAC7A8-37E0-4F35-8DDE-6B67A5E4CF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3323" y="268234"/>
            <a:ext cx="768085" cy="845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EC0E57AE-0D23-FD06-00DD-512F8ED643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343" y="144498"/>
            <a:ext cx="969369" cy="969369"/>
          </a:xfrm>
          <a:prstGeom prst="rect">
            <a:avLst/>
          </a:prstGeom>
        </p:spPr>
      </p:pic>
      <p:sp>
        <p:nvSpPr>
          <p:cNvPr id="27" name="ZoneTexte 26">
            <a:extLst>
              <a:ext uri="{FF2B5EF4-FFF2-40B4-BE49-F238E27FC236}">
                <a16:creationId xmlns:a16="http://schemas.microsoft.com/office/drawing/2014/main" id="{F899F2AD-7250-C757-826A-369C3D016EE3}"/>
              </a:ext>
            </a:extLst>
          </p:cNvPr>
          <p:cNvSpPr txBox="1"/>
          <p:nvPr/>
        </p:nvSpPr>
        <p:spPr>
          <a:xfrm>
            <a:off x="920444" y="1251653"/>
            <a:ext cx="10622724" cy="2390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67" b="1" dirty="0"/>
              <a:t>Modélisation</a:t>
            </a:r>
            <a:r>
              <a:rPr lang="fr-FR" sz="1867" dirty="0"/>
              <a:t> =</a:t>
            </a:r>
          </a:p>
          <a:p>
            <a:r>
              <a:rPr lang="fr-FR" sz="1867" dirty="0"/>
              <a:t>Objectif du standard est un socle de données minimal commun :</a:t>
            </a:r>
          </a:p>
          <a:p>
            <a:r>
              <a:rPr lang="fr-FR" sz="1867" dirty="0"/>
              <a:t>On ne redéfinit ni les </a:t>
            </a:r>
            <a:r>
              <a:rPr lang="fr-FR" sz="1867" dirty="0" err="1"/>
              <a:t>BDs</a:t>
            </a:r>
            <a:r>
              <a:rPr lang="fr-FR" sz="1867" dirty="0"/>
              <a:t>, ni outils, ni les cartographies métiers. </a:t>
            </a:r>
          </a:p>
          <a:p>
            <a:endParaRPr lang="fr-FR" sz="1867" dirty="0"/>
          </a:p>
          <a:p>
            <a:r>
              <a:rPr lang="fr-FR" sz="1867" dirty="0"/>
              <a:t>Le standard n’est pas décisionnaire sur son intégration dans des logiciels métiers et la gouvernance liée.</a:t>
            </a:r>
          </a:p>
          <a:p>
            <a:r>
              <a:rPr lang="fr-FR" sz="1867" u="sng" dirty="0"/>
              <a:t>Infos dispos </a:t>
            </a:r>
            <a:r>
              <a:rPr lang="fr-FR" sz="1867" dirty="0"/>
              <a:t>: intégration du standard dans BD TOPO, report des évolution BD TOPO dans </a:t>
            </a:r>
            <a:r>
              <a:rPr lang="fr-FR" sz="1867" dirty="0" err="1"/>
              <a:t>NexSIS</a:t>
            </a:r>
            <a:r>
              <a:rPr lang="fr-FR" sz="1867" dirty="0"/>
              <a:t>, intégration du standard dans NaviForest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A4E5E947-7633-50CE-C2A8-BE01DAAD95F7}"/>
              </a:ext>
            </a:extLst>
          </p:cNvPr>
          <p:cNvSpPr txBox="1"/>
          <p:nvPr/>
        </p:nvSpPr>
        <p:spPr>
          <a:xfrm>
            <a:off x="920443" y="4212443"/>
            <a:ext cx="10830964" cy="1816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67" b="1" dirty="0"/>
              <a:t>Evolutions BD TOPO</a:t>
            </a:r>
            <a:r>
              <a:rPr lang="fr-FR" sz="1867" dirty="0"/>
              <a:t> =</a:t>
            </a:r>
          </a:p>
          <a:p>
            <a:r>
              <a:rPr lang="fr-FR" sz="1867" dirty="0"/>
              <a:t>Les données seront reçues dans la BD TOPO. On essaie de faire converger le modèle au maximum afin de ne pas impacter les données socles BD TOPO. </a:t>
            </a:r>
          </a:p>
          <a:p>
            <a:r>
              <a:rPr lang="fr-FR" sz="1867" dirty="0"/>
              <a:t>Néanmoins des évolutions BD TOPO sont à prévoir car une route en forêt = une route, donc une évolution sur un attribut route en forêt = une évolution sur tous les linéaires routes </a:t>
            </a:r>
          </a:p>
          <a:p>
            <a:endParaRPr lang="fr-FR" sz="1867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205DCD16-65B7-1617-B3B3-08DC42313C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971" y="1991357"/>
            <a:ext cx="620337" cy="620337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0AC91363-C38D-D9E9-208E-FE64DD73CD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23" y="4446360"/>
            <a:ext cx="952509" cy="952509"/>
          </a:xfrm>
          <a:prstGeom prst="rect">
            <a:avLst/>
          </a:prstGeom>
        </p:spPr>
      </p:pic>
      <p:sp>
        <p:nvSpPr>
          <p:cNvPr id="3" name="Espace réservé du numéro de diapositive 16">
            <a:extLst>
              <a:ext uri="{FF2B5EF4-FFF2-40B4-BE49-F238E27FC236}">
                <a16:creationId xmlns:a16="http://schemas.microsoft.com/office/drawing/2014/main" id="{AD163E4B-F814-4DA9-41EC-63E4C64EDED9}"/>
              </a:ext>
            </a:extLst>
          </p:cNvPr>
          <p:cNvSpPr txBox="1">
            <a:spLocks/>
          </p:cNvSpPr>
          <p:nvPr/>
        </p:nvSpPr>
        <p:spPr>
          <a:xfrm>
            <a:off x="8352000" y="6378000"/>
            <a:ext cx="1800000" cy="480000"/>
          </a:xfrm>
          <a:prstGeom prst="rect">
            <a:avLst/>
          </a:prstGeom>
        </p:spPr>
        <p:txBody>
          <a:bodyPr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33122C9-A0B9-462F-8757-0847AD287B63}" type="slidenum">
              <a:rPr lang="fr-FR" sz="1000" b="1" smtClean="0"/>
              <a:pPr algn="r"/>
              <a:t>12</a:t>
            </a:fld>
            <a:endParaRPr lang="fr-FR" sz="1000" b="1" dirty="0"/>
          </a:p>
        </p:txBody>
      </p:sp>
      <p:sp>
        <p:nvSpPr>
          <p:cNvPr id="5" name="Espace réservé de la date 2">
            <a:extLst>
              <a:ext uri="{FF2B5EF4-FFF2-40B4-BE49-F238E27FC236}">
                <a16:creationId xmlns:a16="http://schemas.microsoft.com/office/drawing/2014/main" id="{5EACD566-241E-96DC-0E0C-0E5FD3DAEF0A}"/>
              </a:ext>
            </a:extLst>
          </p:cNvPr>
          <p:cNvSpPr txBox="1">
            <a:spLocks/>
          </p:cNvSpPr>
          <p:nvPr/>
        </p:nvSpPr>
        <p:spPr>
          <a:xfrm>
            <a:off x="10152000" y="6378000"/>
            <a:ext cx="1560000" cy="480000"/>
          </a:xfrm>
          <a:prstGeom prst="rect">
            <a:avLst/>
          </a:prstGeom>
        </p:spPr>
        <p:txBody>
          <a:bodyPr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1000" b="1" cap="all" dirty="0"/>
              <a:t>17/09/2026</a:t>
            </a:r>
          </a:p>
        </p:txBody>
      </p:sp>
    </p:spTree>
    <p:extLst>
      <p:ext uri="{BB962C8B-B14F-4D97-AF65-F5344CB8AC3E}">
        <p14:creationId xmlns:p14="http://schemas.microsoft.com/office/powerpoint/2010/main" val="40204674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914144-4E5E-4757-976A-35690A828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6781" y="237947"/>
            <a:ext cx="9479065" cy="812501"/>
          </a:xfrm>
        </p:spPr>
        <p:txBody>
          <a:bodyPr/>
          <a:lstStyle/>
          <a:p>
            <a:pPr algn="ctr"/>
            <a:r>
              <a:rPr lang="fr-FR" dirty="0"/>
              <a:t>Changements V2.0 à V2.1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E34F1E9-E0B0-4D42-8B7D-D8AAF906B58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68249" y="979174"/>
            <a:ext cx="11662887" cy="4740619"/>
          </a:xfrm>
        </p:spPr>
        <p:txBody>
          <a:bodyPr/>
          <a:lstStyle/>
          <a:p>
            <a:pPr marL="335272" lvl="1" indent="-95671"/>
            <a:r>
              <a:rPr lang="fr-FR" sz="1870" dirty="0">
                <a:solidFill>
                  <a:schemeClr val="tx1"/>
                </a:solidFill>
                <a:latin typeface="+mn-lt"/>
              </a:rPr>
              <a:t>Appel à commentaires de mi-juillet à mi-septembre 2026</a:t>
            </a:r>
          </a:p>
          <a:p>
            <a:pPr marL="985094" lvl="2" indent="-95671"/>
            <a:r>
              <a:rPr lang="fr-FR" sz="1600" dirty="0">
                <a:latin typeface="+mn-lt"/>
              </a:rPr>
              <a:t>63 commentaires</a:t>
            </a:r>
          </a:p>
          <a:p>
            <a:pPr marL="985094" lvl="2" indent="-95671"/>
            <a:r>
              <a:rPr lang="fr-FR" sz="1600" dirty="0">
                <a:solidFill>
                  <a:schemeClr val="tx1"/>
                </a:solidFill>
                <a:latin typeface="+mn-lt"/>
              </a:rPr>
              <a:t>17 personnes</a:t>
            </a:r>
          </a:p>
          <a:p>
            <a:pPr marL="985094" lvl="2" indent="-95671"/>
            <a:r>
              <a:rPr lang="fr-FR" sz="1600" dirty="0">
                <a:latin typeface="+mn-lt"/>
              </a:rPr>
              <a:t>Tableau de recueil des commentaires et Standard maj disponibles dans l’espace Fichiers ( </a:t>
            </a:r>
            <a:r>
              <a:rPr lang="fr-FR" sz="1600" dirty="0">
                <a:latin typeface="+mn-lt"/>
                <a:hlinkClick r:id="rId2"/>
              </a:rPr>
              <a:t>https://fichiers.numerique.gouv.fr/explorer/items/45165cb8-73e4-483b-8254-3a43eaf1456d</a:t>
            </a:r>
            <a:r>
              <a:rPr lang="fr-FR" sz="1600" dirty="0">
                <a:latin typeface="+mn-lt"/>
              </a:rPr>
              <a:t> )</a:t>
            </a:r>
          </a:p>
          <a:p>
            <a:pPr marL="985094" lvl="2" indent="-95671"/>
            <a:endParaRPr lang="fr-FR" sz="1600" dirty="0">
              <a:latin typeface="+mn-lt"/>
            </a:endParaRPr>
          </a:p>
          <a:p>
            <a:pPr marL="335272" lvl="1" indent="-95671"/>
            <a:r>
              <a:rPr lang="fr-FR" sz="1870" dirty="0">
                <a:solidFill>
                  <a:schemeClr val="tx1"/>
                </a:solidFill>
                <a:latin typeface="+mn-lt"/>
              </a:rPr>
              <a:t>Grandes thématiques qui se dégagent</a:t>
            </a:r>
          </a:p>
          <a:p>
            <a:pPr marL="985094" lvl="2" indent="-95671"/>
            <a:r>
              <a:rPr lang="fr-FR" sz="1600" b="1" dirty="0">
                <a:solidFill>
                  <a:schemeClr val="tx1"/>
                </a:solidFill>
                <a:latin typeface="+mn-lt"/>
              </a:rPr>
              <a:t>Pas de changements profond ou structurels </a:t>
            </a:r>
            <a:r>
              <a:rPr lang="fr-FR" sz="1600" b="0" dirty="0">
                <a:solidFill>
                  <a:schemeClr val="tx1"/>
                </a:solidFill>
                <a:latin typeface="+mn-lt"/>
              </a:rPr>
              <a:t>de la modélisation/vision du standard</a:t>
            </a:r>
          </a:p>
          <a:p>
            <a:pPr marL="985094" lvl="2" indent="-95671"/>
            <a:r>
              <a:rPr lang="fr-FR" sz="1600" b="1" dirty="0">
                <a:solidFill>
                  <a:schemeClr val="tx1"/>
                </a:solidFill>
                <a:latin typeface="+mn-lt"/>
              </a:rPr>
              <a:t>Enrichissement de la thématique Ressource en eau </a:t>
            </a:r>
            <a:r>
              <a:rPr lang="fr-FR" sz="1600" b="0" dirty="0">
                <a:solidFill>
                  <a:schemeClr val="tx1"/>
                </a:solidFill>
                <a:latin typeface="+mn-lt"/>
              </a:rPr>
              <a:t>: c'est la thématique la plus impactée — trois attributs et trois énumérations entièrement nouveaux, orientés vers l'exploitation opérationnelle des points d'eau par les moyens de secours (motopompes, VTU).</a:t>
            </a:r>
          </a:p>
          <a:p>
            <a:pPr marL="985094" lvl="2" indent="-95671"/>
            <a:r>
              <a:rPr lang="fr-FR" sz="1600" b="1" dirty="0">
                <a:solidFill>
                  <a:schemeClr val="tx1"/>
                </a:solidFill>
                <a:latin typeface="+mn-lt"/>
              </a:rPr>
              <a:t>Harmonisation des métadonnées de traçabilité </a:t>
            </a:r>
            <a:r>
              <a:rPr lang="fr-FR" sz="1600" b="0" dirty="0">
                <a:solidFill>
                  <a:schemeClr val="tx1"/>
                </a:solidFill>
                <a:latin typeface="+mn-lt"/>
              </a:rPr>
              <a:t>: les attributs Date de création / Date de modification sont redéfinis à l'identique sur plusieurs classes d'objets</a:t>
            </a:r>
          </a:p>
          <a:p>
            <a:pPr marL="985094" lvl="2" indent="-95671"/>
            <a:r>
              <a:rPr lang="fr-FR" sz="1600" b="0" dirty="0">
                <a:solidFill>
                  <a:schemeClr val="tx1"/>
                </a:solidFill>
                <a:latin typeface="+mn-lt"/>
              </a:rPr>
              <a:t>Renforcement du lien de dépendance à la BD TOPO : la notion de "</a:t>
            </a:r>
            <a:r>
              <a:rPr lang="fr-FR" sz="1600" b="1" dirty="0">
                <a:solidFill>
                  <a:schemeClr val="tx1"/>
                </a:solidFill>
                <a:latin typeface="+mn-lt"/>
              </a:rPr>
              <a:t>source de vérité</a:t>
            </a:r>
            <a:r>
              <a:rPr lang="fr-FR" sz="1600" b="0" dirty="0">
                <a:solidFill>
                  <a:schemeClr val="tx1"/>
                </a:solidFill>
                <a:latin typeface="+mn-lt"/>
              </a:rPr>
              <a:t>" apparaît de façon répétée sur plusieurs thématiques</a:t>
            </a:r>
          </a:p>
          <a:p>
            <a:pPr marL="985094" lvl="2" indent="-95671"/>
            <a:r>
              <a:rPr lang="fr-FR" sz="1600" b="0" dirty="0">
                <a:solidFill>
                  <a:schemeClr val="tx1"/>
                </a:solidFill>
                <a:latin typeface="+mn-lt"/>
              </a:rPr>
              <a:t>Ajustements de cardinalité et de règles métier conditionnelles : </a:t>
            </a:r>
            <a:r>
              <a:rPr lang="fr-FR" sz="1600" b="1" dirty="0">
                <a:solidFill>
                  <a:schemeClr val="tx1"/>
                </a:solidFill>
                <a:latin typeface="+mn-lt"/>
              </a:rPr>
              <a:t>ajustements de contraintes/recommandations de saisie </a:t>
            </a:r>
          </a:p>
          <a:p>
            <a:pPr marL="985094" lvl="2" indent="-95671"/>
            <a:r>
              <a:rPr lang="fr-FR" sz="1600" b="1" dirty="0">
                <a:solidFill>
                  <a:schemeClr val="tx1"/>
                </a:solidFill>
                <a:latin typeface="+mn-lt"/>
              </a:rPr>
              <a:t>Extension du vocabulaire contrôlé </a:t>
            </a:r>
            <a:r>
              <a:rPr lang="fr-FR" sz="1600" b="0" dirty="0">
                <a:solidFill>
                  <a:schemeClr val="tx1"/>
                </a:solidFill>
                <a:latin typeface="+mn-lt"/>
              </a:rPr>
              <a:t>(nouvelles valeurs d'énumération sur catégories de route et types de points d'eau)</a:t>
            </a:r>
          </a:p>
          <a:p>
            <a:endParaRPr lang="fr-FR" sz="1870" dirty="0">
              <a:latin typeface="+mn-lt"/>
            </a:endParaRPr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573BE2D5-0BF8-45D2-A792-A93B5FFBE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3323" y="268234"/>
            <a:ext cx="768085" cy="845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11453FE2-695D-41A5-841B-098989FB31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1539" y="209638"/>
            <a:ext cx="1166984" cy="1166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7500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B6D1B-815D-43BA-C848-D05F82862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B533BC-4ECA-E689-CF93-60FC36CC8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6781" y="237947"/>
            <a:ext cx="9479065" cy="812501"/>
          </a:xfrm>
        </p:spPr>
        <p:txBody>
          <a:bodyPr/>
          <a:lstStyle/>
          <a:p>
            <a:pPr algn="ctr"/>
            <a:r>
              <a:rPr lang="fr-FR" dirty="0"/>
              <a:t>Plus précisément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3857144-8A53-78A4-DC7E-81768559D20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68249" y="1078757"/>
            <a:ext cx="11662887" cy="4740619"/>
          </a:xfrm>
        </p:spPr>
        <p:txBody>
          <a:bodyPr/>
          <a:lstStyle/>
          <a:p>
            <a:pPr marL="582501" lvl="1" indent="-342900"/>
            <a:r>
              <a:rPr lang="fr-FR" sz="1870" dirty="0">
                <a:solidFill>
                  <a:schemeClr val="tx1"/>
                </a:solidFill>
                <a:latin typeface="+mn-lt"/>
              </a:rPr>
              <a:t>Présentation du document</a:t>
            </a:r>
          </a:p>
          <a:p>
            <a:pPr marL="985094" lvl="2" indent="-95671"/>
            <a:r>
              <a:rPr lang="fr-FR" sz="1870" b="0" dirty="0">
                <a:solidFill>
                  <a:schemeClr val="tx1"/>
                </a:solidFill>
                <a:latin typeface="+mn-lt"/>
              </a:rPr>
              <a:t>Référence à un guide externe (Guide des équipements DFCI aire méditerranéenne, v. 10/04/2018) + clause de préséance du standard national en cas de non-conformité</a:t>
            </a:r>
          </a:p>
          <a:p>
            <a:pPr marL="985094" lvl="2" indent="-95671"/>
            <a:r>
              <a:rPr lang="fr-FR" sz="1870" b="0" dirty="0">
                <a:solidFill>
                  <a:schemeClr val="tx1"/>
                </a:solidFill>
                <a:latin typeface="+mn-lt"/>
              </a:rPr>
              <a:t>Table des abréviations : 4 nouvelles entrées — ONF (Office national des forêts), PDPFCI (Plan départemental de protection des forêts contre les incendies), PRSF (Point de rencontre des secours en forêt), PTRA (Poids total roulant autorisé)</a:t>
            </a:r>
          </a:p>
          <a:p>
            <a:endParaRPr lang="fr-FR" sz="1870" dirty="0">
              <a:latin typeface="+mn-lt"/>
            </a:endParaRPr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43ED50F5-0B19-E2FC-D1EF-ABA57076D2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3323" y="268234"/>
            <a:ext cx="768085" cy="845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654051D3-8680-175D-5B96-2944066589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6770" y="115866"/>
            <a:ext cx="1150367" cy="1150367"/>
          </a:xfrm>
          <a:prstGeom prst="rect">
            <a:avLst/>
          </a:prstGeom>
        </p:spPr>
      </p:pic>
      <p:sp>
        <p:nvSpPr>
          <p:cNvPr id="8" name="Espace réservé de la date 2">
            <a:extLst>
              <a:ext uri="{FF2B5EF4-FFF2-40B4-BE49-F238E27FC236}">
                <a16:creationId xmlns:a16="http://schemas.microsoft.com/office/drawing/2014/main" id="{12B6CCF1-18D9-3ABC-45D8-F12E1E1894A3}"/>
              </a:ext>
            </a:extLst>
          </p:cNvPr>
          <p:cNvSpPr txBox="1">
            <a:spLocks/>
          </p:cNvSpPr>
          <p:nvPr/>
        </p:nvSpPr>
        <p:spPr>
          <a:xfrm>
            <a:off x="10152000" y="6378000"/>
            <a:ext cx="1560000" cy="480000"/>
          </a:xfrm>
          <a:prstGeom prst="rect">
            <a:avLst/>
          </a:prstGeom>
        </p:spPr>
        <p:txBody>
          <a:bodyPr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1000" b="1" cap="all" dirty="0"/>
              <a:t>17/09/2026</a:t>
            </a:r>
          </a:p>
        </p:txBody>
      </p:sp>
      <p:sp>
        <p:nvSpPr>
          <p:cNvPr id="10" name="Espace réservé du numéro de diapositive 16">
            <a:extLst>
              <a:ext uri="{FF2B5EF4-FFF2-40B4-BE49-F238E27FC236}">
                <a16:creationId xmlns:a16="http://schemas.microsoft.com/office/drawing/2014/main" id="{316EDA0C-2C78-165C-3CEA-AF65722DB642}"/>
              </a:ext>
            </a:extLst>
          </p:cNvPr>
          <p:cNvSpPr txBox="1">
            <a:spLocks/>
          </p:cNvSpPr>
          <p:nvPr/>
        </p:nvSpPr>
        <p:spPr>
          <a:xfrm>
            <a:off x="8352000" y="6378000"/>
            <a:ext cx="1800000" cy="480000"/>
          </a:xfrm>
          <a:prstGeom prst="rect">
            <a:avLst/>
          </a:prstGeom>
        </p:spPr>
        <p:txBody>
          <a:bodyPr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33122C9-A0B9-462F-8757-0847AD287B63}" type="slidenum">
              <a:rPr lang="fr-FR" sz="1000" b="1" smtClean="0"/>
              <a:pPr algn="r"/>
              <a:t>14</a:t>
            </a:fld>
            <a:endParaRPr lang="fr-FR" sz="1000" b="1" dirty="0"/>
          </a:p>
        </p:txBody>
      </p:sp>
    </p:spTree>
    <p:extLst>
      <p:ext uri="{BB962C8B-B14F-4D97-AF65-F5344CB8AC3E}">
        <p14:creationId xmlns:p14="http://schemas.microsoft.com/office/powerpoint/2010/main" val="30603465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265FA-D6DC-0319-A58B-001746C93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FBBE36-6FF1-13A0-ACD7-0752ABDDC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6781" y="237947"/>
            <a:ext cx="9479065" cy="812501"/>
          </a:xfrm>
        </p:spPr>
        <p:txBody>
          <a:bodyPr/>
          <a:lstStyle/>
          <a:p>
            <a:pPr algn="ctr"/>
            <a:r>
              <a:rPr lang="fr-FR" dirty="0"/>
              <a:t>Plus précisément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E39E20D-51B6-CC02-4D3E-807C2D56BCD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68249" y="1078757"/>
            <a:ext cx="11662887" cy="4740619"/>
          </a:xfrm>
        </p:spPr>
        <p:txBody>
          <a:bodyPr/>
          <a:lstStyle/>
          <a:p>
            <a:pPr marL="582501" lvl="1" indent="-342900"/>
            <a:r>
              <a:rPr lang="fr-FR" sz="1800" dirty="0">
                <a:solidFill>
                  <a:schemeClr val="tx1"/>
                </a:solidFill>
                <a:latin typeface="+mn-lt"/>
              </a:rPr>
              <a:t>Thématique Tronçon de route</a:t>
            </a:r>
          </a:p>
          <a:p>
            <a:pPr marL="985094" lvl="2" indent="-95671"/>
            <a:r>
              <a:rPr lang="fr-FR" b="0" dirty="0">
                <a:solidFill>
                  <a:schemeClr val="tx1"/>
                </a:solidFill>
                <a:latin typeface="+mn-lt"/>
              </a:rPr>
              <a:t>2 nouveaux attributs optionnels type Texte : Numéro DFCI de la route (ex. "R10"), Toponyme DFCI de la route (ex. "Voie DFCI de la Forêt de Paimpol")</a:t>
            </a:r>
          </a:p>
          <a:p>
            <a:pPr marL="985094" lvl="2" indent="-95671"/>
            <a:r>
              <a:rPr lang="fr-FR" b="0" dirty="0">
                <a:solidFill>
                  <a:schemeClr val="tx1"/>
                </a:solidFill>
                <a:latin typeface="+mn-lt"/>
              </a:rPr>
              <a:t>Changement attribut conditionnel Accessibilité aux véhicules pour la mobilisation du bois (si Réseau transport de bois = Desserte forestière)</a:t>
            </a:r>
          </a:p>
          <a:p>
            <a:pPr marL="985094" lvl="2" indent="-95671"/>
            <a:r>
              <a:rPr lang="fr-FR" b="0" dirty="0">
                <a:solidFill>
                  <a:schemeClr val="tx1"/>
                </a:solidFill>
                <a:latin typeface="+mn-lt"/>
              </a:rPr>
              <a:t>Changement attribut Bénéficiaire de la servitude DFCI (conditionnel, type Texte)</a:t>
            </a:r>
          </a:p>
          <a:p>
            <a:pPr marL="985094" lvl="2" indent="-95671"/>
            <a:r>
              <a:rPr lang="fr-FR" b="0" dirty="0">
                <a:solidFill>
                  <a:schemeClr val="tx1"/>
                </a:solidFill>
                <a:latin typeface="+mn-lt"/>
              </a:rPr>
              <a:t>Clarifications de règles métier : rattachement au champ BD TOPO "Privé" pour Gestionnaire ; "qualification à l'échelle du tronçon" pour Largeur de chaussée, PTRA max, Largeur maximale autorisée ; règle sur Accès véhicule léger si gestionnaire privé/servitude</a:t>
            </a:r>
          </a:p>
          <a:p>
            <a:pPr marL="985094" lvl="2" indent="-95671"/>
            <a:r>
              <a:rPr lang="fr-FR" b="0" dirty="0">
                <a:solidFill>
                  <a:schemeClr val="tx1"/>
                </a:solidFill>
                <a:latin typeface="+mn-lt"/>
              </a:rPr>
              <a:t>Attribut Date de création </a:t>
            </a:r>
          </a:p>
          <a:p>
            <a:pPr marL="985094" lvl="2" indent="-95671"/>
            <a:r>
              <a:rPr lang="fr-FR" b="0" dirty="0">
                <a:solidFill>
                  <a:schemeClr val="tx1"/>
                </a:solidFill>
                <a:latin typeface="+mn-lt"/>
              </a:rPr>
              <a:t>Passage de PTRA max ITBR 5 essieux en obligatoire</a:t>
            </a:r>
          </a:p>
          <a:p>
            <a:pPr marL="985094" lvl="2" indent="-95671"/>
            <a:r>
              <a:rPr lang="fr-FR" b="0" dirty="0">
                <a:solidFill>
                  <a:schemeClr val="tx1"/>
                </a:solidFill>
                <a:latin typeface="+mn-lt"/>
              </a:rPr>
              <a:t>Nouvelles valeurs d'énumération : catégories de route (1ère, 2ème, 3ème catégorie, Hors catégorie), Raccordement interdit</a:t>
            </a:r>
          </a:p>
          <a:p>
            <a:pPr marL="985094" lvl="2" indent="-95671"/>
            <a:r>
              <a:rPr lang="fr-FR" b="0" dirty="0">
                <a:solidFill>
                  <a:schemeClr val="tx1"/>
                </a:solidFill>
                <a:latin typeface="+mn-lt"/>
              </a:rPr>
              <a:t>Note transversale répétée : primauté de la BD TOPO comme source de vérité pour certains attributs/énumérations</a:t>
            </a:r>
          </a:p>
          <a:p>
            <a:pPr marL="985094" lvl="2" indent="-95671"/>
            <a:r>
              <a:rPr lang="fr-FR" b="0" dirty="0">
                <a:solidFill>
                  <a:schemeClr val="tx1"/>
                </a:solidFill>
                <a:latin typeface="+mn-lt"/>
              </a:rPr>
              <a:t>Ajustements lexicaux ("bétonné", "mobilisation du bois") et précision sur l'ordre des énumérations (croissant en contrainte)</a:t>
            </a:r>
            <a:endParaRPr lang="fr-FR" sz="1870" dirty="0">
              <a:latin typeface="+mn-lt"/>
            </a:endParaRPr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8F3F0A45-0036-F06B-8365-7704146C67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3323" y="268234"/>
            <a:ext cx="768085" cy="845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6F174FA7-B064-EEFA-0288-D3BEF8933A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6770" y="115866"/>
            <a:ext cx="1150367" cy="1150367"/>
          </a:xfrm>
          <a:prstGeom prst="rect">
            <a:avLst/>
          </a:prstGeom>
        </p:spPr>
      </p:pic>
      <p:sp>
        <p:nvSpPr>
          <p:cNvPr id="8" name="Espace réservé de la date 2">
            <a:extLst>
              <a:ext uri="{FF2B5EF4-FFF2-40B4-BE49-F238E27FC236}">
                <a16:creationId xmlns:a16="http://schemas.microsoft.com/office/drawing/2014/main" id="{41DCBD1D-C5D7-8518-7E68-B089D10EDA39}"/>
              </a:ext>
            </a:extLst>
          </p:cNvPr>
          <p:cNvSpPr txBox="1">
            <a:spLocks/>
          </p:cNvSpPr>
          <p:nvPr/>
        </p:nvSpPr>
        <p:spPr>
          <a:xfrm>
            <a:off x="10152000" y="6378000"/>
            <a:ext cx="1560000" cy="480000"/>
          </a:xfrm>
          <a:prstGeom prst="rect">
            <a:avLst/>
          </a:prstGeom>
        </p:spPr>
        <p:txBody>
          <a:bodyPr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1000" b="1" cap="all" dirty="0"/>
              <a:t>17/09/2026</a:t>
            </a:r>
          </a:p>
        </p:txBody>
      </p:sp>
      <p:sp>
        <p:nvSpPr>
          <p:cNvPr id="10" name="Espace réservé du numéro de diapositive 16">
            <a:extLst>
              <a:ext uri="{FF2B5EF4-FFF2-40B4-BE49-F238E27FC236}">
                <a16:creationId xmlns:a16="http://schemas.microsoft.com/office/drawing/2014/main" id="{D33B8065-6D6D-2C2A-682A-4F443117AE62}"/>
              </a:ext>
            </a:extLst>
          </p:cNvPr>
          <p:cNvSpPr txBox="1">
            <a:spLocks/>
          </p:cNvSpPr>
          <p:nvPr/>
        </p:nvSpPr>
        <p:spPr>
          <a:xfrm>
            <a:off x="8352000" y="6378000"/>
            <a:ext cx="1800000" cy="480000"/>
          </a:xfrm>
          <a:prstGeom prst="rect">
            <a:avLst/>
          </a:prstGeom>
        </p:spPr>
        <p:txBody>
          <a:bodyPr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33122C9-A0B9-462F-8757-0847AD287B63}" type="slidenum">
              <a:rPr lang="fr-FR" sz="1000" b="1" smtClean="0"/>
              <a:pPr algn="r"/>
              <a:t>15</a:t>
            </a:fld>
            <a:endParaRPr lang="fr-FR" sz="1000" b="1" dirty="0"/>
          </a:p>
        </p:txBody>
      </p:sp>
    </p:spTree>
    <p:extLst>
      <p:ext uri="{BB962C8B-B14F-4D97-AF65-F5344CB8AC3E}">
        <p14:creationId xmlns:p14="http://schemas.microsoft.com/office/powerpoint/2010/main" val="30606490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8C1D8-F411-B3FE-6598-140363E1F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628EA2-C7F3-363D-1C7C-F1AAA5B64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6781" y="237947"/>
            <a:ext cx="9479065" cy="812501"/>
          </a:xfrm>
        </p:spPr>
        <p:txBody>
          <a:bodyPr/>
          <a:lstStyle/>
          <a:p>
            <a:pPr algn="ctr"/>
            <a:r>
              <a:rPr lang="fr-FR" dirty="0"/>
              <a:t>Plus précisément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121CCE3-F1C3-DFFD-B966-2B479D5CCEC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68249" y="1078757"/>
            <a:ext cx="11662887" cy="4740619"/>
          </a:xfrm>
        </p:spPr>
        <p:txBody>
          <a:bodyPr/>
          <a:lstStyle/>
          <a:p>
            <a:pPr marL="335272" lvl="1" indent="-95671"/>
            <a:r>
              <a:rPr lang="fr-FR" sz="1870" dirty="0">
                <a:solidFill>
                  <a:schemeClr val="tx1"/>
                </a:solidFill>
                <a:latin typeface="+mn-lt"/>
              </a:rPr>
              <a:t>Thématiques Équipement et Points de contrainte</a:t>
            </a:r>
          </a:p>
          <a:p>
            <a:pPr marL="985094" lvl="2" indent="-95671"/>
            <a:r>
              <a:rPr lang="fr-FR" sz="1870" b="0" dirty="0">
                <a:solidFill>
                  <a:schemeClr val="tx1"/>
                </a:solidFill>
                <a:latin typeface="+mn-lt"/>
              </a:rPr>
              <a:t>Définitions clarifiées de Nature (équipement / point de contrainte)</a:t>
            </a:r>
          </a:p>
          <a:p>
            <a:pPr marL="985094" lvl="2" indent="-95671"/>
            <a:r>
              <a:rPr lang="fr-FR" sz="1870" b="0" dirty="0">
                <a:solidFill>
                  <a:schemeClr val="tx1"/>
                </a:solidFill>
                <a:latin typeface="+mn-lt"/>
              </a:rPr>
              <a:t>Clarification de Commentaire : renvoi vers l'attribut "Praticabilité" pour la temporalité d'accessibilité</a:t>
            </a:r>
          </a:p>
          <a:p>
            <a:pPr marL="985094" lvl="2" indent="-95671"/>
            <a:r>
              <a:rPr lang="fr-FR" sz="1870" b="0" dirty="0">
                <a:solidFill>
                  <a:schemeClr val="tx1"/>
                </a:solidFill>
                <a:latin typeface="+mn-lt"/>
              </a:rPr>
              <a:t>Date de création et Date de modification : mêmes ajouts de définition/type/exemple/note que pour Tronçon de route (harmonisation)</a:t>
            </a:r>
          </a:p>
          <a:p>
            <a:pPr marL="985094" lvl="2" indent="-95671"/>
            <a:r>
              <a:rPr lang="fr-FR" sz="1870" b="0" dirty="0">
                <a:solidFill>
                  <a:schemeClr val="tx1"/>
                </a:solidFill>
                <a:latin typeface="+mn-lt"/>
              </a:rPr>
              <a:t>Attribut Franchissement : définitions distinctes "Voie franchie" vs "Voie portée", règle de création de deux points de contrainte distincts pour un même objet physique</a:t>
            </a:r>
          </a:p>
          <a:p>
            <a:pPr marL="985094" lvl="2" indent="-95671"/>
            <a:r>
              <a:rPr lang="fr-FR" sz="1870" b="0" dirty="0">
                <a:solidFill>
                  <a:schemeClr val="tx1"/>
                </a:solidFill>
                <a:latin typeface="+mn-lt"/>
              </a:rPr>
              <a:t>Clarification de la valeur d'énumération Obstacle</a:t>
            </a:r>
          </a:p>
          <a:p>
            <a:pPr marL="985094" lvl="2" indent="-95671"/>
            <a:r>
              <a:rPr lang="fr-FR" sz="1870" b="0" dirty="0">
                <a:solidFill>
                  <a:schemeClr val="tx1"/>
                </a:solidFill>
                <a:latin typeface="+mn-lt"/>
              </a:rPr>
              <a:t>Même note transversale sur primauté BD TOPO</a:t>
            </a:r>
            <a:endParaRPr lang="fr-FR" sz="1870" dirty="0">
              <a:latin typeface="+mn-lt"/>
            </a:endParaRPr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681ED897-F5A6-0217-EF80-0BEA2BFD8E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3323" y="268234"/>
            <a:ext cx="768085" cy="845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3DDDC068-FA0A-0A5C-B7A6-4E398ACFE3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6770" y="115866"/>
            <a:ext cx="1150367" cy="1150367"/>
          </a:xfrm>
          <a:prstGeom prst="rect">
            <a:avLst/>
          </a:prstGeom>
        </p:spPr>
      </p:pic>
      <p:sp>
        <p:nvSpPr>
          <p:cNvPr id="5" name="Espace réservé de la date 2">
            <a:extLst>
              <a:ext uri="{FF2B5EF4-FFF2-40B4-BE49-F238E27FC236}">
                <a16:creationId xmlns:a16="http://schemas.microsoft.com/office/drawing/2014/main" id="{2DAE448C-4435-AA52-6137-4E10A1B277DF}"/>
              </a:ext>
            </a:extLst>
          </p:cNvPr>
          <p:cNvSpPr txBox="1">
            <a:spLocks/>
          </p:cNvSpPr>
          <p:nvPr/>
        </p:nvSpPr>
        <p:spPr>
          <a:xfrm>
            <a:off x="10152000" y="6378000"/>
            <a:ext cx="1560000" cy="480000"/>
          </a:xfrm>
          <a:prstGeom prst="rect">
            <a:avLst/>
          </a:prstGeom>
        </p:spPr>
        <p:txBody>
          <a:bodyPr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1000" b="1" cap="all"/>
              <a:t>17/09/2026</a:t>
            </a:r>
            <a:endParaRPr lang="fr-FR" sz="1000" b="1" cap="all" dirty="0"/>
          </a:p>
        </p:txBody>
      </p:sp>
      <p:sp>
        <p:nvSpPr>
          <p:cNvPr id="9" name="Espace réservé du numéro de diapositive 16">
            <a:extLst>
              <a:ext uri="{FF2B5EF4-FFF2-40B4-BE49-F238E27FC236}">
                <a16:creationId xmlns:a16="http://schemas.microsoft.com/office/drawing/2014/main" id="{D883910D-4463-C7C6-C233-7922805C75E5}"/>
              </a:ext>
            </a:extLst>
          </p:cNvPr>
          <p:cNvSpPr txBox="1">
            <a:spLocks/>
          </p:cNvSpPr>
          <p:nvPr/>
        </p:nvSpPr>
        <p:spPr>
          <a:xfrm>
            <a:off x="8352000" y="6378000"/>
            <a:ext cx="1800000" cy="480000"/>
          </a:xfrm>
          <a:prstGeom prst="rect">
            <a:avLst/>
          </a:prstGeom>
        </p:spPr>
        <p:txBody>
          <a:bodyPr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33122C9-A0B9-462F-8757-0847AD287B63}" type="slidenum">
              <a:rPr lang="fr-FR" sz="1000" b="1" smtClean="0"/>
              <a:pPr algn="r"/>
              <a:t>16</a:t>
            </a:fld>
            <a:endParaRPr lang="fr-FR" sz="1000" b="1" dirty="0"/>
          </a:p>
        </p:txBody>
      </p:sp>
    </p:spTree>
    <p:extLst>
      <p:ext uri="{BB962C8B-B14F-4D97-AF65-F5344CB8AC3E}">
        <p14:creationId xmlns:p14="http://schemas.microsoft.com/office/powerpoint/2010/main" val="5690161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8049C-943C-5151-6C8D-FA8ED5A9F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F0C468-5797-ED30-958A-FE12379D6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6781" y="237947"/>
            <a:ext cx="9479065" cy="812501"/>
          </a:xfrm>
        </p:spPr>
        <p:txBody>
          <a:bodyPr/>
          <a:lstStyle/>
          <a:p>
            <a:pPr algn="ctr"/>
            <a:r>
              <a:rPr lang="fr-FR" dirty="0"/>
              <a:t>Plus précisément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B6A7323-42D3-5C9B-902F-5E764FE92F0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68249" y="1078757"/>
            <a:ext cx="11662887" cy="4740619"/>
          </a:xfrm>
        </p:spPr>
        <p:txBody>
          <a:bodyPr/>
          <a:lstStyle/>
          <a:p>
            <a:pPr marL="335272" lvl="1" indent="-95671"/>
            <a:r>
              <a:rPr lang="fr-FR" sz="1870" dirty="0">
                <a:solidFill>
                  <a:schemeClr val="tx1"/>
                </a:solidFill>
                <a:latin typeface="+mn-lt"/>
              </a:rPr>
              <a:t>Thématique Ressource en eau (section la plus enrichie)</a:t>
            </a:r>
          </a:p>
          <a:p>
            <a:pPr marL="985094" lvl="2" indent="-95671"/>
            <a:r>
              <a:rPr lang="fr-FR" sz="1870" b="0" dirty="0">
                <a:solidFill>
                  <a:schemeClr val="tx1"/>
                </a:solidFill>
                <a:latin typeface="+mn-lt"/>
              </a:rPr>
              <a:t>3 nouveaux attributs optionnels complets : Accessibilité terrestre, Compatibilité VTU Alpha, Mode d'utilisation des forages DFCI (ce dernier conditionné à type de point d'eau = "Autre")</a:t>
            </a:r>
          </a:p>
          <a:p>
            <a:pPr marL="985094" lvl="2" indent="-95671"/>
            <a:r>
              <a:rPr lang="fr-FR" sz="1870" b="0" dirty="0">
                <a:solidFill>
                  <a:schemeClr val="tx1"/>
                </a:solidFill>
                <a:latin typeface="+mn-lt"/>
              </a:rPr>
              <a:t>3 nouvelles énumérations correspondantes : </a:t>
            </a:r>
          </a:p>
          <a:p>
            <a:pPr marL="815260" lvl="3" indent="-95671"/>
            <a:r>
              <a:rPr lang="fr-FR" sz="1870" b="0" dirty="0" err="1">
                <a:solidFill>
                  <a:schemeClr val="tx1"/>
                </a:solidFill>
                <a:latin typeface="+mn-lt"/>
              </a:rPr>
              <a:t>AccessibiliteTerrestreType</a:t>
            </a:r>
            <a:r>
              <a:rPr lang="fr-FR" sz="1870" b="0" dirty="0">
                <a:solidFill>
                  <a:schemeClr val="tx1"/>
                </a:solidFill>
                <a:latin typeface="+mn-lt"/>
              </a:rPr>
              <a:t> : MPF, MPR, MPRI, CCF, FPT, GP</a:t>
            </a:r>
          </a:p>
          <a:p>
            <a:pPr marL="815260" lvl="3" indent="-95671"/>
            <a:r>
              <a:rPr lang="fr-FR" sz="1870" b="0" dirty="0" err="1">
                <a:solidFill>
                  <a:schemeClr val="tx1"/>
                </a:solidFill>
                <a:latin typeface="+mn-lt"/>
              </a:rPr>
              <a:t>CompatibiliteVtuAlphaType</a:t>
            </a:r>
            <a:r>
              <a:rPr lang="fr-FR" sz="1870" b="0" dirty="0">
                <a:solidFill>
                  <a:schemeClr val="tx1"/>
                </a:solidFill>
                <a:latin typeface="+mn-lt"/>
              </a:rPr>
              <a:t> : Oui / Non</a:t>
            </a:r>
          </a:p>
          <a:p>
            <a:pPr marL="815260" lvl="3" indent="-95671"/>
            <a:r>
              <a:rPr lang="fr-FR" sz="1870" b="0" dirty="0" err="1">
                <a:solidFill>
                  <a:schemeClr val="tx1"/>
                </a:solidFill>
                <a:latin typeface="+mn-lt"/>
              </a:rPr>
              <a:t>ForageDfciType</a:t>
            </a:r>
            <a:r>
              <a:rPr lang="fr-FR" sz="1870" b="0" dirty="0">
                <a:solidFill>
                  <a:schemeClr val="tx1"/>
                </a:solidFill>
                <a:latin typeface="+mn-lt"/>
              </a:rPr>
              <a:t> : MPR, MPRI</a:t>
            </a:r>
          </a:p>
          <a:p>
            <a:pPr marL="985094" lvl="2" indent="-95671"/>
            <a:r>
              <a:rPr lang="fr-FR" sz="1870" b="0" dirty="0">
                <a:solidFill>
                  <a:schemeClr val="tx1"/>
                </a:solidFill>
                <a:latin typeface="+mn-lt"/>
              </a:rPr>
              <a:t>Nouvelles valeurs d'énumération sur le type de point d'eau : Bâche à eau (citerne souple), Plateforme pour piscine, Privé conventionné</a:t>
            </a:r>
          </a:p>
          <a:p>
            <a:pPr marL="985094" lvl="2" indent="-95671"/>
            <a:r>
              <a:rPr lang="fr-FR" sz="1870" b="0" dirty="0">
                <a:solidFill>
                  <a:schemeClr val="tx1"/>
                </a:solidFill>
                <a:latin typeface="+mn-lt"/>
              </a:rPr>
              <a:t>Clarifications : recommandation de nommage pour Numéro ou référence terrain ; règle du "9999" pour volume inépuisable et recommandation forte de saisie du Volume pour certains types de citernes</a:t>
            </a:r>
            <a:endParaRPr lang="fr-FR" sz="1870" dirty="0">
              <a:latin typeface="+mn-lt"/>
            </a:endParaRPr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8FCAD34D-1A54-84CD-827E-C8DB9288D3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3323" y="268234"/>
            <a:ext cx="768085" cy="845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9E7C2C37-CCA1-60CC-C7DF-5A00ED4B3F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6770" y="115866"/>
            <a:ext cx="1150367" cy="1150367"/>
          </a:xfrm>
          <a:prstGeom prst="rect">
            <a:avLst/>
          </a:prstGeom>
        </p:spPr>
      </p:pic>
      <p:sp>
        <p:nvSpPr>
          <p:cNvPr id="8" name="Espace réservé de la date 2">
            <a:extLst>
              <a:ext uri="{FF2B5EF4-FFF2-40B4-BE49-F238E27FC236}">
                <a16:creationId xmlns:a16="http://schemas.microsoft.com/office/drawing/2014/main" id="{0ACA1A4B-140B-0792-1636-5D5E903BB950}"/>
              </a:ext>
            </a:extLst>
          </p:cNvPr>
          <p:cNvSpPr txBox="1">
            <a:spLocks/>
          </p:cNvSpPr>
          <p:nvPr/>
        </p:nvSpPr>
        <p:spPr>
          <a:xfrm>
            <a:off x="10152000" y="6378000"/>
            <a:ext cx="1560000" cy="480000"/>
          </a:xfrm>
          <a:prstGeom prst="rect">
            <a:avLst/>
          </a:prstGeom>
        </p:spPr>
        <p:txBody>
          <a:bodyPr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1000" b="1" cap="all"/>
              <a:t>17/09/2026</a:t>
            </a:r>
            <a:endParaRPr lang="fr-FR" sz="1000" b="1" cap="all" dirty="0"/>
          </a:p>
        </p:txBody>
      </p:sp>
      <p:sp>
        <p:nvSpPr>
          <p:cNvPr id="10" name="Espace réservé du numéro de diapositive 16">
            <a:extLst>
              <a:ext uri="{FF2B5EF4-FFF2-40B4-BE49-F238E27FC236}">
                <a16:creationId xmlns:a16="http://schemas.microsoft.com/office/drawing/2014/main" id="{8502CCC6-FC82-DE99-5FEB-D9FAAC8874CA}"/>
              </a:ext>
            </a:extLst>
          </p:cNvPr>
          <p:cNvSpPr txBox="1">
            <a:spLocks/>
          </p:cNvSpPr>
          <p:nvPr/>
        </p:nvSpPr>
        <p:spPr>
          <a:xfrm>
            <a:off x="8352000" y="6378000"/>
            <a:ext cx="1800000" cy="480000"/>
          </a:xfrm>
          <a:prstGeom prst="rect">
            <a:avLst/>
          </a:prstGeom>
        </p:spPr>
        <p:txBody>
          <a:bodyPr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33122C9-A0B9-462F-8757-0847AD287B63}" type="slidenum">
              <a:rPr lang="fr-FR" sz="1000" b="1" smtClean="0"/>
              <a:pPr algn="r"/>
              <a:t>17</a:t>
            </a:fld>
            <a:endParaRPr lang="fr-FR" sz="1000" b="1" dirty="0"/>
          </a:p>
        </p:txBody>
      </p:sp>
    </p:spTree>
    <p:extLst>
      <p:ext uri="{BB962C8B-B14F-4D97-AF65-F5344CB8AC3E}">
        <p14:creationId xmlns:p14="http://schemas.microsoft.com/office/powerpoint/2010/main" val="5759929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924A5-44A5-F6EB-9556-523626C75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FD9937-2202-095B-50D3-2AAF7874E085}"/>
              </a:ext>
            </a:extLst>
          </p:cNvPr>
          <p:cNvSpPr/>
          <p:nvPr/>
        </p:nvSpPr>
        <p:spPr>
          <a:xfrm>
            <a:off x="2268415" y="764931"/>
            <a:ext cx="9231923" cy="63568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0E12B9D2-2665-4DD1-C354-3FA3EDBFD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335" y="2769990"/>
            <a:ext cx="11232000" cy="1318019"/>
          </a:xfrm>
        </p:spPr>
        <p:txBody>
          <a:bodyPr/>
          <a:lstStyle/>
          <a:p>
            <a:pPr marL="0" indent="0">
              <a:buNone/>
            </a:pPr>
            <a:r>
              <a:rPr lang="fr-FR" sz="4400" dirty="0">
                <a:solidFill>
                  <a:srgbClr val="000000"/>
                </a:solidFill>
              </a:rPr>
              <a:t>Discussions</a:t>
            </a:r>
            <a:endParaRPr lang="fr-FR" dirty="0">
              <a:latin typeface="+mn-lt"/>
            </a:endParaRPr>
          </a:p>
        </p:txBody>
      </p:sp>
      <p:pic>
        <p:nvPicPr>
          <p:cNvPr id="17" name="Picture 9">
            <a:extLst>
              <a:ext uri="{FF2B5EF4-FFF2-40B4-BE49-F238E27FC236}">
                <a16:creationId xmlns:a16="http://schemas.microsoft.com/office/drawing/2014/main" id="{83014378-8F26-8D00-6658-98FE2F60A4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815" y="77849"/>
            <a:ext cx="768085" cy="845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Espace réservé du pied de page 10">
            <a:extLst>
              <a:ext uri="{FF2B5EF4-FFF2-40B4-BE49-F238E27FC236}">
                <a16:creationId xmlns:a16="http://schemas.microsoft.com/office/drawing/2014/main" id="{D28D2541-1BAF-FA6D-FEAD-B8BBFC89859E}"/>
              </a:ext>
            </a:extLst>
          </p:cNvPr>
          <p:cNvSpPr txBox="1">
            <a:spLocks/>
          </p:cNvSpPr>
          <p:nvPr/>
        </p:nvSpPr>
        <p:spPr bwMode="gray">
          <a:xfrm>
            <a:off x="504335" y="6438000"/>
            <a:ext cx="5904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Institut national de l’information  géographique et forestière</a:t>
            </a:r>
            <a:endParaRPr lang="fr-FR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E188A24-FDDB-0AE2-62B6-F9EA7D923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 cap="all"/>
              <a:t>17/09/2026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04032DC-2D61-46CD-0973-0BCECAEF8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18</a:t>
            </a:fld>
            <a:endParaRPr lang="fr-FR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3C8623CE-511C-DF45-7C8B-A75BFE1A87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8397" y="2059806"/>
            <a:ext cx="1690376" cy="1690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5126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332E8-CEEF-68E1-77E9-BC69A2A39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06C775-156E-E145-0815-52782E7E4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3606" y="228894"/>
            <a:ext cx="9479065" cy="812501"/>
          </a:xfrm>
        </p:spPr>
        <p:txBody>
          <a:bodyPr/>
          <a:lstStyle/>
          <a:p>
            <a:pPr algn="ctr"/>
            <a:r>
              <a:rPr lang="fr-FR" dirty="0"/>
              <a:t>Données Ressources en eau </a:t>
            </a:r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71CD6F27-7573-8E7C-6C6D-E66CD26FF2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3323" y="268234"/>
            <a:ext cx="768085" cy="845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Espace réservé du pied de page 10">
            <a:extLst>
              <a:ext uri="{FF2B5EF4-FFF2-40B4-BE49-F238E27FC236}">
                <a16:creationId xmlns:a16="http://schemas.microsoft.com/office/drawing/2014/main" id="{C3B921E6-046A-B736-24EF-E3606BE64EF5}"/>
              </a:ext>
            </a:extLst>
          </p:cNvPr>
          <p:cNvSpPr txBox="1">
            <a:spLocks/>
          </p:cNvSpPr>
          <p:nvPr/>
        </p:nvSpPr>
        <p:spPr bwMode="gray">
          <a:xfrm>
            <a:off x="504335" y="6438000"/>
            <a:ext cx="5904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Institut national de l’information  géographique et forestière</a:t>
            </a:r>
            <a:endParaRPr lang="fr-FR" dirty="0"/>
          </a:p>
        </p:txBody>
      </p:sp>
      <p:sp>
        <p:nvSpPr>
          <p:cNvPr id="14" name="Espace réservé du numéro de diapositive 16">
            <a:extLst>
              <a:ext uri="{FF2B5EF4-FFF2-40B4-BE49-F238E27FC236}">
                <a16:creationId xmlns:a16="http://schemas.microsoft.com/office/drawing/2014/main" id="{93042491-A38E-68FE-815F-9F511DF6DA8B}"/>
              </a:ext>
            </a:extLst>
          </p:cNvPr>
          <p:cNvSpPr txBox="1">
            <a:spLocks/>
          </p:cNvSpPr>
          <p:nvPr/>
        </p:nvSpPr>
        <p:spPr>
          <a:xfrm>
            <a:off x="8352000" y="6378000"/>
            <a:ext cx="1800000" cy="480000"/>
          </a:xfrm>
          <a:prstGeom prst="rect">
            <a:avLst/>
          </a:prstGeom>
        </p:spPr>
        <p:txBody>
          <a:bodyPr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33122C9-A0B9-462F-8757-0847AD287B63}" type="slidenum">
              <a:rPr lang="fr-FR" sz="1000" b="1" smtClean="0"/>
              <a:pPr algn="r"/>
              <a:t>19</a:t>
            </a:fld>
            <a:endParaRPr lang="fr-FR" sz="1000" b="1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44C9F3C-B692-F8FF-509D-BBB6CA7903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948AC8B9-B2C2-04EF-2CE4-1053A2580AA3}"/>
              </a:ext>
            </a:extLst>
          </p:cNvPr>
          <p:cNvSpPr txBox="1"/>
          <p:nvPr/>
        </p:nvSpPr>
        <p:spPr>
          <a:xfrm>
            <a:off x="206801" y="1645107"/>
            <a:ext cx="10830964" cy="1797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70" u="sng" dirty="0"/>
              <a:t>Dans le standard</a:t>
            </a:r>
          </a:p>
          <a:p>
            <a:pPr marL="342900" indent="-342900">
              <a:buFontTx/>
              <a:buChar char="-"/>
            </a:pPr>
            <a:r>
              <a:rPr lang="fr-FR" sz="1870" dirty="0"/>
              <a:t>Récupéré travaux du standard AFIGEO (2015), lui m-même inspiré du </a:t>
            </a:r>
            <a:r>
              <a:rPr lang="fr-FR" dirty="0"/>
              <a:t>Référentiel national pour la DECI (2015)</a:t>
            </a:r>
          </a:p>
          <a:p>
            <a:pPr marL="342900" indent="-342900">
              <a:buFontTx/>
              <a:buChar char="-"/>
            </a:pPr>
            <a:r>
              <a:rPr lang="fr-FR" dirty="0"/>
              <a:t>Attribut Type de PEI global + Attribut Précision du type de PEI</a:t>
            </a:r>
          </a:p>
          <a:p>
            <a:pPr marL="342900" indent="-342900">
              <a:buFontTx/>
              <a:buChar char="-"/>
            </a:pPr>
            <a:endParaRPr lang="fr-FR" sz="1870" dirty="0"/>
          </a:p>
          <a:p>
            <a:endParaRPr lang="fr-FR" sz="1870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A35FEE59-31BA-07A2-BB15-0F881AC663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5092" y="760134"/>
            <a:ext cx="313997" cy="313997"/>
          </a:xfrm>
          <a:prstGeom prst="rect">
            <a:avLst/>
          </a:prstGeom>
          <a:ln>
            <a:noFill/>
          </a:ln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513BEC58-2C4F-0DCB-0D71-C40716F3441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1194" y="630414"/>
            <a:ext cx="780551" cy="780551"/>
          </a:xfrm>
          <a:prstGeom prst="rect">
            <a:avLst/>
          </a:prstGeom>
          <a:ln>
            <a:noFill/>
          </a:ln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8565E91A-59AF-00A1-2461-B61B88C83A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9272" y="534154"/>
            <a:ext cx="942501" cy="942501"/>
          </a:xfrm>
          <a:prstGeom prst="rect">
            <a:avLst/>
          </a:prstGeom>
        </p:spPr>
      </p:pic>
      <p:graphicFrame>
        <p:nvGraphicFramePr>
          <p:cNvPr id="18" name="Tableau 17">
            <a:extLst>
              <a:ext uri="{FF2B5EF4-FFF2-40B4-BE49-F238E27FC236}">
                <a16:creationId xmlns:a16="http://schemas.microsoft.com/office/drawing/2014/main" id="{64B87EE6-0C71-A90C-1FD3-8622D697EF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9951179"/>
              </p:ext>
            </p:extLst>
          </p:nvPr>
        </p:nvGraphicFramePr>
        <p:xfrm>
          <a:off x="1154235" y="2988954"/>
          <a:ext cx="2067560" cy="914400"/>
        </p:xfrm>
        <a:graphic>
          <a:graphicData uri="http://schemas.openxmlformats.org/drawingml/2006/table">
            <a:tbl>
              <a:tblPr firstRow="1" firstCol="1" bandRow="1"/>
              <a:tblGrid>
                <a:gridCol w="2067560">
                  <a:extLst>
                    <a:ext uri="{9D8B030D-6E8A-4147-A177-3AD203B41FA5}">
                      <a16:colId xmlns:a16="http://schemas.microsoft.com/office/drawing/2014/main" val="9894040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spcAft>
                          <a:spcPts val="1000"/>
                        </a:spcAft>
                        <a:buNone/>
                      </a:pPr>
                      <a:r>
                        <a:rPr lang="fr-FR" sz="1000" b="1" dirty="0">
                          <a:effectLst/>
                          <a:latin typeface="Marianne" panose="02000000000000000000" pitchFamily="50" charset="0"/>
                          <a:ea typeface="Marianne" panose="02000000000000000000" pitchFamily="50" charset="0"/>
                          <a:cs typeface="Marianne" panose="02000000000000000000" pitchFamily="50" charset="0"/>
                        </a:rPr>
                        <a:t>Libellé type PEI</a:t>
                      </a:r>
                      <a:endParaRPr lang="fr-FR" sz="1100" dirty="0">
                        <a:effectLst/>
                        <a:latin typeface="Marianne" panose="02000000000000000000" pitchFamily="50" charset="0"/>
                        <a:ea typeface="Marianne" panose="02000000000000000000" pitchFamily="50" charset="0"/>
                        <a:cs typeface="Marianne" panose="02000000000000000000" pitchFamily="50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3904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1000"/>
                        </a:spcAft>
                        <a:buNone/>
                      </a:pPr>
                      <a:r>
                        <a:rPr lang="fr-FR" sz="1000">
                          <a:effectLst/>
                          <a:latin typeface="Marianne" panose="02000000000000000000" pitchFamily="50" charset="0"/>
                          <a:ea typeface="Marianne" panose="02000000000000000000" pitchFamily="50" charset="0"/>
                          <a:cs typeface="Marianne" panose="02000000000000000000" pitchFamily="50" charset="0"/>
                        </a:rPr>
                        <a:t>Poteau d’incendie</a:t>
                      </a:r>
                      <a:r>
                        <a:rPr lang="fr-FR" sz="1000">
                          <a:effectLst/>
                          <a:latin typeface="Calibri" panose="020F0502020204030204" pitchFamily="34" charset="0"/>
                          <a:ea typeface="Marianne" panose="02000000000000000000" pitchFamily="50" charset="0"/>
                          <a:cs typeface="Marianne" panose="02000000000000000000" pitchFamily="50" charset="0"/>
                        </a:rPr>
                        <a:t> </a:t>
                      </a:r>
                      <a:endParaRPr lang="fr-FR" sz="1100">
                        <a:effectLst/>
                        <a:latin typeface="Marianne" panose="02000000000000000000" pitchFamily="50" charset="0"/>
                        <a:ea typeface="Marianne" panose="02000000000000000000" pitchFamily="50" charset="0"/>
                        <a:cs typeface="Marianne" panose="02000000000000000000" pitchFamily="50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2795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1000"/>
                        </a:spcAft>
                        <a:buNone/>
                      </a:pPr>
                      <a:r>
                        <a:rPr lang="fr-FR" sz="1000">
                          <a:effectLst/>
                          <a:latin typeface="Marianne" panose="02000000000000000000" pitchFamily="50" charset="0"/>
                          <a:ea typeface="Marianne" panose="02000000000000000000" pitchFamily="50" charset="0"/>
                          <a:cs typeface="Marianne" panose="02000000000000000000" pitchFamily="50" charset="0"/>
                        </a:rPr>
                        <a:t>Bouche d’incendie</a:t>
                      </a:r>
                      <a:r>
                        <a:rPr lang="fr-FR" sz="1000">
                          <a:effectLst/>
                          <a:latin typeface="Calibri" panose="020F0502020204030204" pitchFamily="34" charset="0"/>
                          <a:ea typeface="Marianne" panose="02000000000000000000" pitchFamily="50" charset="0"/>
                          <a:cs typeface="Marianne" panose="02000000000000000000" pitchFamily="50" charset="0"/>
                        </a:rPr>
                        <a:t> </a:t>
                      </a:r>
                      <a:endParaRPr lang="fr-FR" sz="1100">
                        <a:effectLst/>
                        <a:latin typeface="Marianne" panose="02000000000000000000" pitchFamily="50" charset="0"/>
                        <a:ea typeface="Marianne" panose="02000000000000000000" pitchFamily="50" charset="0"/>
                        <a:cs typeface="Marianne" panose="02000000000000000000" pitchFamily="50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9098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1000"/>
                        </a:spcAft>
                        <a:buNone/>
                      </a:pPr>
                      <a:r>
                        <a:rPr lang="fr-FR" sz="1000">
                          <a:effectLst/>
                          <a:latin typeface="Marianne" panose="02000000000000000000" pitchFamily="50" charset="0"/>
                          <a:ea typeface="Marianne" panose="02000000000000000000" pitchFamily="50" charset="0"/>
                          <a:cs typeface="Marianne" panose="02000000000000000000" pitchFamily="50" charset="0"/>
                        </a:rPr>
                        <a:t>Point d’aspiration aménagé</a:t>
                      </a:r>
                      <a:r>
                        <a:rPr lang="fr-FR" sz="1000">
                          <a:effectLst/>
                          <a:latin typeface="Calibri" panose="020F0502020204030204" pitchFamily="34" charset="0"/>
                          <a:ea typeface="Marianne" panose="02000000000000000000" pitchFamily="50" charset="0"/>
                          <a:cs typeface="Marianne" panose="02000000000000000000" pitchFamily="50" charset="0"/>
                        </a:rPr>
                        <a:t> </a:t>
                      </a:r>
                      <a:endParaRPr lang="fr-FR" sz="1100">
                        <a:effectLst/>
                        <a:latin typeface="Marianne" panose="02000000000000000000" pitchFamily="50" charset="0"/>
                        <a:ea typeface="Marianne" panose="02000000000000000000" pitchFamily="50" charset="0"/>
                        <a:cs typeface="Marianne" panose="02000000000000000000" pitchFamily="50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05093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1000"/>
                        </a:spcAft>
                        <a:buNone/>
                      </a:pPr>
                      <a:r>
                        <a:rPr lang="fr-FR" sz="1000">
                          <a:effectLst/>
                          <a:latin typeface="Marianne" panose="02000000000000000000" pitchFamily="50" charset="0"/>
                          <a:ea typeface="Marianne" panose="02000000000000000000" pitchFamily="50" charset="0"/>
                          <a:cs typeface="Marianne" panose="02000000000000000000" pitchFamily="50" charset="0"/>
                        </a:rPr>
                        <a:t>Citerne aérienne ou enterrée</a:t>
                      </a:r>
                      <a:r>
                        <a:rPr lang="fr-FR" sz="1000">
                          <a:effectLst/>
                          <a:latin typeface="Calibri" panose="020F0502020204030204" pitchFamily="34" charset="0"/>
                          <a:ea typeface="Marianne" panose="02000000000000000000" pitchFamily="50" charset="0"/>
                          <a:cs typeface="Marianne" panose="02000000000000000000" pitchFamily="50" charset="0"/>
                        </a:rPr>
                        <a:t> </a:t>
                      </a:r>
                      <a:endParaRPr lang="fr-FR" sz="1100">
                        <a:effectLst/>
                        <a:latin typeface="Marianne" panose="02000000000000000000" pitchFamily="50" charset="0"/>
                        <a:ea typeface="Marianne" panose="02000000000000000000" pitchFamily="50" charset="0"/>
                        <a:cs typeface="Marianne" panose="02000000000000000000" pitchFamily="50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7881961"/>
                  </a:ext>
                </a:extLst>
              </a:tr>
              <a:tr h="44450">
                <a:tc>
                  <a:txBody>
                    <a:bodyPr/>
                    <a:lstStyle/>
                    <a:p>
                      <a:pPr>
                        <a:spcAft>
                          <a:spcPts val="1000"/>
                        </a:spcAft>
                        <a:buNone/>
                      </a:pPr>
                      <a:r>
                        <a:rPr lang="fr-FR" sz="1000" dirty="0">
                          <a:effectLst/>
                          <a:latin typeface="Marianne" panose="02000000000000000000" pitchFamily="50" charset="0"/>
                          <a:ea typeface="Marianne" panose="02000000000000000000" pitchFamily="50" charset="0"/>
                          <a:cs typeface="Marianne" panose="02000000000000000000" pitchFamily="50" charset="0"/>
                        </a:rPr>
                        <a:t>Autre</a:t>
                      </a:r>
                      <a:endParaRPr lang="fr-FR" sz="1100" dirty="0">
                        <a:effectLst/>
                        <a:latin typeface="Marianne" panose="02000000000000000000" pitchFamily="50" charset="0"/>
                        <a:ea typeface="Marianne" panose="02000000000000000000" pitchFamily="50" charset="0"/>
                        <a:cs typeface="Marianne" panose="02000000000000000000" pitchFamily="50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8679360"/>
                  </a:ext>
                </a:extLst>
              </a:tr>
            </a:tbl>
          </a:graphicData>
        </a:graphic>
      </p:graphicFrame>
      <p:graphicFrame>
        <p:nvGraphicFramePr>
          <p:cNvPr id="25" name="Tableau 24">
            <a:extLst>
              <a:ext uri="{FF2B5EF4-FFF2-40B4-BE49-F238E27FC236}">
                <a16:creationId xmlns:a16="http://schemas.microsoft.com/office/drawing/2014/main" id="{078A4020-8800-6A62-F980-0481BFD1E4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4050682"/>
              </p:ext>
            </p:extLst>
          </p:nvPr>
        </p:nvGraphicFramePr>
        <p:xfrm>
          <a:off x="4474579" y="3013467"/>
          <a:ext cx="2247265" cy="2590800"/>
        </p:xfrm>
        <a:graphic>
          <a:graphicData uri="http://schemas.openxmlformats.org/drawingml/2006/table">
            <a:tbl>
              <a:tblPr firstRow="1" firstCol="1" bandRow="1"/>
              <a:tblGrid>
                <a:gridCol w="2247265">
                  <a:extLst>
                    <a:ext uri="{9D8B030D-6E8A-4147-A177-3AD203B41FA5}">
                      <a16:colId xmlns:a16="http://schemas.microsoft.com/office/drawing/2014/main" val="28769068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spcAft>
                          <a:spcPts val="1000"/>
                        </a:spcAft>
                        <a:buNone/>
                      </a:pPr>
                      <a:r>
                        <a:rPr lang="fr-FR" sz="1000" b="1" dirty="0">
                          <a:effectLst/>
                          <a:latin typeface="Marianne" panose="02000000000000000000" pitchFamily="50" charset="0"/>
                          <a:ea typeface="Marianne" panose="02000000000000000000" pitchFamily="50" charset="0"/>
                          <a:cs typeface="Marianne" panose="02000000000000000000" pitchFamily="50" charset="0"/>
                        </a:rPr>
                        <a:t>Libellé type précis PEI</a:t>
                      </a:r>
                      <a:endParaRPr lang="fr-FR" sz="1100" dirty="0">
                        <a:effectLst/>
                        <a:latin typeface="Marianne" panose="02000000000000000000" pitchFamily="50" charset="0"/>
                        <a:ea typeface="Marianne" panose="02000000000000000000" pitchFamily="50" charset="0"/>
                        <a:cs typeface="Marianne" panose="02000000000000000000" pitchFamily="50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55869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1000"/>
                        </a:spcAft>
                        <a:buNone/>
                      </a:pPr>
                      <a:r>
                        <a:rPr lang="fr-FR" sz="1000" dirty="0">
                          <a:effectLst/>
                          <a:latin typeface="Marianne" panose="02000000000000000000" pitchFamily="50" charset="0"/>
                          <a:ea typeface="Marianne" panose="02000000000000000000" pitchFamily="50" charset="0"/>
                          <a:cs typeface="Marianne" panose="02000000000000000000" pitchFamily="50" charset="0"/>
                        </a:rPr>
                        <a:t>Point d’eau naturel ou artificiel</a:t>
                      </a:r>
                      <a:r>
                        <a:rPr lang="fr-FR" sz="1000" dirty="0">
                          <a:effectLst/>
                          <a:latin typeface="Calibri" panose="020F0502020204030204" pitchFamily="34" charset="0"/>
                          <a:ea typeface="Marianne" panose="02000000000000000000" pitchFamily="50" charset="0"/>
                          <a:cs typeface="Marianne" panose="02000000000000000000" pitchFamily="50" charset="0"/>
                        </a:rPr>
                        <a:t> </a:t>
                      </a:r>
                      <a:endParaRPr lang="fr-FR" sz="1100" dirty="0">
                        <a:effectLst/>
                        <a:latin typeface="Marianne" panose="02000000000000000000" pitchFamily="50" charset="0"/>
                        <a:ea typeface="Marianne" panose="02000000000000000000" pitchFamily="50" charset="0"/>
                        <a:cs typeface="Marianne" panose="02000000000000000000" pitchFamily="50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46603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1000"/>
                        </a:spcAft>
                        <a:buNone/>
                      </a:pPr>
                      <a:r>
                        <a:rPr lang="fr-FR" sz="1000">
                          <a:effectLst/>
                          <a:latin typeface="Marianne" panose="02000000000000000000" pitchFamily="50" charset="0"/>
                          <a:ea typeface="Marianne" panose="02000000000000000000" pitchFamily="50" charset="0"/>
                          <a:cs typeface="Marianne" panose="02000000000000000000" pitchFamily="50" charset="0"/>
                        </a:rPr>
                        <a:t>Point de puisage</a:t>
                      </a:r>
                      <a:endParaRPr lang="fr-FR" sz="1100">
                        <a:effectLst/>
                        <a:latin typeface="Marianne" panose="02000000000000000000" pitchFamily="50" charset="0"/>
                        <a:ea typeface="Marianne" panose="02000000000000000000" pitchFamily="50" charset="0"/>
                        <a:cs typeface="Marianne" panose="02000000000000000000" pitchFamily="50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00048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1000"/>
                        </a:spcAft>
                        <a:buNone/>
                      </a:pPr>
                      <a:r>
                        <a:rPr lang="fr-FR" sz="1000">
                          <a:effectLst/>
                          <a:latin typeface="Marianne" panose="02000000000000000000" pitchFamily="50" charset="0"/>
                          <a:ea typeface="Marianne" panose="02000000000000000000" pitchFamily="50" charset="0"/>
                          <a:cs typeface="Marianne" panose="02000000000000000000" pitchFamily="50" charset="0"/>
                        </a:rPr>
                        <a:t>Réseau d’irrigation agricole</a:t>
                      </a:r>
                      <a:endParaRPr lang="fr-FR" sz="1100">
                        <a:effectLst/>
                        <a:latin typeface="Marianne" panose="02000000000000000000" pitchFamily="50" charset="0"/>
                        <a:ea typeface="Marianne" panose="02000000000000000000" pitchFamily="50" charset="0"/>
                        <a:cs typeface="Marianne" panose="02000000000000000000" pitchFamily="50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30237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1000"/>
                        </a:spcAft>
                        <a:buNone/>
                      </a:pPr>
                      <a:r>
                        <a:rPr lang="fr-FR" sz="1000">
                          <a:effectLst/>
                          <a:latin typeface="Marianne" panose="02000000000000000000" pitchFamily="50" charset="0"/>
                          <a:ea typeface="Marianne" panose="02000000000000000000" pitchFamily="50" charset="0"/>
                          <a:cs typeface="Marianne" panose="02000000000000000000" pitchFamily="50" charset="0"/>
                        </a:rPr>
                        <a:t>Autre réseau d’eau sous pression</a:t>
                      </a:r>
                      <a:r>
                        <a:rPr lang="fr-FR" sz="1000">
                          <a:effectLst/>
                          <a:latin typeface="Calibri" panose="020F0502020204030204" pitchFamily="34" charset="0"/>
                          <a:ea typeface="Marianne" panose="02000000000000000000" pitchFamily="50" charset="0"/>
                          <a:cs typeface="Marianne" panose="02000000000000000000" pitchFamily="50" charset="0"/>
                        </a:rPr>
                        <a:t> </a:t>
                      </a:r>
                      <a:endParaRPr lang="fr-FR" sz="1100">
                        <a:effectLst/>
                        <a:latin typeface="Marianne" panose="02000000000000000000" pitchFamily="50" charset="0"/>
                        <a:ea typeface="Marianne" panose="02000000000000000000" pitchFamily="50" charset="0"/>
                        <a:cs typeface="Marianne" panose="02000000000000000000" pitchFamily="50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1138986"/>
                  </a:ext>
                </a:extLst>
              </a:tr>
              <a:tr h="44450">
                <a:tc>
                  <a:txBody>
                    <a:bodyPr/>
                    <a:lstStyle/>
                    <a:p>
                      <a:pPr>
                        <a:spcAft>
                          <a:spcPts val="1000"/>
                        </a:spcAft>
                        <a:buNone/>
                      </a:pPr>
                      <a:r>
                        <a:rPr lang="fr-FR" sz="1000">
                          <a:effectLst/>
                          <a:latin typeface="Marianne" panose="02000000000000000000" pitchFamily="50" charset="0"/>
                          <a:ea typeface="Marianne" panose="02000000000000000000" pitchFamily="50" charset="0"/>
                          <a:cs typeface="Marianne" panose="02000000000000000000" pitchFamily="50" charset="0"/>
                        </a:rPr>
                        <a:t>Citerne ou réserve enterrée</a:t>
                      </a:r>
                      <a:r>
                        <a:rPr lang="fr-FR" sz="1000">
                          <a:effectLst/>
                          <a:latin typeface="Calibri" panose="020F0502020204030204" pitchFamily="34" charset="0"/>
                          <a:ea typeface="Marianne" panose="02000000000000000000" pitchFamily="50" charset="0"/>
                          <a:cs typeface="Marianne" panose="02000000000000000000" pitchFamily="50" charset="0"/>
                        </a:rPr>
                        <a:t> </a:t>
                      </a:r>
                      <a:endParaRPr lang="fr-FR" sz="1100">
                        <a:effectLst/>
                        <a:latin typeface="Marianne" panose="02000000000000000000" pitchFamily="50" charset="0"/>
                        <a:ea typeface="Marianne" panose="02000000000000000000" pitchFamily="50" charset="0"/>
                        <a:cs typeface="Marianne" panose="02000000000000000000" pitchFamily="50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8535902"/>
                  </a:ext>
                </a:extLst>
              </a:tr>
              <a:tr h="44450">
                <a:tc>
                  <a:txBody>
                    <a:bodyPr/>
                    <a:lstStyle/>
                    <a:p>
                      <a:pPr>
                        <a:spcAft>
                          <a:spcPts val="1000"/>
                        </a:spcAft>
                        <a:buNone/>
                      </a:pPr>
                      <a:r>
                        <a:rPr lang="fr-FR" sz="1000">
                          <a:effectLst/>
                          <a:latin typeface="Marianne" panose="02000000000000000000" pitchFamily="50" charset="0"/>
                          <a:ea typeface="Marianne" panose="02000000000000000000" pitchFamily="50" charset="0"/>
                          <a:cs typeface="Marianne" panose="02000000000000000000" pitchFamily="50" charset="0"/>
                        </a:rPr>
                        <a:t>Citerne ou réserve aérienne</a:t>
                      </a:r>
                      <a:r>
                        <a:rPr lang="fr-FR" sz="1000">
                          <a:effectLst/>
                          <a:latin typeface="Calibri" panose="020F0502020204030204" pitchFamily="34" charset="0"/>
                          <a:ea typeface="Marianne" panose="02000000000000000000" pitchFamily="50" charset="0"/>
                          <a:cs typeface="Marianne" panose="02000000000000000000" pitchFamily="50" charset="0"/>
                        </a:rPr>
                        <a:t> </a:t>
                      </a:r>
                      <a:endParaRPr lang="fr-FR" sz="1100">
                        <a:effectLst/>
                        <a:latin typeface="Marianne" panose="02000000000000000000" pitchFamily="50" charset="0"/>
                        <a:ea typeface="Marianne" panose="02000000000000000000" pitchFamily="50" charset="0"/>
                        <a:cs typeface="Marianne" panose="02000000000000000000" pitchFamily="50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8693765"/>
                  </a:ext>
                </a:extLst>
              </a:tr>
              <a:tr h="44450">
                <a:tc>
                  <a:txBody>
                    <a:bodyPr/>
                    <a:lstStyle/>
                    <a:p>
                      <a:pPr>
                        <a:spcAft>
                          <a:spcPts val="1000"/>
                        </a:spcAft>
                        <a:buNone/>
                      </a:pPr>
                      <a:r>
                        <a:rPr lang="fr-FR" sz="1000">
                          <a:effectLst/>
                          <a:latin typeface="Marianne" panose="02000000000000000000" pitchFamily="50" charset="0"/>
                          <a:ea typeface="Marianne" panose="02000000000000000000" pitchFamily="50" charset="0"/>
                          <a:cs typeface="Marianne" panose="02000000000000000000" pitchFamily="50" charset="0"/>
                        </a:rPr>
                        <a:t>Bâche à eau (citerne souple)</a:t>
                      </a:r>
                      <a:endParaRPr lang="fr-FR" sz="1100">
                        <a:effectLst/>
                        <a:latin typeface="Marianne" panose="02000000000000000000" pitchFamily="50" charset="0"/>
                        <a:ea typeface="Marianne" panose="02000000000000000000" pitchFamily="50" charset="0"/>
                        <a:cs typeface="Marianne" panose="02000000000000000000" pitchFamily="50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8068047"/>
                  </a:ext>
                </a:extLst>
              </a:tr>
              <a:tr h="44450">
                <a:tc>
                  <a:txBody>
                    <a:bodyPr/>
                    <a:lstStyle/>
                    <a:p>
                      <a:pPr>
                        <a:spcAft>
                          <a:spcPts val="1000"/>
                        </a:spcAft>
                        <a:buNone/>
                      </a:pPr>
                      <a:r>
                        <a:rPr lang="fr-FR" sz="1000">
                          <a:effectLst/>
                          <a:latin typeface="Marianne" panose="02000000000000000000" pitchFamily="50" charset="0"/>
                          <a:ea typeface="Marianne" panose="02000000000000000000" pitchFamily="50" charset="0"/>
                          <a:cs typeface="Marianne" panose="02000000000000000000" pitchFamily="50" charset="0"/>
                        </a:rPr>
                        <a:t>Plan d'eau</a:t>
                      </a:r>
                      <a:r>
                        <a:rPr lang="fr-FR" sz="1000">
                          <a:effectLst/>
                          <a:latin typeface="Calibri" panose="020F0502020204030204" pitchFamily="34" charset="0"/>
                          <a:ea typeface="Marianne" panose="02000000000000000000" pitchFamily="50" charset="0"/>
                          <a:cs typeface="Marianne" panose="02000000000000000000" pitchFamily="50" charset="0"/>
                        </a:rPr>
                        <a:t> </a:t>
                      </a:r>
                      <a:endParaRPr lang="fr-FR" sz="1100">
                        <a:effectLst/>
                        <a:latin typeface="Marianne" panose="02000000000000000000" pitchFamily="50" charset="0"/>
                        <a:ea typeface="Marianne" panose="02000000000000000000" pitchFamily="50" charset="0"/>
                        <a:cs typeface="Marianne" panose="02000000000000000000" pitchFamily="50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5755830"/>
                  </a:ext>
                </a:extLst>
              </a:tr>
              <a:tr h="44450">
                <a:tc>
                  <a:txBody>
                    <a:bodyPr/>
                    <a:lstStyle/>
                    <a:p>
                      <a:pPr>
                        <a:spcAft>
                          <a:spcPts val="1000"/>
                        </a:spcAft>
                        <a:buNone/>
                      </a:pPr>
                      <a:r>
                        <a:rPr lang="fr-FR" sz="1000">
                          <a:effectLst/>
                          <a:latin typeface="Marianne" panose="02000000000000000000" pitchFamily="50" charset="0"/>
                          <a:ea typeface="Marianne" panose="02000000000000000000" pitchFamily="50" charset="0"/>
                          <a:cs typeface="Marianne" panose="02000000000000000000" pitchFamily="50" charset="0"/>
                        </a:rPr>
                        <a:t>Piscine</a:t>
                      </a:r>
                      <a:r>
                        <a:rPr lang="fr-FR" sz="1000">
                          <a:effectLst/>
                          <a:latin typeface="Calibri" panose="020F0502020204030204" pitchFamily="34" charset="0"/>
                          <a:ea typeface="Marianne" panose="02000000000000000000" pitchFamily="50" charset="0"/>
                          <a:cs typeface="Marianne" panose="02000000000000000000" pitchFamily="50" charset="0"/>
                        </a:rPr>
                        <a:t> </a:t>
                      </a:r>
                      <a:endParaRPr lang="fr-FR" sz="1100">
                        <a:effectLst/>
                        <a:latin typeface="Marianne" panose="02000000000000000000" pitchFamily="50" charset="0"/>
                        <a:ea typeface="Marianne" panose="02000000000000000000" pitchFamily="50" charset="0"/>
                        <a:cs typeface="Marianne" panose="02000000000000000000" pitchFamily="50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5600686"/>
                  </a:ext>
                </a:extLst>
              </a:tr>
              <a:tr h="44450">
                <a:tc>
                  <a:txBody>
                    <a:bodyPr/>
                    <a:lstStyle/>
                    <a:p>
                      <a:pPr>
                        <a:spcAft>
                          <a:spcPts val="1000"/>
                        </a:spcAft>
                        <a:buNone/>
                      </a:pPr>
                      <a:r>
                        <a:rPr lang="fr-FR" sz="1000">
                          <a:effectLst/>
                          <a:latin typeface="Marianne" panose="02000000000000000000" pitchFamily="50" charset="0"/>
                          <a:ea typeface="Marianne" panose="02000000000000000000" pitchFamily="50" charset="0"/>
                          <a:cs typeface="Marianne" panose="02000000000000000000" pitchFamily="50" charset="0"/>
                        </a:rPr>
                        <a:t>Puits</a:t>
                      </a:r>
                      <a:r>
                        <a:rPr lang="fr-FR" sz="1000">
                          <a:effectLst/>
                          <a:latin typeface="Calibri" panose="020F0502020204030204" pitchFamily="34" charset="0"/>
                          <a:ea typeface="Marianne" panose="02000000000000000000" pitchFamily="50" charset="0"/>
                          <a:cs typeface="Marianne" panose="02000000000000000000" pitchFamily="50" charset="0"/>
                        </a:rPr>
                        <a:t> </a:t>
                      </a:r>
                      <a:endParaRPr lang="fr-FR" sz="1100">
                        <a:effectLst/>
                        <a:latin typeface="Marianne" panose="02000000000000000000" pitchFamily="50" charset="0"/>
                        <a:ea typeface="Marianne" panose="02000000000000000000" pitchFamily="50" charset="0"/>
                        <a:cs typeface="Marianne" panose="02000000000000000000" pitchFamily="50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8078004"/>
                  </a:ext>
                </a:extLst>
              </a:tr>
              <a:tr h="44450">
                <a:tc>
                  <a:txBody>
                    <a:bodyPr/>
                    <a:lstStyle/>
                    <a:p>
                      <a:pPr>
                        <a:spcAft>
                          <a:spcPts val="1000"/>
                        </a:spcAft>
                        <a:buNone/>
                      </a:pPr>
                      <a:r>
                        <a:rPr lang="fr-FR" sz="1000">
                          <a:effectLst/>
                          <a:latin typeface="Marianne" panose="02000000000000000000" pitchFamily="50" charset="0"/>
                          <a:ea typeface="Marianne" panose="02000000000000000000" pitchFamily="50" charset="0"/>
                          <a:cs typeface="Marianne" panose="02000000000000000000" pitchFamily="50" charset="0"/>
                        </a:rPr>
                        <a:t>Cours d'eau</a:t>
                      </a:r>
                      <a:r>
                        <a:rPr lang="fr-FR" sz="1000">
                          <a:effectLst/>
                          <a:latin typeface="Calibri" panose="020F0502020204030204" pitchFamily="34" charset="0"/>
                          <a:ea typeface="Marianne" panose="02000000000000000000" pitchFamily="50" charset="0"/>
                          <a:cs typeface="Marianne" panose="02000000000000000000" pitchFamily="50" charset="0"/>
                        </a:rPr>
                        <a:t> </a:t>
                      </a:r>
                      <a:endParaRPr lang="fr-FR" sz="1100">
                        <a:effectLst/>
                        <a:latin typeface="Marianne" panose="02000000000000000000" pitchFamily="50" charset="0"/>
                        <a:ea typeface="Marianne" panose="02000000000000000000" pitchFamily="50" charset="0"/>
                        <a:cs typeface="Marianne" panose="02000000000000000000" pitchFamily="50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297858"/>
                  </a:ext>
                </a:extLst>
              </a:tr>
              <a:tr h="44450">
                <a:tc>
                  <a:txBody>
                    <a:bodyPr/>
                    <a:lstStyle/>
                    <a:p>
                      <a:pPr>
                        <a:spcAft>
                          <a:spcPts val="1000"/>
                        </a:spcAft>
                        <a:buNone/>
                      </a:pPr>
                      <a:r>
                        <a:rPr lang="fr-FR" sz="1000">
                          <a:effectLst/>
                          <a:latin typeface="Marianne" panose="02000000000000000000" pitchFamily="50" charset="0"/>
                          <a:ea typeface="Marianne" panose="02000000000000000000" pitchFamily="50" charset="0"/>
                          <a:cs typeface="Marianne" panose="02000000000000000000" pitchFamily="50" charset="0"/>
                        </a:rPr>
                        <a:t>Forage DFCI</a:t>
                      </a:r>
                      <a:r>
                        <a:rPr lang="fr-FR" sz="1000">
                          <a:effectLst/>
                          <a:latin typeface="Calibri" panose="020F0502020204030204" pitchFamily="34" charset="0"/>
                          <a:ea typeface="Marianne" panose="02000000000000000000" pitchFamily="50" charset="0"/>
                          <a:cs typeface="Marianne" panose="02000000000000000000" pitchFamily="50" charset="0"/>
                        </a:rPr>
                        <a:t> </a:t>
                      </a:r>
                      <a:endParaRPr lang="fr-FR" sz="1100">
                        <a:effectLst/>
                        <a:latin typeface="Marianne" panose="02000000000000000000" pitchFamily="50" charset="0"/>
                        <a:ea typeface="Marianne" panose="02000000000000000000" pitchFamily="50" charset="0"/>
                        <a:cs typeface="Marianne" panose="02000000000000000000" pitchFamily="50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1765589"/>
                  </a:ext>
                </a:extLst>
              </a:tr>
              <a:tr h="44450">
                <a:tc>
                  <a:txBody>
                    <a:bodyPr/>
                    <a:lstStyle/>
                    <a:p>
                      <a:pPr>
                        <a:spcAft>
                          <a:spcPts val="1000"/>
                        </a:spcAft>
                        <a:buNone/>
                      </a:pPr>
                      <a:r>
                        <a:rPr lang="fr-FR" sz="1000">
                          <a:effectLst/>
                          <a:latin typeface="Marianne" panose="02000000000000000000" pitchFamily="50" charset="0"/>
                          <a:ea typeface="Marianne" panose="02000000000000000000" pitchFamily="50" charset="0"/>
                          <a:cs typeface="Marianne" panose="02000000000000000000" pitchFamily="50" charset="0"/>
                        </a:rPr>
                        <a:t>Forage agricole</a:t>
                      </a:r>
                      <a:endParaRPr lang="fr-FR" sz="1100">
                        <a:effectLst/>
                        <a:latin typeface="Marianne" panose="02000000000000000000" pitchFamily="50" charset="0"/>
                        <a:ea typeface="Marianne" panose="02000000000000000000" pitchFamily="50" charset="0"/>
                        <a:cs typeface="Marianne" panose="02000000000000000000" pitchFamily="50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6616655"/>
                  </a:ext>
                </a:extLst>
              </a:tr>
              <a:tr h="44450">
                <a:tc>
                  <a:txBody>
                    <a:bodyPr/>
                    <a:lstStyle/>
                    <a:p>
                      <a:pPr>
                        <a:spcAft>
                          <a:spcPts val="1000"/>
                        </a:spcAft>
                        <a:buNone/>
                      </a:pPr>
                      <a:r>
                        <a:rPr lang="fr-FR" sz="1000">
                          <a:effectLst/>
                          <a:latin typeface="Marianne" panose="02000000000000000000" pitchFamily="50" charset="0"/>
                          <a:ea typeface="Marianne" panose="02000000000000000000" pitchFamily="50" charset="0"/>
                          <a:cs typeface="Marianne" panose="02000000000000000000" pitchFamily="50" charset="0"/>
                        </a:rPr>
                        <a:t>Forage industriel</a:t>
                      </a:r>
                      <a:r>
                        <a:rPr lang="fr-FR" sz="1000">
                          <a:effectLst/>
                          <a:latin typeface="Calibri" panose="020F0502020204030204" pitchFamily="34" charset="0"/>
                          <a:ea typeface="Marianne" panose="02000000000000000000" pitchFamily="50" charset="0"/>
                          <a:cs typeface="Marianne" panose="02000000000000000000" pitchFamily="50" charset="0"/>
                        </a:rPr>
                        <a:t> </a:t>
                      </a:r>
                      <a:endParaRPr lang="fr-FR" sz="1100">
                        <a:effectLst/>
                        <a:latin typeface="Marianne" panose="02000000000000000000" pitchFamily="50" charset="0"/>
                        <a:ea typeface="Marianne" panose="02000000000000000000" pitchFamily="50" charset="0"/>
                        <a:cs typeface="Marianne" panose="02000000000000000000" pitchFamily="50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1840111"/>
                  </a:ext>
                </a:extLst>
              </a:tr>
              <a:tr h="44450">
                <a:tc>
                  <a:txBody>
                    <a:bodyPr/>
                    <a:lstStyle/>
                    <a:p>
                      <a:pPr>
                        <a:spcAft>
                          <a:spcPts val="1000"/>
                        </a:spcAft>
                        <a:buNone/>
                      </a:pPr>
                      <a:r>
                        <a:rPr lang="fr-FR" sz="1000" dirty="0">
                          <a:effectLst/>
                          <a:latin typeface="Marianne" panose="02000000000000000000" pitchFamily="50" charset="0"/>
                          <a:ea typeface="Marianne" panose="02000000000000000000" pitchFamily="50" charset="0"/>
                          <a:cs typeface="Marianne" panose="02000000000000000000" pitchFamily="50" charset="0"/>
                        </a:rPr>
                        <a:t>Plateforme pour piscine </a:t>
                      </a:r>
                      <a:endParaRPr lang="fr-FR" sz="1100" dirty="0">
                        <a:effectLst/>
                        <a:latin typeface="Marianne" panose="02000000000000000000" pitchFamily="50" charset="0"/>
                        <a:ea typeface="Marianne" panose="02000000000000000000" pitchFamily="50" charset="0"/>
                        <a:cs typeface="Marianne" panose="02000000000000000000" pitchFamily="50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9201725"/>
                  </a:ext>
                </a:extLst>
              </a:tr>
              <a:tr h="44450">
                <a:tc>
                  <a:txBody>
                    <a:bodyPr/>
                    <a:lstStyle/>
                    <a:p>
                      <a:pPr>
                        <a:spcAft>
                          <a:spcPts val="1000"/>
                        </a:spcAft>
                        <a:buNone/>
                      </a:pPr>
                      <a:r>
                        <a:rPr lang="fr-FR" sz="1000" dirty="0">
                          <a:effectLst/>
                          <a:latin typeface="Marianne" panose="02000000000000000000" pitchFamily="50" charset="0"/>
                          <a:ea typeface="Marianne" panose="02000000000000000000" pitchFamily="50" charset="0"/>
                          <a:cs typeface="Marianne" panose="02000000000000000000" pitchFamily="50" charset="0"/>
                        </a:rPr>
                        <a:t>Autre dispositif</a:t>
                      </a:r>
                      <a:endParaRPr lang="fr-FR" sz="1100" dirty="0">
                        <a:effectLst/>
                        <a:latin typeface="Marianne" panose="02000000000000000000" pitchFamily="50" charset="0"/>
                        <a:ea typeface="Marianne" panose="02000000000000000000" pitchFamily="50" charset="0"/>
                        <a:cs typeface="Marianne" panose="02000000000000000000" pitchFamily="50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3441274"/>
                  </a:ext>
                </a:extLst>
              </a:tr>
            </a:tbl>
          </a:graphicData>
        </a:graphic>
      </p:graphicFrame>
      <p:sp>
        <p:nvSpPr>
          <p:cNvPr id="29" name="ZoneTexte 28">
            <a:extLst>
              <a:ext uri="{FF2B5EF4-FFF2-40B4-BE49-F238E27FC236}">
                <a16:creationId xmlns:a16="http://schemas.microsoft.com/office/drawing/2014/main" id="{D651459E-EF95-3819-3C0B-7D0A2391563D}"/>
              </a:ext>
            </a:extLst>
          </p:cNvPr>
          <p:cNvSpPr txBox="1"/>
          <p:nvPr/>
        </p:nvSpPr>
        <p:spPr>
          <a:xfrm>
            <a:off x="6959235" y="3319110"/>
            <a:ext cx="467446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/>
              <a:t>→ vote : </a:t>
            </a:r>
          </a:p>
          <a:p>
            <a:r>
              <a:rPr lang="fr-FR" sz="2400" b="1" dirty="0"/>
              <a:t>- 1. Estimez-vous ce système adéquat? </a:t>
            </a:r>
          </a:p>
          <a:p>
            <a:r>
              <a:rPr lang="fr-FR" sz="2400" b="1" dirty="0"/>
              <a:t>- 2. Peut-on trouver un nouveau consensus avant mercredi prochain? 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47A4785D-2B4E-94BD-3C12-7D74EC7749B7}"/>
              </a:ext>
            </a:extLst>
          </p:cNvPr>
          <p:cNvSpPr txBox="1"/>
          <p:nvPr/>
        </p:nvSpPr>
        <p:spPr>
          <a:xfrm>
            <a:off x="1292381" y="5810839"/>
            <a:ext cx="6915953" cy="380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70" dirty="0"/>
              <a:t>→  Plusieurs retours sur l’inadéquation du classement </a:t>
            </a:r>
          </a:p>
        </p:txBody>
      </p:sp>
      <p:sp>
        <p:nvSpPr>
          <p:cNvPr id="32" name="Espace réservé de la date 2">
            <a:extLst>
              <a:ext uri="{FF2B5EF4-FFF2-40B4-BE49-F238E27FC236}">
                <a16:creationId xmlns:a16="http://schemas.microsoft.com/office/drawing/2014/main" id="{DA76FEF1-40D3-399E-84D7-7878C54EC1F8}"/>
              </a:ext>
            </a:extLst>
          </p:cNvPr>
          <p:cNvSpPr txBox="1">
            <a:spLocks/>
          </p:cNvSpPr>
          <p:nvPr/>
        </p:nvSpPr>
        <p:spPr>
          <a:xfrm>
            <a:off x="10152000" y="6378000"/>
            <a:ext cx="1560000" cy="48000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1000" b="1" cap="all"/>
              <a:t>17/09/2026</a:t>
            </a:r>
            <a:endParaRPr lang="fr-FR" sz="1000" b="1" cap="all" dirty="0"/>
          </a:p>
        </p:txBody>
      </p:sp>
    </p:spTree>
    <p:extLst>
      <p:ext uri="{BB962C8B-B14F-4D97-AF65-F5344CB8AC3E}">
        <p14:creationId xmlns:p14="http://schemas.microsoft.com/office/powerpoint/2010/main" val="2442643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DD392-A1F8-36E9-9680-45B667BE3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DB74D0-F28A-7142-F639-7F8A58462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3606" y="228894"/>
            <a:ext cx="9479065" cy="812501"/>
          </a:xfrm>
        </p:spPr>
        <p:txBody>
          <a:bodyPr/>
          <a:lstStyle/>
          <a:p>
            <a:pPr algn="ctr"/>
            <a:r>
              <a:rPr lang="fr-FR" dirty="0"/>
              <a:t>Données Ressources en eau </a:t>
            </a:r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7CE75BBD-B19A-7268-BD6C-10CE21A7EC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3323" y="268234"/>
            <a:ext cx="768085" cy="845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Espace réservé du pied de page 10">
            <a:extLst>
              <a:ext uri="{FF2B5EF4-FFF2-40B4-BE49-F238E27FC236}">
                <a16:creationId xmlns:a16="http://schemas.microsoft.com/office/drawing/2014/main" id="{27F63B11-C52A-645B-EF05-45438FBE379C}"/>
              </a:ext>
            </a:extLst>
          </p:cNvPr>
          <p:cNvSpPr txBox="1">
            <a:spLocks/>
          </p:cNvSpPr>
          <p:nvPr/>
        </p:nvSpPr>
        <p:spPr bwMode="gray">
          <a:xfrm>
            <a:off x="504335" y="6438000"/>
            <a:ext cx="5904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Institut national de l’information  géographique et forestière</a:t>
            </a:r>
            <a:endParaRPr lang="fr-FR" dirty="0"/>
          </a:p>
        </p:txBody>
      </p:sp>
      <p:sp>
        <p:nvSpPr>
          <p:cNvPr id="14" name="Espace réservé du numéro de diapositive 16">
            <a:extLst>
              <a:ext uri="{FF2B5EF4-FFF2-40B4-BE49-F238E27FC236}">
                <a16:creationId xmlns:a16="http://schemas.microsoft.com/office/drawing/2014/main" id="{FC454779-EC8E-4022-79EF-D39085F9AEEE}"/>
              </a:ext>
            </a:extLst>
          </p:cNvPr>
          <p:cNvSpPr txBox="1">
            <a:spLocks/>
          </p:cNvSpPr>
          <p:nvPr/>
        </p:nvSpPr>
        <p:spPr>
          <a:xfrm>
            <a:off x="8352000" y="6378000"/>
            <a:ext cx="1800000" cy="480000"/>
          </a:xfrm>
          <a:prstGeom prst="rect">
            <a:avLst/>
          </a:prstGeom>
        </p:spPr>
        <p:txBody>
          <a:bodyPr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33122C9-A0B9-462F-8757-0847AD287B63}" type="slidenum">
              <a:rPr lang="fr-FR" sz="1000" b="1" smtClean="0"/>
              <a:pPr algn="r"/>
              <a:t>20</a:t>
            </a:fld>
            <a:endParaRPr lang="fr-FR" sz="1000" b="1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0E1A04B-515E-800B-252D-B59E3C3D2B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6747CBE-0BF9-ADD6-413D-B6CF26ECE86B}"/>
              </a:ext>
            </a:extLst>
          </p:cNvPr>
          <p:cNvSpPr txBox="1"/>
          <p:nvPr/>
        </p:nvSpPr>
        <p:spPr>
          <a:xfrm>
            <a:off x="206801" y="1510564"/>
            <a:ext cx="10830964" cy="4984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70" u="sng" dirty="0"/>
              <a:t>Cadre réglementaire</a:t>
            </a:r>
          </a:p>
          <a:p>
            <a:pPr marL="342900" indent="-342900">
              <a:buFontTx/>
              <a:buChar char="-"/>
            </a:pPr>
            <a:r>
              <a:rPr lang="fr-FR" sz="1870" dirty="0"/>
              <a:t>La Loi Incendie stipule que les données PEI sont </a:t>
            </a:r>
            <a:r>
              <a:rPr lang="fr-FR" sz="1870" i="1" dirty="0"/>
              <a:t>« mise à disposition gratuitement et librement […] sur un portail national commun »</a:t>
            </a:r>
          </a:p>
          <a:p>
            <a:pPr marL="342900" indent="-342900">
              <a:buFontTx/>
              <a:buChar char="-"/>
            </a:pPr>
            <a:r>
              <a:rPr lang="fr-FR" sz="1870" dirty="0"/>
              <a:t>La politique d’Open Data nationale n’implique pas explicitement les points d’eau </a:t>
            </a:r>
          </a:p>
          <a:p>
            <a:r>
              <a:rPr lang="fr-FR" sz="1870" dirty="0"/>
              <a:t>→  Déduction de l’ouverture de la donnée géospatiale min (id, qualif. PEI et </a:t>
            </a:r>
            <a:r>
              <a:rPr lang="fr-FR" sz="1870" dirty="0" err="1"/>
              <a:t>x,y</a:t>
            </a:r>
            <a:r>
              <a:rPr lang="fr-FR" sz="1870" dirty="0"/>
              <a:t>)</a:t>
            </a:r>
          </a:p>
          <a:p>
            <a:r>
              <a:rPr lang="fr-FR" sz="1870" dirty="0"/>
              <a:t>→  Pas d’obligation explicite de diffuser plus d’informations</a:t>
            </a:r>
          </a:p>
          <a:p>
            <a:endParaRPr lang="fr-FR" sz="1870" dirty="0"/>
          </a:p>
          <a:p>
            <a:r>
              <a:rPr lang="fr-FR" sz="1870" u="sng" dirty="0"/>
              <a:t>Dans le standard</a:t>
            </a:r>
          </a:p>
          <a:p>
            <a:pPr marL="342900" indent="-342900">
              <a:buFontTx/>
              <a:buChar char="-"/>
            </a:pPr>
            <a:r>
              <a:rPr lang="fr-FR" sz="1870" dirty="0"/>
              <a:t>Remontée nationale et publique</a:t>
            </a:r>
          </a:p>
          <a:p>
            <a:r>
              <a:rPr lang="fr-FR" sz="1870" dirty="0"/>
              <a:t>→ Nos travaux portent sur la qualification de ce </a:t>
            </a:r>
            <a:r>
              <a:rPr lang="fr-FR" sz="1870" b="1" dirty="0"/>
              <a:t>socle minimal commun non sensible</a:t>
            </a:r>
          </a:p>
          <a:p>
            <a:pPr marL="342900" indent="-342900">
              <a:buFontTx/>
              <a:buChar char="-"/>
            </a:pPr>
            <a:endParaRPr lang="fr-FR" sz="1870" dirty="0"/>
          </a:p>
          <a:p>
            <a:r>
              <a:rPr lang="fr-FR" sz="1870" dirty="0"/>
              <a:t>- Rappelé dans le standard que les remontées par les acteurs se font sur des données </a:t>
            </a:r>
            <a:r>
              <a:rPr lang="fr-FR" sz="1870" b="1" dirty="0"/>
              <a:t>non sensibles ou stratégique uniquement</a:t>
            </a:r>
            <a:r>
              <a:rPr lang="fr-FR" sz="1870" dirty="0"/>
              <a:t> (les travaux d’identification des données sensibles sera fait en interne par chaque structure)</a:t>
            </a:r>
            <a:endParaRPr lang="fr-FR" sz="1870" b="1" dirty="0"/>
          </a:p>
          <a:p>
            <a:r>
              <a:rPr lang="fr-FR" sz="1870" dirty="0"/>
              <a:t>→  En dehors des attributs min. Open Data, </a:t>
            </a:r>
            <a:r>
              <a:rPr lang="fr-FR" sz="1870" b="1" dirty="0"/>
              <a:t>diffusion</a:t>
            </a:r>
            <a:r>
              <a:rPr lang="fr-FR" sz="1870" dirty="0"/>
              <a:t> </a:t>
            </a:r>
            <a:r>
              <a:rPr lang="fr-FR" sz="1870" b="1" dirty="0"/>
              <a:t>volontaire</a:t>
            </a:r>
            <a:r>
              <a:rPr lang="fr-FR" sz="1870" dirty="0"/>
              <a:t> des acteurs pour les données qu’ils estiment trop sensibles pour le grand public</a:t>
            </a:r>
          </a:p>
          <a:p>
            <a:endParaRPr lang="fr-FR" sz="1870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084B568-0834-66C6-9F62-CABF0D88F0C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5092" y="760134"/>
            <a:ext cx="313997" cy="313997"/>
          </a:xfrm>
          <a:prstGeom prst="rect">
            <a:avLst/>
          </a:prstGeom>
          <a:ln>
            <a:noFill/>
          </a:ln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E08DEAD0-1653-45D3-4B5E-5B8DCF94F02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1194" y="630414"/>
            <a:ext cx="780551" cy="780551"/>
          </a:xfrm>
          <a:prstGeom prst="rect">
            <a:avLst/>
          </a:prstGeom>
          <a:ln>
            <a:noFill/>
          </a:ln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D6229285-6EE9-5C7C-6482-AF9E896574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4988" y="268234"/>
            <a:ext cx="1103391" cy="1103391"/>
          </a:xfrm>
          <a:prstGeom prst="rect">
            <a:avLst/>
          </a:prstGeom>
        </p:spPr>
      </p:pic>
      <p:sp>
        <p:nvSpPr>
          <p:cNvPr id="4" name="Espace réservé de la date 2">
            <a:extLst>
              <a:ext uri="{FF2B5EF4-FFF2-40B4-BE49-F238E27FC236}">
                <a16:creationId xmlns:a16="http://schemas.microsoft.com/office/drawing/2014/main" id="{30513082-19C5-EFCE-7618-737A0DA68BF3}"/>
              </a:ext>
            </a:extLst>
          </p:cNvPr>
          <p:cNvSpPr txBox="1">
            <a:spLocks/>
          </p:cNvSpPr>
          <p:nvPr/>
        </p:nvSpPr>
        <p:spPr>
          <a:xfrm>
            <a:off x="10152000" y="6378000"/>
            <a:ext cx="1560000" cy="480000"/>
          </a:xfrm>
          <a:prstGeom prst="rect">
            <a:avLst/>
          </a:prstGeom>
        </p:spPr>
        <p:txBody>
          <a:bodyPr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1000" b="1" cap="all"/>
              <a:t>17/09/2026</a:t>
            </a:r>
            <a:endParaRPr lang="fr-FR" sz="1000" b="1" cap="all" dirty="0"/>
          </a:p>
        </p:txBody>
      </p:sp>
    </p:spTree>
    <p:extLst>
      <p:ext uri="{BB962C8B-B14F-4D97-AF65-F5344CB8AC3E}">
        <p14:creationId xmlns:p14="http://schemas.microsoft.com/office/powerpoint/2010/main" val="33111668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010CA-A4E1-1C74-9CF1-AD3134AC3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BD5E1C9-600E-CFC7-A038-740128C48AA1}"/>
              </a:ext>
            </a:extLst>
          </p:cNvPr>
          <p:cNvSpPr/>
          <p:nvPr/>
        </p:nvSpPr>
        <p:spPr>
          <a:xfrm>
            <a:off x="2268415" y="764931"/>
            <a:ext cx="9231923" cy="63568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6539B6E3-A480-DB87-46F9-C1149D003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335" y="2769990"/>
            <a:ext cx="11232000" cy="1318019"/>
          </a:xfrm>
        </p:spPr>
        <p:txBody>
          <a:bodyPr/>
          <a:lstStyle/>
          <a:p>
            <a:pPr marL="0" indent="0">
              <a:buNone/>
            </a:pPr>
            <a:r>
              <a:rPr lang="fr-FR" sz="4400" dirty="0">
                <a:solidFill>
                  <a:srgbClr val="000000"/>
                </a:solidFill>
              </a:rPr>
              <a:t>Vote pour l'image </a:t>
            </a:r>
            <a:br>
              <a:rPr lang="fr-FR" sz="4400" dirty="0">
                <a:solidFill>
                  <a:srgbClr val="000000"/>
                </a:solidFill>
              </a:rPr>
            </a:br>
            <a:r>
              <a:rPr lang="fr-FR" sz="4400" dirty="0">
                <a:solidFill>
                  <a:srgbClr val="000000"/>
                </a:solidFill>
              </a:rPr>
              <a:t>de couverture</a:t>
            </a:r>
            <a:endParaRPr lang="fr-FR" dirty="0">
              <a:latin typeface="+mn-lt"/>
            </a:endParaRPr>
          </a:p>
        </p:txBody>
      </p:sp>
      <p:pic>
        <p:nvPicPr>
          <p:cNvPr id="17" name="Picture 9">
            <a:extLst>
              <a:ext uri="{FF2B5EF4-FFF2-40B4-BE49-F238E27FC236}">
                <a16:creationId xmlns:a16="http://schemas.microsoft.com/office/drawing/2014/main" id="{6C8DC960-660A-8337-EF09-FDD867DE40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815" y="77849"/>
            <a:ext cx="768085" cy="845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Espace réservé du pied de page 10">
            <a:extLst>
              <a:ext uri="{FF2B5EF4-FFF2-40B4-BE49-F238E27FC236}">
                <a16:creationId xmlns:a16="http://schemas.microsoft.com/office/drawing/2014/main" id="{73E6B29C-B86E-C225-D485-201D62E58DA0}"/>
              </a:ext>
            </a:extLst>
          </p:cNvPr>
          <p:cNvSpPr txBox="1">
            <a:spLocks/>
          </p:cNvSpPr>
          <p:nvPr/>
        </p:nvSpPr>
        <p:spPr bwMode="gray">
          <a:xfrm>
            <a:off x="504335" y="6438000"/>
            <a:ext cx="5904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Institut national de l’information  géographique et forestière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1F446D7-D12C-3F54-0058-342FE75E9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21</a:t>
            </a:fld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70160C3-CA78-7998-53AE-83FB6C357C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6461" y="1592855"/>
            <a:ext cx="2103917" cy="2103917"/>
          </a:xfrm>
          <a:prstGeom prst="rect">
            <a:avLst/>
          </a:prstGeom>
        </p:spPr>
      </p:pic>
      <p:sp>
        <p:nvSpPr>
          <p:cNvPr id="7" name="Espace réservé de la date 2">
            <a:extLst>
              <a:ext uri="{FF2B5EF4-FFF2-40B4-BE49-F238E27FC236}">
                <a16:creationId xmlns:a16="http://schemas.microsoft.com/office/drawing/2014/main" id="{463A758C-4A41-C64E-E128-5A6C17948E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152000" y="6378000"/>
            <a:ext cx="1560000" cy="480000"/>
          </a:xfrm>
        </p:spPr>
        <p:txBody>
          <a:bodyPr/>
          <a:lstStyle/>
          <a:p>
            <a:pPr algn="r"/>
            <a:r>
              <a:rPr lang="fr-FR" cap="all" dirty="0"/>
              <a:t>17/09/2026</a:t>
            </a:r>
          </a:p>
        </p:txBody>
      </p:sp>
    </p:spTree>
    <p:extLst>
      <p:ext uri="{BB962C8B-B14F-4D97-AF65-F5344CB8AC3E}">
        <p14:creationId xmlns:p14="http://schemas.microsoft.com/office/powerpoint/2010/main" val="11822689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CCE4D-C637-2334-5935-CF7BC0E2C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94DE24-EAB5-6BAD-1DCB-767F00CE3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3606" y="228894"/>
            <a:ext cx="9479065" cy="812501"/>
          </a:xfrm>
        </p:spPr>
        <p:txBody>
          <a:bodyPr/>
          <a:lstStyle/>
          <a:p>
            <a:pPr algn="ctr"/>
            <a:r>
              <a:rPr lang="fr-FR" dirty="0"/>
              <a:t>Propositions</a:t>
            </a:r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0126CF12-C570-3A1E-3A6E-484E45CBE0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3323" y="268234"/>
            <a:ext cx="768085" cy="845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Espace réservé du pied de page 10">
            <a:extLst>
              <a:ext uri="{FF2B5EF4-FFF2-40B4-BE49-F238E27FC236}">
                <a16:creationId xmlns:a16="http://schemas.microsoft.com/office/drawing/2014/main" id="{4E88BABC-75A2-9412-29D5-87F4FC004873}"/>
              </a:ext>
            </a:extLst>
          </p:cNvPr>
          <p:cNvSpPr txBox="1">
            <a:spLocks/>
          </p:cNvSpPr>
          <p:nvPr/>
        </p:nvSpPr>
        <p:spPr bwMode="gray">
          <a:xfrm>
            <a:off x="504335" y="6438000"/>
            <a:ext cx="5904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Institut national de l’information  géographique et forestière</a:t>
            </a:r>
            <a:endParaRPr lang="fr-FR" dirty="0"/>
          </a:p>
        </p:txBody>
      </p:sp>
      <p:sp>
        <p:nvSpPr>
          <p:cNvPr id="14" name="Espace réservé du numéro de diapositive 16">
            <a:extLst>
              <a:ext uri="{FF2B5EF4-FFF2-40B4-BE49-F238E27FC236}">
                <a16:creationId xmlns:a16="http://schemas.microsoft.com/office/drawing/2014/main" id="{F00E506D-D10E-7741-AA74-6171B63919EC}"/>
              </a:ext>
            </a:extLst>
          </p:cNvPr>
          <p:cNvSpPr txBox="1">
            <a:spLocks/>
          </p:cNvSpPr>
          <p:nvPr/>
        </p:nvSpPr>
        <p:spPr>
          <a:xfrm>
            <a:off x="8352000" y="6378000"/>
            <a:ext cx="1800000" cy="480000"/>
          </a:xfrm>
          <a:prstGeom prst="rect">
            <a:avLst/>
          </a:prstGeom>
        </p:spPr>
        <p:txBody>
          <a:bodyPr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fr-FR" sz="1000" b="1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EE8AB5-5346-58B0-B271-7F8F84DF49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AE7E878D-A1EF-8832-17FE-8AD18C9C77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880" y="855059"/>
            <a:ext cx="2362530" cy="1657581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4AC9DF31-7963-E5C9-78E3-9C15E18842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7083" y="1099588"/>
            <a:ext cx="2706959" cy="1441510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0546E923-FCF1-8F9D-0960-4D4474D8CF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1677" y="893019"/>
            <a:ext cx="2495947" cy="1762444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76380545-4621-5952-5097-DD8117B659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1362" y="2798445"/>
            <a:ext cx="2622859" cy="1888891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4ED6608A-A3DC-4891-2857-005BA44C641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43423" y="5247394"/>
            <a:ext cx="2643184" cy="1539342"/>
          </a:xfrm>
          <a:prstGeom prst="rect">
            <a:avLst/>
          </a:prstGeom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A869CA8B-92BA-7C5A-E347-82B6232982B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43202" y="4829032"/>
            <a:ext cx="2418455" cy="1738725"/>
          </a:xfrm>
          <a:prstGeom prst="rect">
            <a:avLst/>
          </a:prstGeom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71BAFED8-DC74-75F7-9094-241A4DC7042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219" y="4698002"/>
            <a:ext cx="2341604" cy="1760843"/>
          </a:xfrm>
          <a:prstGeom prst="rect">
            <a:avLst/>
          </a:prstGeom>
        </p:spPr>
      </p:pic>
      <p:pic>
        <p:nvPicPr>
          <p:cNvPr id="29" name="Image 28">
            <a:extLst>
              <a:ext uri="{FF2B5EF4-FFF2-40B4-BE49-F238E27FC236}">
                <a16:creationId xmlns:a16="http://schemas.microsoft.com/office/drawing/2014/main" id="{E5EF37F2-9A19-A36D-1243-18E328A99CA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62205" y="2774936"/>
            <a:ext cx="2732790" cy="1823638"/>
          </a:xfrm>
          <a:prstGeom prst="rect">
            <a:avLst/>
          </a:prstGeom>
        </p:spPr>
      </p:pic>
      <p:pic>
        <p:nvPicPr>
          <p:cNvPr id="31" name="Image 30">
            <a:extLst>
              <a:ext uri="{FF2B5EF4-FFF2-40B4-BE49-F238E27FC236}">
                <a16:creationId xmlns:a16="http://schemas.microsoft.com/office/drawing/2014/main" id="{22347D1C-372A-1613-F569-3644B370C5C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32109" y="984654"/>
            <a:ext cx="3576458" cy="1721065"/>
          </a:xfrm>
          <a:prstGeom prst="rect">
            <a:avLst/>
          </a:prstGeom>
        </p:spPr>
      </p:pic>
      <p:pic>
        <p:nvPicPr>
          <p:cNvPr id="33" name="Image 32">
            <a:extLst>
              <a:ext uri="{FF2B5EF4-FFF2-40B4-BE49-F238E27FC236}">
                <a16:creationId xmlns:a16="http://schemas.microsoft.com/office/drawing/2014/main" id="{409DF672-E530-AE3A-D112-89FAA69ABAE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18055" y="4870901"/>
            <a:ext cx="3000574" cy="1721065"/>
          </a:xfrm>
          <a:prstGeom prst="rect">
            <a:avLst/>
          </a:prstGeom>
        </p:spPr>
      </p:pic>
      <p:pic>
        <p:nvPicPr>
          <p:cNvPr id="35" name="Image 34">
            <a:extLst>
              <a:ext uri="{FF2B5EF4-FFF2-40B4-BE49-F238E27FC236}">
                <a16:creationId xmlns:a16="http://schemas.microsoft.com/office/drawing/2014/main" id="{C80797E1-CD0F-7AAA-904F-C23C9F29402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5111" y="2877331"/>
            <a:ext cx="2475320" cy="1657581"/>
          </a:xfrm>
          <a:prstGeom prst="rect">
            <a:avLst/>
          </a:prstGeom>
        </p:spPr>
      </p:pic>
      <p:pic>
        <p:nvPicPr>
          <p:cNvPr id="37" name="Image 36">
            <a:extLst>
              <a:ext uri="{FF2B5EF4-FFF2-40B4-BE49-F238E27FC236}">
                <a16:creationId xmlns:a16="http://schemas.microsoft.com/office/drawing/2014/main" id="{97B4F743-E49D-E4C3-D796-F706A978D06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470588" y="3067738"/>
            <a:ext cx="2622843" cy="1645938"/>
          </a:xfrm>
          <a:prstGeom prst="rect">
            <a:avLst/>
          </a:prstGeom>
        </p:spPr>
      </p:pic>
      <p:grpSp>
        <p:nvGrpSpPr>
          <p:cNvPr id="38" name="Groupe 37">
            <a:extLst>
              <a:ext uri="{FF2B5EF4-FFF2-40B4-BE49-F238E27FC236}">
                <a16:creationId xmlns:a16="http://schemas.microsoft.com/office/drawing/2014/main" id="{FC9F055F-5E48-5F73-B7E5-6BABBE4C12FA}"/>
              </a:ext>
            </a:extLst>
          </p:cNvPr>
          <p:cNvGrpSpPr/>
          <p:nvPr/>
        </p:nvGrpSpPr>
        <p:grpSpPr>
          <a:xfrm>
            <a:off x="10850077" y="5195149"/>
            <a:ext cx="1341923" cy="1198332"/>
            <a:chOff x="790710" y="2574250"/>
            <a:chExt cx="3365125" cy="3005044"/>
          </a:xfrm>
        </p:grpSpPr>
        <p:pic>
          <p:nvPicPr>
            <p:cNvPr id="39" name="Image 10">
              <a:extLst>
                <a:ext uri="{FF2B5EF4-FFF2-40B4-BE49-F238E27FC236}">
                  <a16:creationId xmlns:a16="http://schemas.microsoft.com/office/drawing/2014/main" id="{74364F80-BECB-2CE2-F324-6C93CF5AC5D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28764" y="2574250"/>
              <a:ext cx="2708097" cy="2708097"/>
            </a:xfrm>
            <a:prstGeom prst="rect">
              <a:avLst/>
            </a:prstGeom>
            <a:ln>
              <a:noFill/>
            </a:ln>
          </p:spPr>
        </p:pic>
        <p:pic>
          <p:nvPicPr>
            <p:cNvPr id="40" name="Image 39">
              <a:extLst>
                <a:ext uri="{FF2B5EF4-FFF2-40B4-BE49-F238E27FC236}">
                  <a16:creationId xmlns:a16="http://schemas.microsoft.com/office/drawing/2014/main" id="{3BB66FFB-540D-EF59-811C-283A10CA0D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4791" y="4291551"/>
              <a:ext cx="1287743" cy="1287743"/>
            </a:xfrm>
            <a:prstGeom prst="rect">
              <a:avLst/>
            </a:prstGeom>
            <a:ln>
              <a:noFill/>
            </a:ln>
          </p:spPr>
        </p:pic>
        <p:pic>
          <p:nvPicPr>
            <p:cNvPr id="41" name="Image 40">
              <a:extLst>
                <a:ext uri="{FF2B5EF4-FFF2-40B4-BE49-F238E27FC236}">
                  <a16:creationId xmlns:a16="http://schemas.microsoft.com/office/drawing/2014/main" id="{1F38F1C2-DD62-079E-1069-B73D1C6F5BF2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2868094" y="3994607"/>
              <a:ext cx="1287741" cy="128774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42" name="Image 41">
              <a:extLst>
                <a:ext uri="{FF2B5EF4-FFF2-40B4-BE49-F238E27FC236}">
                  <a16:creationId xmlns:a16="http://schemas.microsoft.com/office/drawing/2014/main" id="{1E0DAFAD-7102-2948-7892-368E76F216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67103" y="3616839"/>
              <a:ext cx="313997" cy="313997"/>
            </a:xfrm>
            <a:prstGeom prst="rect">
              <a:avLst/>
            </a:prstGeom>
            <a:ln>
              <a:noFill/>
            </a:ln>
          </p:spPr>
        </p:pic>
        <p:pic>
          <p:nvPicPr>
            <p:cNvPr id="43" name="Image 42">
              <a:extLst>
                <a:ext uri="{FF2B5EF4-FFF2-40B4-BE49-F238E27FC236}">
                  <a16:creationId xmlns:a16="http://schemas.microsoft.com/office/drawing/2014/main" id="{22136712-962A-CA23-089B-8C1AADBF1AC6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0710" y="3773837"/>
              <a:ext cx="780551" cy="780551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45" name="ZoneTexte 44">
            <a:extLst>
              <a:ext uri="{FF2B5EF4-FFF2-40B4-BE49-F238E27FC236}">
                <a16:creationId xmlns:a16="http://schemas.microsoft.com/office/drawing/2014/main" id="{0FF48303-6288-2919-CFDE-E79C913A6344}"/>
              </a:ext>
            </a:extLst>
          </p:cNvPr>
          <p:cNvSpPr txBox="1"/>
          <p:nvPr/>
        </p:nvSpPr>
        <p:spPr>
          <a:xfrm>
            <a:off x="359779" y="2140988"/>
            <a:ext cx="588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n>
                  <a:solidFill>
                    <a:schemeClr val="accent3"/>
                  </a:solidFill>
                </a:ln>
                <a:solidFill>
                  <a:schemeClr val="bg1"/>
                </a:solidFill>
              </a:rPr>
              <a:t>1</a:t>
            </a:r>
            <a:endParaRPr lang="fr-FR" dirty="0">
              <a:ln>
                <a:solidFill>
                  <a:schemeClr val="accent3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A3645701-286F-6ED7-C272-640D864EF3ED}"/>
              </a:ext>
            </a:extLst>
          </p:cNvPr>
          <p:cNvSpPr txBox="1"/>
          <p:nvPr/>
        </p:nvSpPr>
        <p:spPr>
          <a:xfrm>
            <a:off x="2976831" y="2248106"/>
            <a:ext cx="60975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>
                <a:ln>
                  <a:solidFill>
                    <a:schemeClr val="accent3"/>
                  </a:solidFill>
                </a:ln>
                <a:solidFill>
                  <a:schemeClr val="bg1"/>
                </a:solidFill>
              </a:rPr>
              <a:t>2</a:t>
            </a:r>
            <a:endParaRPr lang="fr-FR" dirty="0"/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779023D9-C400-CC63-0EEA-C41BBDCF39CB}"/>
              </a:ext>
            </a:extLst>
          </p:cNvPr>
          <p:cNvSpPr txBox="1"/>
          <p:nvPr/>
        </p:nvSpPr>
        <p:spPr>
          <a:xfrm>
            <a:off x="7624738" y="2232115"/>
            <a:ext cx="60975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>
                <a:ln>
                  <a:solidFill>
                    <a:schemeClr val="accent3"/>
                  </a:solidFill>
                </a:ln>
                <a:solidFill>
                  <a:schemeClr val="bg1"/>
                </a:solidFill>
              </a:rPr>
              <a:t>3</a:t>
            </a:r>
            <a:endParaRPr lang="fr-FR" dirty="0"/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5016784F-DAF5-3132-F57C-5C6D3F3B713F}"/>
              </a:ext>
            </a:extLst>
          </p:cNvPr>
          <p:cNvSpPr txBox="1"/>
          <p:nvPr/>
        </p:nvSpPr>
        <p:spPr>
          <a:xfrm>
            <a:off x="10983323" y="2371347"/>
            <a:ext cx="60975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>
                <a:ln>
                  <a:solidFill>
                    <a:schemeClr val="accent3"/>
                  </a:solidFill>
                </a:ln>
                <a:solidFill>
                  <a:schemeClr val="bg1"/>
                </a:solidFill>
              </a:rPr>
              <a:t>4</a:t>
            </a:r>
            <a:endParaRPr lang="fr-FR" dirty="0"/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F4BA9C63-713B-22EB-DA53-92DAC031308C}"/>
              </a:ext>
            </a:extLst>
          </p:cNvPr>
          <p:cNvSpPr txBox="1"/>
          <p:nvPr/>
        </p:nvSpPr>
        <p:spPr>
          <a:xfrm>
            <a:off x="2262352" y="4188980"/>
            <a:ext cx="3617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5</a:t>
            </a:r>
            <a:endParaRPr lang="fr-FR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8183D682-4299-8958-D391-C0BD99ECF638}"/>
              </a:ext>
            </a:extLst>
          </p:cNvPr>
          <p:cNvSpPr txBox="1"/>
          <p:nvPr/>
        </p:nvSpPr>
        <p:spPr>
          <a:xfrm>
            <a:off x="5653900" y="4267819"/>
            <a:ext cx="27584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>
                <a:ln>
                  <a:solidFill>
                    <a:schemeClr val="accent3"/>
                  </a:solidFill>
                </a:ln>
                <a:solidFill>
                  <a:schemeClr val="bg1"/>
                </a:solidFill>
              </a:rPr>
              <a:t>6</a:t>
            </a:r>
            <a:endParaRPr lang="fr-FR" dirty="0"/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4E714F7C-3E95-0E22-AFAA-F92268C969ED}"/>
              </a:ext>
            </a:extLst>
          </p:cNvPr>
          <p:cNvSpPr txBox="1"/>
          <p:nvPr/>
        </p:nvSpPr>
        <p:spPr>
          <a:xfrm>
            <a:off x="6850009" y="4297892"/>
            <a:ext cx="27584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>
                <a:ln>
                  <a:solidFill>
                    <a:schemeClr val="accent3"/>
                  </a:solidFill>
                </a:ln>
                <a:solidFill>
                  <a:schemeClr val="bg1"/>
                </a:solidFill>
              </a:rPr>
              <a:t>7</a:t>
            </a:r>
            <a:endParaRPr lang="fr-FR" dirty="0"/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5AD1ACAF-42EE-47B8-EC58-EBE690B8A89F}"/>
              </a:ext>
            </a:extLst>
          </p:cNvPr>
          <p:cNvSpPr txBox="1"/>
          <p:nvPr/>
        </p:nvSpPr>
        <p:spPr>
          <a:xfrm>
            <a:off x="7794694" y="6206000"/>
            <a:ext cx="5525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>
                <a:ln>
                  <a:solidFill>
                    <a:schemeClr val="accent3"/>
                  </a:solidFill>
                </a:ln>
                <a:solidFill>
                  <a:schemeClr val="bg1"/>
                </a:solidFill>
              </a:rPr>
              <a:t>12</a:t>
            </a:r>
            <a:endParaRPr lang="fr-FR" dirty="0"/>
          </a:p>
        </p:txBody>
      </p:sp>
      <p:sp>
        <p:nvSpPr>
          <p:cNvPr id="61" name="ZoneTexte 60">
            <a:extLst>
              <a:ext uri="{FF2B5EF4-FFF2-40B4-BE49-F238E27FC236}">
                <a16:creationId xmlns:a16="http://schemas.microsoft.com/office/drawing/2014/main" id="{9A570853-FF1F-0CC9-2561-E4470004623F}"/>
              </a:ext>
            </a:extLst>
          </p:cNvPr>
          <p:cNvSpPr txBox="1"/>
          <p:nvPr/>
        </p:nvSpPr>
        <p:spPr>
          <a:xfrm>
            <a:off x="9791725" y="4354247"/>
            <a:ext cx="3617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>
                <a:ln>
                  <a:solidFill>
                    <a:schemeClr val="tx1"/>
                  </a:solidFill>
                </a:ln>
              </a:rPr>
              <a:t>8</a:t>
            </a:r>
            <a:endParaRPr lang="fr-FR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63" name="ZoneTexte 62">
            <a:extLst>
              <a:ext uri="{FF2B5EF4-FFF2-40B4-BE49-F238E27FC236}">
                <a16:creationId xmlns:a16="http://schemas.microsoft.com/office/drawing/2014/main" id="{675C241E-DC27-90E4-8372-C250927DBCCC}"/>
              </a:ext>
            </a:extLst>
          </p:cNvPr>
          <p:cNvSpPr txBox="1"/>
          <p:nvPr/>
        </p:nvSpPr>
        <p:spPr>
          <a:xfrm>
            <a:off x="1496959" y="6041810"/>
            <a:ext cx="3617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>
                <a:ln>
                  <a:solidFill>
                    <a:schemeClr val="tx1"/>
                  </a:solidFill>
                </a:ln>
              </a:rPr>
              <a:t>9</a:t>
            </a:r>
            <a:endParaRPr lang="fr-FR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998ECF97-9C0B-0A20-6035-75AB0AEFB95A}"/>
              </a:ext>
            </a:extLst>
          </p:cNvPr>
          <p:cNvSpPr txBox="1"/>
          <p:nvPr/>
        </p:nvSpPr>
        <p:spPr>
          <a:xfrm>
            <a:off x="2817825" y="6177945"/>
            <a:ext cx="5655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>
                <a:ln>
                  <a:solidFill>
                    <a:schemeClr val="tx1"/>
                  </a:solidFill>
                </a:ln>
                <a:solidFill>
                  <a:schemeClr val="accent6"/>
                </a:solidFill>
              </a:rPr>
              <a:t>10</a:t>
            </a:r>
            <a:endParaRPr lang="fr-FR" dirty="0">
              <a:ln>
                <a:solidFill>
                  <a:schemeClr val="tx1"/>
                </a:solidFill>
              </a:ln>
              <a:solidFill>
                <a:schemeClr val="accent6"/>
              </a:solidFill>
            </a:endParaRPr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C3704E94-0600-C7BF-86F3-A2EC753B0B4F}"/>
              </a:ext>
            </a:extLst>
          </p:cNvPr>
          <p:cNvSpPr txBox="1"/>
          <p:nvPr/>
        </p:nvSpPr>
        <p:spPr>
          <a:xfrm>
            <a:off x="5104825" y="6386626"/>
            <a:ext cx="5655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>
                <a:ln>
                  <a:solidFill>
                    <a:schemeClr val="tx1"/>
                  </a:solidFill>
                </a:ln>
                <a:solidFill>
                  <a:schemeClr val="accent6"/>
                </a:solidFill>
              </a:rPr>
              <a:t>11</a:t>
            </a:r>
            <a:endParaRPr lang="fr-FR" dirty="0">
              <a:ln>
                <a:solidFill>
                  <a:schemeClr val="tx1"/>
                </a:solidFill>
              </a:ln>
              <a:solidFill>
                <a:schemeClr val="accent6"/>
              </a:solidFill>
            </a:endParaRP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42BE7121-57B6-924F-B632-1831ED5832E2}"/>
              </a:ext>
            </a:extLst>
          </p:cNvPr>
          <p:cNvSpPr txBox="1"/>
          <p:nvPr/>
        </p:nvSpPr>
        <p:spPr>
          <a:xfrm>
            <a:off x="11678483" y="5058919"/>
            <a:ext cx="5655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>
                <a:ln>
                  <a:solidFill>
                    <a:schemeClr val="tx1"/>
                  </a:solidFill>
                </a:ln>
                <a:solidFill>
                  <a:schemeClr val="accent6"/>
                </a:solidFill>
              </a:rPr>
              <a:t>13</a:t>
            </a:r>
            <a:endParaRPr lang="fr-FR" dirty="0">
              <a:ln>
                <a:solidFill>
                  <a:schemeClr val="tx1"/>
                </a:solidFill>
              </a:ln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1084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64A21B9-D2B4-49C3-B39A-984967DE242D}"/>
              </a:ext>
            </a:extLst>
          </p:cNvPr>
          <p:cNvSpPr/>
          <p:nvPr/>
        </p:nvSpPr>
        <p:spPr>
          <a:xfrm>
            <a:off x="2268415" y="764931"/>
            <a:ext cx="9231923" cy="63568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itre 5"/>
          <p:cNvSpPr>
            <a:spLocks noGrp="1"/>
          </p:cNvSpPr>
          <p:nvPr>
            <p:ph type="title"/>
          </p:nvPr>
        </p:nvSpPr>
        <p:spPr>
          <a:xfrm>
            <a:off x="792335" y="2769990"/>
            <a:ext cx="11232000" cy="1318019"/>
          </a:xfrm>
        </p:spPr>
        <p:txBody>
          <a:bodyPr/>
          <a:lstStyle/>
          <a:p>
            <a:pPr marL="0" indent="0">
              <a:buNone/>
            </a:pPr>
            <a:r>
              <a:rPr lang="fr-FR" sz="4400" dirty="0">
                <a:solidFill>
                  <a:srgbClr val="000000"/>
                </a:solidFill>
              </a:rPr>
              <a:t>outils annexes du standard</a:t>
            </a:r>
            <a:endParaRPr lang="fr-FR" dirty="0"/>
          </a:p>
        </p:txBody>
      </p:sp>
      <p:pic>
        <p:nvPicPr>
          <p:cNvPr id="17" name="Picture 9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815" y="77849"/>
            <a:ext cx="768085" cy="845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Espace réservé du pied de page 10">
            <a:extLst>
              <a:ext uri="{FF2B5EF4-FFF2-40B4-BE49-F238E27FC236}">
                <a16:creationId xmlns:a16="http://schemas.microsoft.com/office/drawing/2014/main" id="{E202880A-E9CF-4E9D-8B29-5DB98A7B5984}"/>
              </a:ext>
            </a:extLst>
          </p:cNvPr>
          <p:cNvSpPr txBox="1">
            <a:spLocks/>
          </p:cNvSpPr>
          <p:nvPr/>
        </p:nvSpPr>
        <p:spPr bwMode="gray">
          <a:xfrm>
            <a:off x="504335" y="6438000"/>
            <a:ext cx="5904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Institut national de l’information  géographique et forestière</a:t>
            </a:r>
            <a:endParaRPr lang="fr-FR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E2007A2-99E4-4F9F-A223-1CF2C8BA8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 cap="all"/>
              <a:t>17/09/2026</a:t>
            </a:r>
            <a:endParaRPr lang="fr-FR" cap="all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C28CB49-4516-4C3D-974F-D42AC1FF8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23</a:t>
            </a:fld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AC9B347-DA89-E0B6-3072-6C6975837F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6165" y="2198783"/>
            <a:ext cx="1464938" cy="1464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3935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447595" y="347789"/>
            <a:ext cx="9575076" cy="425595"/>
          </a:xfrm>
        </p:spPr>
        <p:txBody>
          <a:bodyPr vert="horz" lIns="91440" tIns="45720" rIns="91440" bIns="45720" rtlCol="0" anchor="ctr" anchorCtr="0">
            <a:noAutofit/>
          </a:bodyPr>
          <a:lstStyle/>
          <a:p>
            <a:pPr algn="ctr"/>
            <a:r>
              <a:rPr lang="fr-FR" dirty="0"/>
              <a:t>Livrables </a:t>
            </a:r>
            <a:endParaRPr lang="fr-FR" dirty="0">
              <a:latin typeface="+mn-lt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Encre 11">
                <a:extLst>
                  <a:ext uri="{FF2B5EF4-FFF2-40B4-BE49-F238E27FC236}">
                    <a16:creationId xmlns:a16="http://schemas.microsoft.com/office/drawing/2014/main" id="{3F273C30-FC1D-0545-2F1A-57468750148E}"/>
                  </a:ext>
                </a:extLst>
              </p14:cNvPr>
              <p14:cNvContentPartPr/>
              <p14:nvPr/>
            </p14:nvContentPartPr>
            <p14:xfrm>
              <a:off x="-388030" y="-5020"/>
              <a:ext cx="8263" cy="8263"/>
            </p14:xfrm>
          </p:contentPart>
        </mc:Choice>
        <mc:Fallback xmlns="">
          <p:pic>
            <p:nvPicPr>
              <p:cNvPr id="12" name="Encre 11">
                <a:extLst>
                  <a:ext uri="{FF2B5EF4-FFF2-40B4-BE49-F238E27FC236}">
                    <a16:creationId xmlns:a16="http://schemas.microsoft.com/office/drawing/2014/main" id="{3F273C30-FC1D-0545-2F1A-57468750148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801180" y="-409907"/>
                <a:ext cx="826300" cy="8263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0798B54-E5C6-4B77-A65C-B80D7302A6CA}"/>
              </a:ext>
            </a:extLst>
          </p:cNvPr>
          <p:cNvSpPr>
            <a:spLocks noGrp="1"/>
          </p:cNvSpPr>
          <p:nvPr/>
        </p:nvSpPr>
        <p:spPr>
          <a:xfrm>
            <a:off x="220092" y="1064081"/>
            <a:ext cx="11551699" cy="5793921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 kern="1200">
                <a:solidFill>
                  <a:srgbClr val="55453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1" kern="1200">
                <a:solidFill>
                  <a:srgbClr val="987D6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85838" indent="-17621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891" indent="-342891" algn="just" defTabSz="914377">
              <a:defRPr/>
            </a:pPr>
            <a:endParaRPr lang="fr-FR" sz="160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41114B76-0EAD-492D-B12C-3059C9651E4E}"/>
              </a:ext>
            </a:extLst>
          </p:cNvPr>
          <p:cNvSpPr>
            <a:spLocks noGrp="1"/>
          </p:cNvSpPr>
          <p:nvPr/>
        </p:nvSpPr>
        <p:spPr>
          <a:xfrm>
            <a:off x="275643" y="1058782"/>
            <a:ext cx="11916357" cy="5119861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 kern="1200">
                <a:solidFill>
                  <a:srgbClr val="55453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1" kern="1200">
                <a:solidFill>
                  <a:srgbClr val="987D6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85838" indent="-17621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indent="-457189" algn="just">
              <a:buClr>
                <a:srgbClr val="554538"/>
              </a:buClr>
              <a:defRPr/>
            </a:pPr>
            <a:r>
              <a:rPr lang="fr-FR" sz="1870" b="0" dirty="0">
                <a:solidFill>
                  <a:srgbClr val="000000"/>
                </a:solidFill>
                <a:latin typeface="+mn-lt"/>
                <a:ea typeface="Calibri"/>
                <a:cs typeface="Arial"/>
              </a:rPr>
              <a:t>Une </a:t>
            </a:r>
            <a:r>
              <a:rPr lang="fr-FR" sz="1870" dirty="0">
                <a:solidFill>
                  <a:srgbClr val="000000"/>
                </a:solidFill>
                <a:latin typeface="+mn-lt"/>
                <a:ea typeface="Calibri"/>
                <a:cs typeface="Arial"/>
              </a:rPr>
              <a:t>V2 du standard </a:t>
            </a:r>
            <a:r>
              <a:rPr lang="fr-FR" sz="1870" b="0" dirty="0">
                <a:solidFill>
                  <a:srgbClr val="000000"/>
                </a:solidFill>
                <a:latin typeface="+mn-lt"/>
                <a:ea typeface="Calibri"/>
                <a:cs typeface="Arial"/>
              </a:rPr>
              <a:t>« Dessertes pour le transport de bois » </a:t>
            </a:r>
          </a:p>
          <a:p>
            <a:pPr lvl="2" indent="-457189" algn="just">
              <a:buClr>
                <a:srgbClr val="554538"/>
              </a:buClr>
              <a:defRPr/>
            </a:pPr>
            <a:r>
              <a:rPr lang="fr-FR" sz="1870" dirty="0" err="1">
                <a:solidFill>
                  <a:srgbClr val="000000"/>
                </a:solidFill>
                <a:latin typeface="+mn-lt"/>
                <a:ea typeface="Calibri"/>
                <a:cs typeface="Arial"/>
              </a:rPr>
              <a:t>Pdf</a:t>
            </a:r>
            <a:r>
              <a:rPr lang="fr-FR" sz="1870" dirty="0">
                <a:solidFill>
                  <a:srgbClr val="000000"/>
                </a:solidFill>
                <a:latin typeface="+mn-lt"/>
                <a:ea typeface="Calibri"/>
                <a:cs typeface="Arial"/>
              </a:rPr>
              <a:t> et wiki disponibles sur le </a:t>
            </a:r>
            <a:r>
              <a:rPr lang="fr-FR" sz="1870" dirty="0">
                <a:solidFill>
                  <a:srgbClr val="000000"/>
                </a:solidFill>
                <a:latin typeface="+mn-lt"/>
                <a:ea typeface="Calibri"/>
                <a:cs typeface="Arial"/>
                <a:hlinkClick r:id="rId5"/>
              </a:rPr>
              <a:t>GitHub</a:t>
            </a:r>
            <a:r>
              <a:rPr lang="fr-FR" sz="1870" dirty="0">
                <a:solidFill>
                  <a:srgbClr val="000000"/>
                </a:solidFill>
                <a:latin typeface="+mn-lt"/>
                <a:ea typeface="Calibri"/>
                <a:cs typeface="Arial"/>
              </a:rPr>
              <a:t> et page </a:t>
            </a:r>
            <a:r>
              <a:rPr lang="fr-FR" sz="1870" dirty="0">
                <a:solidFill>
                  <a:srgbClr val="000000"/>
                </a:solidFill>
                <a:latin typeface="+mn-lt"/>
                <a:ea typeface="Calibri"/>
                <a:cs typeface="Arial"/>
                <a:hlinkClick r:id="rId6"/>
              </a:rPr>
              <a:t>CNIG</a:t>
            </a:r>
            <a:endParaRPr lang="fr-FR" sz="1870" dirty="0">
              <a:solidFill>
                <a:srgbClr val="000000"/>
              </a:solidFill>
              <a:latin typeface="+mn-lt"/>
              <a:ea typeface="Calibri"/>
              <a:cs typeface="Arial"/>
            </a:endParaRPr>
          </a:p>
          <a:p>
            <a:pPr lvl="2" indent="-457189" algn="just">
              <a:buClr>
                <a:srgbClr val="554538"/>
              </a:buClr>
              <a:defRPr/>
            </a:pPr>
            <a:r>
              <a:rPr lang="fr-FR" sz="1870" b="0" dirty="0">
                <a:solidFill>
                  <a:srgbClr val="000000"/>
                </a:solidFill>
                <a:latin typeface="+mn-lt"/>
                <a:ea typeface="Calibri"/>
                <a:cs typeface="Arial"/>
              </a:rPr>
              <a:t>Un </a:t>
            </a:r>
            <a:r>
              <a:rPr lang="fr-FR" sz="1870" b="1" dirty="0">
                <a:solidFill>
                  <a:srgbClr val="000000"/>
                </a:solidFill>
                <a:latin typeface="+mn-lt"/>
                <a:ea typeface="Calibri"/>
                <a:cs typeface="Arial"/>
              </a:rPr>
              <a:t>modèle conceptuel de données </a:t>
            </a:r>
            <a:r>
              <a:rPr lang="fr-FR" sz="1870" b="0" dirty="0">
                <a:solidFill>
                  <a:srgbClr val="000000"/>
                </a:solidFill>
                <a:latin typeface="+mn-lt"/>
                <a:ea typeface="Calibri"/>
                <a:cs typeface="Arial"/>
              </a:rPr>
              <a:t>(image dispo dans le standard)</a:t>
            </a:r>
          </a:p>
          <a:p>
            <a:pPr lvl="1" indent="-457189" algn="just">
              <a:buClr>
                <a:srgbClr val="554538"/>
              </a:buClr>
              <a:defRPr/>
            </a:pPr>
            <a:r>
              <a:rPr lang="fr-FR" sz="1870" b="0" dirty="0">
                <a:solidFill>
                  <a:srgbClr val="000000"/>
                </a:solidFill>
                <a:latin typeface="+mn-lt"/>
                <a:ea typeface="Calibri"/>
                <a:cs typeface="Arial"/>
              </a:rPr>
              <a:t>Un </a:t>
            </a:r>
            <a:r>
              <a:rPr lang="fr-FR" sz="1870" dirty="0">
                <a:solidFill>
                  <a:srgbClr val="000000"/>
                </a:solidFill>
                <a:latin typeface="+mn-lt"/>
                <a:ea typeface="Calibri"/>
                <a:cs typeface="Arial"/>
              </a:rPr>
              <a:t>schéma</a:t>
            </a:r>
            <a:r>
              <a:rPr lang="fr-FR" sz="1870" b="0" dirty="0">
                <a:solidFill>
                  <a:srgbClr val="000000"/>
                </a:solidFill>
                <a:latin typeface="+mn-lt"/>
                <a:ea typeface="Calibri"/>
                <a:cs typeface="Arial"/>
              </a:rPr>
              <a:t> pour les validateurs open data (compatible </a:t>
            </a:r>
            <a:r>
              <a:rPr lang="fr-FR" sz="1870" b="0" dirty="0" err="1">
                <a:solidFill>
                  <a:srgbClr val="000000"/>
                </a:solidFill>
                <a:latin typeface="+mn-lt"/>
                <a:ea typeface="Calibri"/>
                <a:cs typeface="Arial"/>
              </a:rPr>
              <a:t>schema.data.gouv</a:t>
            </a:r>
            <a:r>
              <a:rPr lang="fr-FR" sz="1870" b="0" dirty="0">
                <a:solidFill>
                  <a:srgbClr val="000000"/>
                </a:solidFill>
                <a:latin typeface="+mn-lt"/>
                <a:ea typeface="Calibri"/>
                <a:cs typeface="Arial"/>
              </a:rPr>
              <a:t>/</a:t>
            </a:r>
            <a:r>
              <a:rPr lang="fr-FR" sz="1870" b="0" dirty="0" err="1">
                <a:solidFill>
                  <a:srgbClr val="000000"/>
                </a:solidFill>
                <a:latin typeface="+mn-lt"/>
                <a:ea typeface="Calibri"/>
                <a:cs typeface="Arial"/>
              </a:rPr>
              <a:t>validata</a:t>
            </a:r>
            <a:r>
              <a:rPr lang="fr-FR" sz="1870" b="0" dirty="0">
                <a:solidFill>
                  <a:srgbClr val="000000"/>
                </a:solidFill>
                <a:latin typeface="+mn-lt"/>
                <a:ea typeface="Calibri"/>
                <a:cs typeface="Arial"/>
              </a:rPr>
              <a:t>)</a:t>
            </a:r>
          </a:p>
          <a:p>
            <a:pPr lvl="2" indent="-457189" algn="just">
              <a:buClr>
                <a:srgbClr val="554538"/>
              </a:buClr>
              <a:defRPr/>
            </a:pPr>
            <a:r>
              <a:rPr lang="fr-FR" sz="1870" dirty="0" err="1">
                <a:solidFill>
                  <a:srgbClr val="000000"/>
                </a:solidFill>
                <a:latin typeface="+mn-lt"/>
                <a:ea typeface="Calibri"/>
                <a:cs typeface="Arial"/>
              </a:rPr>
              <a:t>Json</a:t>
            </a:r>
            <a:r>
              <a:rPr lang="fr-FR" sz="1870" dirty="0">
                <a:solidFill>
                  <a:srgbClr val="000000"/>
                </a:solidFill>
                <a:latin typeface="+mn-lt"/>
                <a:ea typeface="Calibri"/>
                <a:cs typeface="Arial"/>
              </a:rPr>
              <a:t> disponible sur le GitHub</a:t>
            </a:r>
            <a:endParaRPr lang="fr-FR" sz="1870" b="0" dirty="0">
              <a:solidFill>
                <a:srgbClr val="000000"/>
              </a:solidFill>
              <a:latin typeface="+mn-lt"/>
              <a:ea typeface="Calibri"/>
              <a:cs typeface="Arial"/>
            </a:endParaRPr>
          </a:p>
          <a:p>
            <a:pPr lvl="1" indent="-457189" algn="just">
              <a:buClr>
                <a:srgbClr val="554538"/>
              </a:buClr>
              <a:defRPr/>
            </a:pPr>
            <a:r>
              <a:rPr lang="fr-FR" sz="1870" b="0" dirty="0">
                <a:solidFill>
                  <a:srgbClr val="000000"/>
                </a:solidFill>
                <a:latin typeface="+mn-lt"/>
                <a:ea typeface="Calibri"/>
                <a:cs typeface="Arial"/>
              </a:rPr>
              <a:t>Un </a:t>
            </a:r>
            <a:r>
              <a:rPr lang="fr-FR" sz="1870" dirty="0">
                <a:solidFill>
                  <a:srgbClr val="000000"/>
                </a:solidFill>
                <a:latin typeface="+mn-lt"/>
                <a:ea typeface="Calibri"/>
                <a:cs typeface="Arial"/>
              </a:rPr>
              <a:t>tableau de correspondance</a:t>
            </a:r>
          </a:p>
          <a:p>
            <a:pPr lvl="2" indent="-457189" algn="just">
              <a:buClr>
                <a:srgbClr val="554538"/>
              </a:buClr>
              <a:defRPr/>
            </a:pPr>
            <a:r>
              <a:rPr lang="fr-FR" sz="1870" dirty="0">
                <a:solidFill>
                  <a:srgbClr val="000000"/>
                </a:solidFill>
                <a:latin typeface="+mn-lt"/>
                <a:ea typeface="Calibri"/>
                <a:cs typeface="Arial"/>
              </a:rPr>
              <a:t>Excel disponible sur le GitHub</a:t>
            </a:r>
          </a:p>
          <a:p>
            <a:pPr lvl="2" indent="-457189" algn="just">
              <a:buClr>
                <a:srgbClr val="554538"/>
              </a:buClr>
              <a:defRPr/>
            </a:pPr>
            <a:r>
              <a:rPr lang="fr-FR" sz="1870" dirty="0">
                <a:solidFill>
                  <a:srgbClr val="000000"/>
                </a:solidFill>
                <a:latin typeface="+mn-lt"/>
                <a:ea typeface="Calibri"/>
                <a:cs typeface="Arial"/>
              </a:rPr>
              <a:t>Entre la V1 et la V2</a:t>
            </a:r>
          </a:p>
          <a:p>
            <a:pPr lvl="2" indent="-457189" algn="just">
              <a:buClr>
                <a:srgbClr val="554538"/>
              </a:buClr>
              <a:defRPr/>
            </a:pPr>
            <a:r>
              <a:rPr lang="fr-FR" sz="1870" dirty="0">
                <a:solidFill>
                  <a:srgbClr val="000000"/>
                </a:solidFill>
                <a:latin typeface="+mn-lt"/>
                <a:ea typeface="Calibri"/>
                <a:cs typeface="Arial"/>
              </a:rPr>
              <a:t>Entre les attributs du standard et les champs BD TOPO</a:t>
            </a:r>
          </a:p>
          <a:p>
            <a:pPr lvl="1" indent="-457189" algn="just">
              <a:buClr>
                <a:srgbClr val="554538"/>
              </a:buClr>
              <a:defRPr/>
            </a:pPr>
            <a:r>
              <a:rPr lang="fr-FR" sz="1870" b="0" dirty="0">
                <a:solidFill>
                  <a:srgbClr val="000000"/>
                </a:solidFill>
                <a:latin typeface="+mn-lt"/>
                <a:ea typeface="Calibri"/>
                <a:cs typeface="Arial"/>
              </a:rPr>
              <a:t>Un résumé des </a:t>
            </a:r>
            <a:r>
              <a:rPr lang="fr-FR" sz="1870" dirty="0">
                <a:solidFill>
                  <a:srgbClr val="000000"/>
                </a:solidFill>
                <a:latin typeface="+mn-lt"/>
                <a:ea typeface="Calibri"/>
                <a:cs typeface="Arial"/>
              </a:rPr>
              <a:t>discussions concernant de futurs outils</a:t>
            </a:r>
          </a:p>
          <a:p>
            <a:pPr lvl="1" indent="-457189" algn="just">
              <a:buClr>
                <a:srgbClr val="554538"/>
              </a:buClr>
              <a:defRPr/>
            </a:pPr>
            <a:r>
              <a:rPr lang="fr-FR" sz="1870" dirty="0">
                <a:solidFill>
                  <a:srgbClr val="000000"/>
                </a:solidFill>
                <a:latin typeface="+mn-lt"/>
                <a:ea typeface="Calibri"/>
                <a:cs typeface="Arial"/>
              </a:rPr>
              <a:t>Documents de suivi </a:t>
            </a:r>
            <a:r>
              <a:rPr lang="fr-FR" sz="1870" b="0" dirty="0">
                <a:solidFill>
                  <a:srgbClr val="000000"/>
                </a:solidFill>
                <a:latin typeface="+mn-lt"/>
                <a:ea typeface="Calibri"/>
                <a:cs typeface="Arial"/>
              </a:rPr>
              <a:t>conservés</a:t>
            </a:r>
          </a:p>
          <a:p>
            <a:pPr lvl="2" indent="-457189" algn="just">
              <a:buClr>
                <a:srgbClr val="554538"/>
              </a:buClr>
              <a:defRPr/>
            </a:pPr>
            <a:r>
              <a:rPr lang="fr-FR" sz="1870" dirty="0">
                <a:solidFill>
                  <a:srgbClr val="000000"/>
                </a:solidFill>
                <a:latin typeface="+mn-lt"/>
                <a:ea typeface="Calibri"/>
                <a:cs typeface="Arial"/>
              </a:rPr>
              <a:t>CR et </a:t>
            </a:r>
            <a:r>
              <a:rPr lang="fr-FR" sz="1870" dirty="0" err="1">
                <a:solidFill>
                  <a:srgbClr val="000000"/>
                </a:solidFill>
                <a:latin typeface="+mn-lt"/>
                <a:ea typeface="Calibri"/>
                <a:cs typeface="Arial"/>
              </a:rPr>
              <a:t>ppt</a:t>
            </a:r>
            <a:r>
              <a:rPr lang="fr-FR" sz="1870" dirty="0">
                <a:solidFill>
                  <a:srgbClr val="000000"/>
                </a:solidFill>
                <a:latin typeface="+mn-lt"/>
                <a:ea typeface="Calibri"/>
                <a:cs typeface="Arial"/>
              </a:rPr>
              <a:t> des ateliers</a:t>
            </a:r>
          </a:p>
          <a:p>
            <a:pPr lvl="2" indent="-457189" algn="just">
              <a:buClr>
                <a:srgbClr val="554538"/>
              </a:buClr>
              <a:defRPr/>
            </a:pPr>
            <a:r>
              <a:rPr lang="fr-FR" sz="1870" dirty="0">
                <a:solidFill>
                  <a:srgbClr val="000000"/>
                </a:solidFill>
                <a:latin typeface="+mn-lt"/>
                <a:ea typeface="Calibri"/>
                <a:cs typeface="Arial"/>
              </a:rPr>
              <a:t>Tableaux de travail et </a:t>
            </a:r>
            <a:r>
              <a:rPr lang="fr-FR" sz="1870" dirty="0" err="1">
                <a:solidFill>
                  <a:srgbClr val="000000"/>
                </a:solidFill>
                <a:latin typeface="+mn-lt"/>
                <a:ea typeface="Calibri"/>
                <a:cs typeface="Arial"/>
              </a:rPr>
              <a:t>ppt</a:t>
            </a:r>
            <a:r>
              <a:rPr lang="fr-FR" sz="1870" dirty="0">
                <a:solidFill>
                  <a:srgbClr val="000000"/>
                </a:solidFill>
                <a:latin typeface="+mn-lt"/>
                <a:ea typeface="Calibri"/>
                <a:cs typeface="Arial"/>
              </a:rPr>
              <a:t> de </a:t>
            </a:r>
            <a:r>
              <a:rPr lang="fr-FR" sz="1870" dirty="0" err="1">
                <a:solidFill>
                  <a:srgbClr val="000000"/>
                </a:solidFill>
                <a:latin typeface="+mn-lt"/>
                <a:ea typeface="Calibri"/>
                <a:cs typeface="Arial"/>
              </a:rPr>
              <a:t>comm</a:t>
            </a:r>
            <a:r>
              <a:rPr lang="fr-FR" sz="1870" dirty="0">
                <a:solidFill>
                  <a:srgbClr val="000000"/>
                </a:solidFill>
                <a:latin typeface="+mn-lt"/>
                <a:ea typeface="Calibri"/>
                <a:cs typeface="Arial"/>
              </a:rPr>
              <a:t>.</a:t>
            </a:r>
          </a:p>
          <a:p>
            <a:pPr lvl="2" indent="-457189" algn="just">
              <a:buClr>
                <a:srgbClr val="554538"/>
              </a:buClr>
              <a:defRPr/>
            </a:pPr>
            <a:r>
              <a:rPr lang="fr-FR" sz="1870" dirty="0">
                <a:solidFill>
                  <a:srgbClr val="000000"/>
                </a:solidFill>
                <a:latin typeface="+mn-lt"/>
                <a:ea typeface="Calibri"/>
                <a:cs typeface="Arial"/>
              </a:rPr>
              <a:t>Référentiels utilisés</a:t>
            </a:r>
          </a:p>
          <a:p>
            <a:pPr lvl="1" indent="-457189" algn="just">
              <a:buClr>
                <a:srgbClr val="554538"/>
              </a:buClr>
              <a:defRPr/>
            </a:pPr>
            <a:endParaRPr lang="fr-FR" sz="1867" b="0" dirty="0">
              <a:solidFill>
                <a:srgbClr val="000000"/>
              </a:solidFill>
              <a:latin typeface="+mj-lt"/>
              <a:ea typeface="Calibri"/>
              <a:cs typeface="Arial"/>
            </a:endParaRPr>
          </a:p>
          <a:p>
            <a:pPr algn="just" defTabSz="1219170">
              <a:spcBef>
                <a:spcPts val="800"/>
              </a:spcBef>
              <a:buFont typeface="Arial" panose="020B0604020202020204" pitchFamily="34" charset="0"/>
              <a:buChar char="•"/>
              <a:defRPr/>
            </a:pPr>
            <a:endParaRPr lang="fr-FR" sz="1867" b="0" dirty="0">
              <a:solidFill>
                <a:srgbClr val="000000"/>
              </a:solidFill>
              <a:latin typeface="+mj-lt"/>
              <a:ea typeface="Calibri"/>
              <a:cs typeface="Arial"/>
            </a:endParaRPr>
          </a:p>
          <a:p>
            <a:pPr algn="just">
              <a:buFont typeface="Arial" panose="020B0604020202020204" pitchFamily="34" charset="0"/>
              <a:buChar char="•"/>
              <a:defRPr/>
            </a:pPr>
            <a:r>
              <a:rPr lang="fr-FR" sz="1867" b="0" dirty="0">
                <a:solidFill>
                  <a:srgbClr val="000000"/>
                </a:solidFill>
                <a:latin typeface="+mj-lt"/>
                <a:ea typeface="Calibri"/>
                <a:cs typeface="Arial"/>
              </a:rPr>
              <a:t>Organisation, suivi du GT et communication</a:t>
            </a:r>
          </a:p>
          <a:p>
            <a:pPr lvl="1" indent="-457189" algn="just">
              <a:buClr>
                <a:srgbClr val="554538"/>
              </a:buClr>
              <a:defRPr/>
            </a:pPr>
            <a:r>
              <a:rPr lang="fr-FR" sz="1867" b="0" dirty="0">
                <a:solidFill>
                  <a:srgbClr val="000000"/>
                </a:solidFill>
                <a:latin typeface="+mj-lt"/>
                <a:ea typeface="Calibri"/>
                <a:cs typeface="Arial"/>
              </a:rPr>
              <a:t>Liste de diffusion par mail (inscription via </a:t>
            </a:r>
            <a:r>
              <a:rPr lang="fr-FR" sz="1867" b="0" dirty="0">
                <a:solidFill>
                  <a:srgbClr val="000000"/>
                </a:solidFill>
                <a:latin typeface="+mj-lt"/>
                <a:ea typeface="Calibri"/>
                <a:cs typeface="Arial"/>
                <a:hlinkClick r:id="rId7"/>
              </a:rPr>
              <a:t>marion.lacroix@ign.fr</a:t>
            </a:r>
            <a:r>
              <a:rPr lang="fr-FR" sz="1867" b="0" dirty="0">
                <a:solidFill>
                  <a:srgbClr val="000000"/>
                </a:solidFill>
                <a:latin typeface="+mj-lt"/>
                <a:ea typeface="Calibri"/>
                <a:cs typeface="Arial"/>
              </a:rPr>
              <a:t>)</a:t>
            </a:r>
          </a:p>
          <a:p>
            <a:pPr lvl="1" indent="-457189" algn="just">
              <a:buClr>
                <a:srgbClr val="554538"/>
              </a:buClr>
              <a:defRPr/>
            </a:pPr>
            <a:r>
              <a:rPr lang="fr-FR" sz="1867" b="0" dirty="0">
                <a:solidFill>
                  <a:srgbClr val="000000"/>
                </a:solidFill>
                <a:latin typeface="+mj-lt"/>
                <a:ea typeface="Calibri"/>
                <a:cs typeface="Arial"/>
              </a:rPr>
              <a:t>Espace de travail commun</a:t>
            </a:r>
          </a:p>
          <a:p>
            <a:pPr lvl="2" indent="-457189" algn="just">
              <a:buClr>
                <a:srgbClr val="554538"/>
              </a:buClr>
              <a:buFont typeface="Arial" panose="020B0604020202020204" pitchFamily="34" charset="0"/>
              <a:buChar char="•"/>
              <a:defRPr/>
            </a:pPr>
            <a:r>
              <a:rPr lang="fr-FR" sz="1867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Calibri"/>
                <a:cs typeface="Arial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r>
              <a:rPr lang="fr-FR" sz="1867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Calibri"/>
                <a:cs typeface="Arial"/>
              </a:rPr>
              <a:t> </a:t>
            </a:r>
            <a:r>
              <a:rPr lang="fr-FR" sz="1867" dirty="0">
                <a:solidFill>
                  <a:srgbClr val="000000"/>
                </a:solidFill>
                <a:latin typeface="+mj-lt"/>
                <a:cs typeface="Arial"/>
              </a:rPr>
              <a:t>(maj + rapide)</a:t>
            </a:r>
          </a:p>
          <a:p>
            <a:pPr lvl="2" indent="-457189" algn="just">
              <a:buClr>
                <a:srgbClr val="554538"/>
              </a:buClr>
              <a:buFont typeface="Arial" panose="020B0604020202020204" pitchFamily="34" charset="0"/>
              <a:buChar char="•"/>
              <a:defRPr/>
            </a:pPr>
            <a:r>
              <a:rPr lang="fr-FR" sz="1867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Calibri"/>
                <a:cs typeface="Arial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Page de GT</a:t>
            </a:r>
            <a:endParaRPr lang="fr-FR" sz="1867" dirty="0">
              <a:solidFill>
                <a:schemeClr val="tx2">
                  <a:lumMod val="60000"/>
                  <a:lumOff val="40000"/>
                </a:schemeClr>
              </a:solidFill>
              <a:latin typeface="+mj-lt"/>
              <a:ea typeface="Calibri"/>
              <a:cs typeface="Arial"/>
            </a:endParaRPr>
          </a:p>
          <a:p>
            <a:pPr lvl="3" indent="-457189" algn="just">
              <a:buClr>
                <a:srgbClr val="554538"/>
              </a:buClr>
              <a:defRPr/>
            </a:pPr>
            <a:r>
              <a:rPr lang="fr-FR" sz="1867" dirty="0">
                <a:solidFill>
                  <a:srgbClr val="000000"/>
                </a:solidFill>
                <a:latin typeface="+mj-lt"/>
                <a:ea typeface="Calibri"/>
                <a:cs typeface="Arial"/>
              </a:rPr>
              <a:t>Espace Réunions (ODJ, CR, autres infos)</a:t>
            </a:r>
          </a:p>
          <a:p>
            <a:pPr lvl="3" indent="-457189" algn="just">
              <a:buClr>
                <a:srgbClr val="554538"/>
              </a:buClr>
              <a:defRPr/>
            </a:pPr>
            <a:r>
              <a:rPr lang="fr-FR" sz="1867" dirty="0">
                <a:solidFill>
                  <a:srgbClr val="000000"/>
                </a:solidFill>
                <a:latin typeface="+mj-lt"/>
                <a:ea typeface="Calibri"/>
                <a:cs typeface="Arial"/>
              </a:rPr>
              <a:t>Espace Ressources (</a:t>
            </a:r>
            <a:r>
              <a:rPr lang="fr-FR" sz="1867" dirty="0" err="1">
                <a:solidFill>
                  <a:srgbClr val="000000"/>
                </a:solidFill>
                <a:latin typeface="+mj-lt"/>
                <a:ea typeface="Calibri"/>
                <a:cs typeface="Arial"/>
              </a:rPr>
              <a:t>ppt</a:t>
            </a:r>
            <a:r>
              <a:rPr lang="fr-FR" sz="1867" dirty="0">
                <a:solidFill>
                  <a:srgbClr val="000000"/>
                </a:solidFill>
                <a:latin typeface="+mj-lt"/>
                <a:ea typeface="Calibri"/>
                <a:cs typeface="Arial"/>
              </a:rPr>
              <a:t>, documents servant </a:t>
            </a:r>
          </a:p>
          <a:p>
            <a:pPr marL="1676358" lvl="3" indent="0" algn="just">
              <a:buClr>
                <a:srgbClr val="554538"/>
              </a:buClr>
              <a:buNone/>
              <a:defRPr/>
            </a:pPr>
            <a:r>
              <a:rPr lang="fr-FR" sz="1867" dirty="0">
                <a:solidFill>
                  <a:srgbClr val="000000"/>
                </a:solidFill>
                <a:latin typeface="+mj-lt"/>
                <a:ea typeface="Calibri"/>
                <a:cs typeface="Arial"/>
              </a:rPr>
              <a:t> de base de travail)</a:t>
            </a:r>
          </a:p>
        </p:txBody>
      </p:sp>
      <p:pic>
        <p:nvPicPr>
          <p:cNvPr id="14" name="Picture 9">
            <a:extLst>
              <a:ext uri="{FF2B5EF4-FFF2-40B4-BE49-F238E27FC236}">
                <a16:creationId xmlns:a16="http://schemas.microsoft.com/office/drawing/2014/main" id="{640FD984-C4DE-495B-85D2-3524524D68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3323" y="268234"/>
            <a:ext cx="768085" cy="845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F0B07EC7-4B72-4890-83EE-2C06AD6BC078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6530" y="4594373"/>
            <a:ext cx="1170679" cy="1170679"/>
          </a:xfrm>
          <a:prstGeom prst="rect">
            <a:avLst/>
          </a:prstGeom>
          <a:ln>
            <a:noFill/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09F835D-4435-2DF4-9B2A-262CEEC510FA}"/>
              </a:ext>
            </a:extLst>
          </p:cNvPr>
          <p:cNvSpPr/>
          <p:nvPr/>
        </p:nvSpPr>
        <p:spPr>
          <a:xfrm>
            <a:off x="9775208" y="1193422"/>
            <a:ext cx="2126256" cy="64639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 partir du 24/09/2026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8FFFB8-3ED9-10B4-B2C2-C7E2C2AACC83}"/>
              </a:ext>
            </a:extLst>
          </p:cNvPr>
          <p:cNvSpPr/>
          <p:nvPr/>
        </p:nvSpPr>
        <p:spPr>
          <a:xfrm>
            <a:off x="9775208" y="2782605"/>
            <a:ext cx="2126256" cy="64639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 partir du 01/10/2026</a:t>
            </a:r>
          </a:p>
        </p:txBody>
      </p: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8FD45848-8081-53F8-513B-D86DFE3A7700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7866043" y="1259650"/>
            <a:ext cx="1909165" cy="25697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2F5D6743-A883-8D21-BCBC-BABF4F3A1A8F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6674385" y="2525635"/>
            <a:ext cx="3100823" cy="580168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C199C2A8-E037-8F93-EC88-7B30DD9952FA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4869455" y="3081740"/>
            <a:ext cx="4905753" cy="24063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avec flèche 31">
            <a:extLst>
              <a:ext uri="{FF2B5EF4-FFF2-40B4-BE49-F238E27FC236}">
                <a16:creationId xmlns:a16="http://schemas.microsoft.com/office/drawing/2014/main" id="{53D6B508-4247-63BD-FBE2-245FCADFC457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7436386" y="3105803"/>
            <a:ext cx="2338822" cy="1461554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avec flèche 34">
            <a:extLst>
              <a:ext uri="{FF2B5EF4-FFF2-40B4-BE49-F238E27FC236}">
                <a16:creationId xmlns:a16="http://schemas.microsoft.com/office/drawing/2014/main" id="{133959B7-7862-AC31-0FFB-017038CB4A01}"/>
              </a:ext>
            </a:extLst>
          </p:cNvPr>
          <p:cNvCxnSpPr>
            <a:cxnSpLocks/>
          </p:cNvCxnSpPr>
          <p:nvPr/>
        </p:nvCxnSpPr>
        <p:spPr>
          <a:xfrm flipV="1">
            <a:off x="4755615" y="3105803"/>
            <a:ext cx="4991425" cy="2061496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Espace réservé de la date 2">
            <a:extLst>
              <a:ext uri="{FF2B5EF4-FFF2-40B4-BE49-F238E27FC236}">
                <a16:creationId xmlns:a16="http://schemas.microsoft.com/office/drawing/2014/main" id="{C4D73B29-8447-FD0E-46FF-7B1F496EFF7F}"/>
              </a:ext>
            </a:extLst>
          </p:cNvPr>
          <p:cNvSpPr txBox="1">
            <a:spLocks/>
          </p:cNvSpPr>
          <p:nvPr/>
        </p:nvSpPr>
        <p:spPr>
          <a:xfrm>
            <a:off x="10152000" y="6378000"/>
            <a:ext cx="1560000" cy="480000"/>
          </a:xfrm>
          <a:prstGeom prst="rect">
            <a:avLst/>
          </a:prstGeom>
        </p:spPr>
        <p:txBody>
          <a:bodyPr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1000" b="1" cap="all"/>
              <a:t>17/09/2026</a:t>
            </a:r>
            <a:endParaRPr lang="fr-FR" sz="1000" b="1" cap="all" dirty="0"/>
          </a:p>
        </p:txBody>
      </p:sp>
      <p:sp>
        <p:nvSpPr>
          <p:cNvPr id="41" name="Espace réservé du numéro de diapositive 16">
            <a:extLst>
              <a:ext uri="{FF2B5EF4-FFF2-40B4-BE49-F238E27FC236}">
                <a16:creationId xmlns:a16="http://schemas.microsoft.com/office/drawing/2014/main" id="{43C2713C-BF78-2B73-AFA2-91C6F489D6AB}"/>
              </a:ext>
            </a:extLst>
          </p:cNvPr>
          <p:cNvSpPr txBox="1">
            <a:spLocks/>
          </p:cNvSpPr>
          <p:nvPr/>
        </p:nvSpPr>
        <p:spPr>
          <a:xfrm>
            <a:off x="8352000" y="6378000"/>
            <a:ext cx="1800000" cy="480000"/>
          </a:xfrm>
          <a:prstGeom prst="rect">
            <a:avLst/>
          </a:prstGeom>
        </p:spPr>
        <p:txBody>
          <a:bodyPr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33122C9-A0B9-462F-8757-0847AD287B63}" type="slidenum">
              <a:rPr lang="fr-FR" sz="1000" b="1" smtClean="0"/>
              <a:pPr algn="r"/>
              <a:t>24</a:t>
            </a:fld>
            <a:endParaRPr lang="fr-FR" sz="1000" b="1" dirty="0"/>
          </a:p>
        </p:txBody>
      </p:sp>
    </p:spTree>
    <p:extLst>
      <p:ext uri="{BB962C8B-B14F-4D97-AF65-F5344CB8AC3E}">
        <p14:creationId xmlns:p14="http://schemas.microsoft.com/office/powerpoint/2010/main" val="3325745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87285-BA84-6A38-EE90-B2EA2BE2B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32ED98B-CED9-4D6C-CADC-5FB07BFEB3E8}"/>
              </a:ext>
            </a:extLst>
          </p:cNvPr>
          <p:cNvSpPr/>
          <p:nvPr/>
        </p:nvSpPr>
        <p:spPr>
          <a:xfrm>
            <a:off x="2268415" y="764931"/>
            <a:ext cx="9231923" cy="63568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4D60AA2A-F56E-1CA5-E0A7-910485B4E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335" y="2769990"/>
            <a:ext cx="11232000" cy="1318019"/>
          </a:xfrm>
        </p:spPr>
        <p:txBody>
          <a:bodyPr/>
          <a:lstStyle/>
          <a:p>
            <a:pPr marL="0" indent="0">
              <a:buNone/>
            </a:pPr>
            <a:r>
              <a:rPr lang="fr-FR" sz="4400" dirty="0">
                <a:solidFill>
                  <a:srgbClr val="000000"/>
                </a:solidFill>
              </a:rPr>
              <a:t>Suite des évènements</a:t>
            </a:r>
            <a:endParaRPr lang="fr-FR" dirty="0"/>
          </a:p>
        </p:txBody>
      </p:sp>
      <p:pic>
        <p:nvPicPr>
          <p:cNvPr id="17" name="Picture 9">
            <a:extLst>
              <a:ext uri="{FF2B5EF4-FFF2-40B4-BE49-F238E27FC236}">
                <a16:creationId xmlns:a16="http://schemas.microsoft.com/office/drawing/2014/main" id="{53344343-DC6D-FA04-689F-BD8B274D22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815" y="77849"/>
            <a:ext cx="768085" cy="845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Espace réservé du pied de page 10">
            <a:extLst>
              <a:ext uri="{FF2B5EF4-FFF2-40B4-BE49-F238E27FC236}">
                <a16:creationId xmlns:a16="http://schemas.microsoft.com/office/drawing/2014/main" id="{DDD720A8-337C-8F4F-FB58-A24607BF7C38}"/>
              </a:ext>
            </a:extLst>
          </p:cNvPr>
          <p:cNvSpPr txBox="1">
            <a:spLocks/>
          </p:cNvSpPr>
          <p:nvPr/>
        </p:nvSpPr>
        <p:spPr bwMode="gray">
          <a:xfrm>
            <a:off x="504335" y="6438000"/>
            <a:ext cx="5904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Institut national de l’information  géographique et forestière</a:t>
            </a:r>
            <a:endParaRPr lang="fr-FR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37DB451-39AD-4C11-70EE-E5C041CF0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 cap="all"/>
              <a:t>17/09/2026</a:t>
            </a:r>
            <a:endParaRPr lang="fr-FR" cap="all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EC5D70C-FF9E-4915-8AC0-8AE72BDEF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25</a:t>
            </a:fld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294C064-32C9-7C18-A631-FF654607A1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3491" y="1868278"/>
            <a:ext cx="1774055" cy="1774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0983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447595" y="347789"/>
            <a:ext cx="9575076" cy="425595"/>
          </a:xfrm>
        </p:spPr>
        <p:txBody>
          <a:bodyPr vert="horz" lIns="91440" tIns="45720" rIns="91440" bIns="45720" rtlCol="0" anchor="ctr" anchorCtr="0">
            <a:noAutofit/>
          </a:bodyPr>
          <a:lstStyle/>
          <a:p>
            <a:pPr algn="ctr"/>
            <a:r>
              <a:rPr lang="fr-FR"/>
              <a:t>Processus d’élaboration d’un standard</a:t>
            </a:r>
            <a:endParaRPr lang="fr-FR">
              <a:latin typeface="+mn-lt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Encre 11">
                <a:extLst>
                  <a:ext uri="{FF2B5EF4-FFF2-40B4-BE49-F238E27FC236}">
                    <a16:creationId xmlns:a16="http://schemas.microsoft.com/office/drawing/2014/main" id="{3F273C30-FC1D-0545-2F1A-57468750148E}"/>
                  </a:ext>
                </a:extLst>
              </p14:cNvPr>
              <p14:cNvContentPartPr/>
              <p14:nvPr/>
            </p14:nvContentPartPr>
            <p14:xfrm>
              <a:off x="-388030" y="-5020"/>
              <a:ext cx="8263" cy="8263"/>
            </p14:xfrm>
          </p:contentPart>
        </mc:Choice>
        <mc:Fallback xmlns="">
          <p:pic>
            <p:nvPicPr>
              <p:cNvPr id="12" name="Encre 11">
                <a:extLst>
                  <a:ext uri="{FF2B5EF4-FFF2-40B4-BE49-F238E27FC236}">
                    <a16:creationId xmlns:a16="http://schemas.microsoft.com/office/drawing/2014/main" id="{3F273C30-FC1D-0545-2F1A-57468750148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801180" y="-409907"/>
                <a:ext cx="826300" cy="8263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0798B54-E5C6-4B77-A65C-B80D7302A6CA}"/>
              </a:ext>
            </a:extLst>
          </p:cNvPr>
          <p:cNvSpPr>
            <a:spLocks noGrp="1"/>
          </p:cNvSpPr>
          <p:nvPr/>
        </p:nvSpPr>
        <p:spPr>
          <a:xfrm>
            <a:off x="220092" y="1064081"/>
            <a:ext cx="11551699" cy="5793921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 kern="1200">
                <a:solidFill>
                  <a:srgbClr val="55453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1" kern="1200">
                <a:solidFill>
                  <a:srgbClr val="987D6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85838" indent="-17621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891" indent="-342891" algn="just" defTabSz="914377">
              <a:defRPr/>
            </a:pPr>
            <a:endParaRPr lang="fr-FR" sz="160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41114B76-0EAD-492D-B12C-3059C9651E4E}"/>
              </a:ext>
            </a:extLst>
          </p:cNvPr>
          <p:cNvSpPr>
            <a:spLocks noGrp="1"/>
          </p:cNvSpPr>
          <p:nvPr/>
        </p:nvSpPr>
        <p:spPr>
          <a:xfrm>
            <a:off x="275643" y="1113867"/>
            <a:ext cx="11551699" cy="5119861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 kern="1200">
                <a:solidFill>
                  <a:srgbClr val="55453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1" kern="1200">
                <a:solidFill>
                  <a:srgbClr val="987D6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85838" indent="-17621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9585" lvl="1" indent="0" algn="just" fontAlgn="base">
              <a:buNone/>
            </a:pPr>
            <a:endParaRPr lang="fr-FR" sz="1867" b="0">
              <a:solidFill>
                <a:srgbClr val="000000"/>
              </a:solidFill>
              <a:latin typeface="+mn-lt"/>
            </a:endParaRPr>
          </a:p>
        </p:txBody>
      </p:sp>
      <p:pic>
        <p:nvPicPr>
          <p:cNvPr id="14" name="Picture 9">
            <a:extLst>
              <a:ext uri="{FF2B5EF4-FFF2-40B4-BE49-F238E27FC236}">
                <a16:creationId xmlns:a16="http://schemas.microsoft.com/office/drawing/2014/main" id="{640FD984-C4DE-495B-85D2-3524524D68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3323" y="268234"/>
            <a:ext cx="768085" cy="845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1B036811-41E6-4126-BA53-B2CEADDF92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541" y="867596"/>
            <a:ext cx="7171813" cy="4724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Ellipse 10">
            <a:extLst>
              <a:ext uri="{FF2B5EF4-FFF2-40B4-BE49-F238E27FC236}">
                <a16:creationId xmlns:a16="http://schemas.microsoft.com/office/drawing/2014/main" id="{DABF3E08-D7F9-4293-9B2E-489104FDDAF8}"/>
              </a:ext>
            </a:extLst>
          </p:cNvPr>
          <p:cNvSpPr/>
          <p:nvPr/>
        </p:nvSpPr>
        <p:spPr>
          <a:xfrm>
            <a:off x="3045827" y="4339024"/>
            <a:ext cx="1334412" cy="1252666"/>
          </a:xfrm>
          <a:prstGeom prst="ellipse">
            <a:avLst/>
          </a:prstGeom>
          <a:noFill/>
          <a:ln w="28575">
            <a:solidFill>
              <a:srgbClr val="C3C3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5A07366D-17AC-4FDC-AD4D-AFAC5997A646}"/>
              </a:ext>
            </a:extLst>
          </p:cNvPr>
          <p:cNvSpPr txBox="1"/>
          <p:nvPr/>
        </p:nvSpPr>
        <p:spPr>
          <a:xfrm>
            <a:off x="5810188" y="3961041"/>
            <a:ext cx="4887984" cy="1354217"/>
          </a:xfrm>
          <a:prstGeom prst="rect">
            <a:avLst/>
          </a:prstGeom>
          <a:noFill/>
        </p:spPr>
        <p:txBody>
          <a:bodyPr wrap="square" lIns="121920" tIns="60960" rIns="121920" bIns="60960" anchor="t">
            <a:spAutoFit/>
          </a:bodyPr>
          <a:lstStyle/>
          <a:p>
            <a:pPr lvl="1" indent="-457189" algn="just">
              <a:buFont typeface="+mj-lt"/>
              <a:buAutoNum type="arabicPeriod"/>
              <a:defRPr/>
            </a:pPr>
            <a:r>
              <a:rPr lang="fr-FR" sz="1600" dirty="0">
                <a:ea typeface="Calibri"/>
                <a:cs typeface="Arial"/>
              </a:rPr>
              <a:t>Travaux d’élaboration du standard</a:t>
            </a:r>
          </a:p>
          <a:p>
            <a:pPr lvl="1" indent="-457189" algn="just">
              <a:buFont typeface="+mj-lt"/>
              <a:buAutoNum type="arabicPeriod"/>
              <a:defRPr/>
            </a:pPr>
            <a:r>
              <a:rPr lang="fr-FR" sz="1600" dirty="0">
                <a:ea typeface="Calibri"/>
                <a:cs typeface="Arial"/>
              </a:rPr>
              <a:t>Ecriture du standard</a:t>
            </a:r>
          </a:p>
          <a:p>
            <a:pPr lvl="1" indent="-457189" algn="just">
              <a:buAutoNum type="arabicPeriod"/>
              <a:defRPr/>
            </a:pPr>
            <a:r>
              <a:rPr lang="fr-FR" sz="1600" dirty="0">
                <a:ea typeface="Calibri"/>
                <a:cs typeface="Arial"/>
              </a:rPr>
              <a:t>Ecriture du schéma et modèle UML</a:t>
            </a:r>
          </a:p>
          <a:p>
            <a:pPr lvl="1" indent="-457189" algn="just">
              <a:buAutoNum type="arabicPeriod"/>
              <a:defRPr/>
            </a:pPr>
            <a:r>
              <a:rPr lang="fr-FR" sz="1600" dirty="0">
                <a:ea typeface="Calibri"/>
                <a:cs typeface="Arial"/>
              </a:rPr>
              <a:t>Envoi et appel à commentaires</a:t>
            </a:r>
          </a:p>
          <a:p>
            <a:pPr lvl="1" indent="-457189" algn="just">
              <a:buAutoNum type="arabicPeriod"/>
              <a:defRPr/>
            </a:pPr>
            <a:endParaRPr lang="fr-FR" sz="1600" dirty="0">
              <a:ea typeface="Calibri"/>
              <a:cs typeface="Arial"/>
            </a:endParaRP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CC9AB61A-28DE-4371-BD5C-228C9DF2BBB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12369" y="1665382"/>
            <a:ext cx="1222849" cy="1377189"/>
          </a:xfrm>
          <a:prstGeom prst="rect">
            <a:avLst/>
          </a:prstGeom>
        </p:spPr>
      </p:pic>
      <p:sp>
        <p:nvSpPr>
          <p:cNvPr id="6" name="Espace réservé de la date 2">
            <a:extLst>
              <a:ext uri="{FF2B5EF4-FFF2-40B4-BE49-F238E27FC236}">
                <a16:creationId xmlns:a16="http://schemas.microsoft.com/office/drawing/2014/main" id="{B8E5E218-2718-7B88-6353-C511528034D7}"/>
              </a:ext>
            </a:extLst>
          </p:cNvPr>
          <p:cNvSpPr txBox="1">
            <a:spLocks/>
          </p:cNvSpPr>
          <p:nvPr/>
        </p:nvSpPr>
        <p:spPr>
          <a:xfrm>
            <a:off x="10152000" y="6378000"/>
            <a:ext cx="1560000" cy="480000"/>
          </a:xfrm>
          <a:prstGeom prst="rect">
            <a:avLst/>
          </a:prstGeom>
        </p:spPr>
        <p:txBody>
          <a:bodyPr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1000" b="1" cap="all" dirty="0"/>
              <a:t>17/09/2026</a:t>
            </a:r>
          </a:p>
        </p:txBody>
      </p:sp>
      <p:sp>
        <p:nvSpPr>
          <p:cNvPr id="9" name="Espace réservé du numéro de diapositive 16">
            <a:extLst>
              <a:ext uri="{FF2B5EF4-FFF2-40B4-BE49-F238E27FC236}">
                <a16:creationId xmlns:a16="http://schemas.microsoft.com/office/drawing/2014/main" id="{F05A22E3-8DE9-708E-FD00-176AA5CB837B}"/>
              </a:ext>
            </a:extLst>
          </p:cNvPr>
          <p:cNvSpPr txBox="1">
            <a:spLocks/>
          </p:cNvSpPr>
          <p:nvPr/>
        </p:nvSpPr>
        <p:spPr>
          <a:xfrm>
            <a:off x="8352000" y="6378000"/>
            <a:ext cx="1800000" cy="480000"/>
          </a:xfrm>
          <a:prstGeom prst="rect">
            <a:avLst/>
          </a:prstGeom>
        </p:spPr>
        <p:txBody>
          <a:bodyPr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33122C9-A0B9-462F-8757-0847AD287B63}" type="slidenum">
              <a:rPr lang="fr-FR" sz="1000" b="1" smtClean="0"/>
              <a:pPr algn="r"/>
              <a:t>26</a:t>
            </a:fld>
            <a:endParaRPr lang="fr-FR" sz="1000" b="1" dirty="0"/>
          </a:p>
        </p:txBody>
      </p:sp>
    </p:spTree>
    <p:extLst>
      <p:ext uri="{BB962C8B-B14F-4D97-AF65-F5344CB8AC3E}">
        <p14:creationId xmlns:p14="http://schemas.microsoft.com/office/powerpoint/2010/main" val="1522850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914144-4E5E-4757-976A-35690A828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3606" y="228894"/>
            <a:ext cx="9479065" cy="812501"/>
          </a:xfrm>
        </p:spPr>
        <p:txBody>
          <a:bodyPr/>
          <a:lstStyle/>
          <a:p>
            <a:pPr algn="ctr"/>
            <a:r>
              <a:rPr lang="fr-FR" dirty="0"/>
              <a:t>Planning prévisionnel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E34F1E9-E0B0-4D42-8B7D-D8AAF906B58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264557" y="1041395"/>
            <a:ext cx="11662887" cy="4740619"/>
          </a:xfrm>
        </p:spPr>
        <p:txBody>
          <a:bodyPr/>
          <a:lstStyle/>
          <a:p>
            <a:pPr lvl="1" algn="just"/>
            <a:r>
              <a:rPr lang="fr-FR" sz="1870" b="0" dirty="0">
                <a:solidFill>
                  <a:srgbClr val="000000"/>
                </a:solidFill>
                <a:latin typeface="+mn-lt"/>
              </a:rPr>
              <a:t> Appel à commentaires (ouvert à tous) </a:t>
            </a:r>
            <a:r>
              <a:rPr lang="fr-FR" sz="1870" b="0" dirty="0">
                <a:solidFill>
                  <a:srgbClr val="000000"/>
                </a:solidFill>
                <a:latin typeface="+mn-lt"/>
                <a:sym typeface="Wingdings" panose="05000000000000000000" pitchFamily="2" charset="2"/>
              </a:rPr>
              <a:t> mi-juillet à mi-septembre 2026</a:t>
            </a:r>
          </a:p>
          <a:p>
            <a:pPr lvl="1" algn="just"/>
            <a:r>
              <a:rPr lang="fr-FR" sz="1870" dirty="0">
                <a:solidFill>
                  <a:srgbClr val="000000"/>
                </a:solidFill>
                <a:latin typeface="+mn-lt"/>
                <a:sym typeface="Wingdings" panose="05000000000000000000" pitchFamily="2" charset="2"/>
              </a:rPr>
              <a:t> Dernière réunion plénière </a:t>
            </a:r>
            <a:r>
              <a:rPr lang="fr-FR" sz="1870" b="0" dirty="0">
                <a:solidFill>
                  <a:srgbClr val="000000"/>
                </a:solidFill>
                <a:latin typeface="+mn-lt"/>
                <a:sym typeface="Wingdings" panose="05000000000000000000" pitchFamily="2" charset="2"/>
              </a:rPr>
              <a:t> 17/09/2026 </a:t>
            </a:r>
            <a:endParaRPr lang="fr-FR" sz="1870" b="0" dirty="0">
              <a:solidFill>
                <a:srgbClr val="000000"/>
              </a:solidFill>
              <a:latin typeface="+mn-lt"/>
            </a:endParaRPr>
          </a:p>
          <a:p>
            <a:pPr lvl="1" algn="just"/>
            <a:r>
              <a:rPr lang="fr-FR" sz="1870" dirty="0">
                <a:solidFill>
                  <a:srgbClr val="000000"/>
                </a:solidFill>
                <a:latin typeface="+mn-lt"/>
              </a:rPr>
              <a:t> Approbation du standard par le GT </a:t>
            </a:r>
            <a:r>
              <a:rPr lang="fr-FR" sz="1870" b="0" dirty="0">
                <a:solidFill>
                  <a:srgbClr val="000000"/>
                </a:solidFill>
                <a:latin typeface="+mn-lt"/>
                <a:sym typeface="Wingdings" panose="05000000000000000000" pitchFamily="2" charset="2"/>
              </a:rPr>
              <a:t> 17/09/2026 </a:t>
            </a:r>
            <a:r>
              <a:rPr lang="fr-FR" sz="1870" b="0" dirty="0">
                <a:solidFill>
                  <a:srgbClr val="000000"/>
                </a:solidFill>
                <a:sym typeface="Wingdings" panose="05000000000000000000" pitchFamily="2" charset="2"/>
              </a:rPr>
              <a:t>🤞</a:t>
            </a:r>
            <a:endParaRPr lang="fr-FR" sz="1870" b="0" dirty="0">
              <a:solidFill>
                <a:srgbClr val="000000"/>
              </a:solidFill>
              <a:latin typeface="+mn-lt"/>
              <a:sym typeface="Wingdings" panose="05000000000000000000" pitchFamily="2" charset="2"/>
            </a:endParaRPr>
          </a:p>
          <a:p>
            <a:pPr lvl="1" algn="just"/>
            <a:r>
              <a:rPr lang="fr-FR" sz="1870" dirty="0">
                <a:solidFill>
                  <a:srgbClr val="000000"/>
                </a:solidFill>
                <a:latin typeface="+mn-lt"/>
                <a:sym typeface="Wingdings" panose="05000000000000000000" pitchFamily="2" charset="2"/>
              </a:rPr>
              <a:t> Passage en commission des standards CNIG </a:t>
            </a:r>
            <a:r>
              <a:rPr lang="fr-FR" sz="1870" b="0" dirty="0">
                <a:solidFill>
                  <a:srgbClr val="000000"/>
                </a:solidFill>
                <a:latin typeface="+mn-lt"/>
                <a:sym typeface="Wingdings" panose="05000000000000000000" pitchFamily="2" charset="2"/>
              </a:rPr>
              <a:t> 24/09/2026</a:t>
            </a:r>
          </a:p>
          <a:p>
            <a:pPr lvl="1" algn="just"/>
            <a:r>
              <a:rPr lang="fr-FR" sz="1870" dirty="0">
                <a:solidFill>
                  <a:srgbClr val="000000"/>
                </a:solidFill>
                <a:latin typeface="+mn-lt"/>
                <a:sym typeface="Wingdings" panose="05000000000000000000" pitchFamily="2" charset="2"/>
              </a:rPr>
              <a:t>Diffusion des outils annexes </a:t>
            </a:r>
            <a:r>
              <a:rPr lang="fr-FR" sz="1870" b="0" dirty="0">
                <a:solidFill>
                  <a:srgbClr val="000000"/>
                </a:solidFill>
                <a:latin typeface="+mn-lt"/>
                <a:sym typeface="Wingdings" panose="05000000000000000000" pitchFamily="2" charset="2"/>
              </a:rPr>
              <a:t>du standard  01/10/2026</a:t>
            </a:r>
          </a:p>
          <a:p>
            <a:pPr lvl="2" algn="just"/>
            <a:r>
              <a:rPr lang="fr-FR" sz="1870" dirty="0">
                <a:solidFill>
                  <a:srgbClr val="000000"/>
                </a:solidFill>
                <a:latin typeface="+mn-lt"/>
                <a:sym typeface="Wingdings" panose="05000000000000000000" pitchFamily="2" charset="2"/>
              </a:rPr>
              <a:t>Publication du standard et mobilisation/implémentation possible par les acteurs</a:t>
            </a:r>
          </a:p>
          <a:p>
            <a:pPr marL="809605" lvl="2" indent="0" algn="just">
              <a:buNone/>
            </a:pPr>
            <a:endParaRPr lang="fr-FR" sz="1870" b="0" dirty="0">
              <a:solidFill>
                <a:srgbClr val="000000"/>
              </a:solidFill>
              <a:latin typeface="+mn-lt"/>
              <a:sym typeface="Wingdings" panose="05000000000000000000" pitchFamily="2" charset="2"/>
            </a:endParaRPr>
          </a:p>
          <a:p>
            <a:pPr lvl="1" algn="just"/>
            <a:r>
              <a:rPr lang="fr-FR" sz="1870" b="0" dirty="0">
                <a:solidFill>
                  <a:srgbClr val="000000"/>
                </a:solidFill>
                <a:latin typeface="+mn-lt"/>
              </a:rPr>
              <a:t> </a:t>
            </a:r>
            <a:r>
              <a:rPr lang="fr-FR" sz="1870" dirty="0">
                <a:solidFill>
                  <a:srgbClr val="000000"/>
                </a:solidFill>
                <a:latin typeface="+mn-lt"/>
              </a:rPr>
              <a:t>Publication de l’arrêté ministériel </a:t>
            </a:r>
            <a:r>
              <a:rPr lang="fr-FR" sz="1870" b="0" dirty="0">
                <a:solidFill>
                  <a:srgbClr val="000000"/>
                </a:solidFill>
                <a:latin typeface="+mn-lt"/>
                <a:sym typeface="Wingdings" panose="05000000000000000000" pitchFamily="2" charset="2"/>
              </a:rPr>
              <a:t> après publication (dépendant du </a:t>
            </a:r>
            <a:r>
              <a:rPr lang="fr-FR" sz="1870" b="0">
                <a:solidFill>
                  <a:srgbClr val="000000"/>
                </a:solidFill>
                <a:latin typeface="+mn-lt"/>
                <a:sym typeface="Wingdings" panose="05000000000000000000" pitchFamily="2" charset="2"/>
              </a:rPr>
              <a:t>calendrier BO)</a:t>
            </a:r>
            <a:endParaRPr lang="fr-FR" sz="1870" b="0" dirty="0">
              <a:solidFill>
                <a:srgbClr val="000000"/>
              </a:solidFill>
              <a:latin typeface="+mn-lt"/>
              <a:sym typeface="Wingdings" panose="05000000000000000000" pitchFamily="2" charset="2"/>
            </a:endParaRPr>
          </a:p>
          <a:p>
            <a:pPr lvl="1" algn="just"/>
            <a:r>
              <a:rPr lang="fr-FR" sz="1870" b="0" dirty="0">
                <a:solidFill>
                  <a:srgbClr val="000000"/>
                </a:solidFill>
                <a:latin typeface="+mn-lt"/>
                <a:sym typeface="Wingdings" panose="05000000000000000000" pitchFamily="2" charset="2"/>
              </a:rPr>
              <a:t> </a:t>
            </a:r>
            <a:r>
              <a:rPr lang="fr-FR" sz="1870" dirty="0">
                <a:solidFill>
                  <a:srgbClr val="000000"/>
                </a:solidFill>
                <a:latin typeface="+mn-lt"/>
                <a:sym typeface="Wingdings" panose="05000000000000000000" pitchFamily="2" charset="2"/>
              </a:rPr>
              <a:t>Intégration du standard dans la BD TOPO </a:t>
            </a:r>
            <a:r>
              <a:rPr lang="fr-FR" sz="1870" b="0" dirty="0">
                <a:solidFill>
                  <a:srgbClr val="000000"/>
                </a:solidFill>
                <a:sym typeface="Wingdings" panose="05000000000000000000" pitchFamily="2" charset="2"/>
              </a:rPr>
              <a:t> </a:t>
            </a:r>
            <a:r>
              <a:rPr lang="fr-FR" sz="1870" b="0" dirty="0">
                <a:solidFill>
                  <a:srgbClr val="000000"/>
                </a:solidFill>
                <a:latin typeface="+mn-lt"/>
                <a:sym typeface="Wingdings" panose="05000000000000000000" pitchFamily="2" charset="2"/>
              </a:rPr>
              <a:t>horizon printemps 2027 </a:t>
            </a:r>
          </a:p>
          <a:p>
            <a:pPr marL="239994" lvl="1" indent="0" algn="just">
              <a:buNone/>
            </a:pPr>
            <a:endParaRPr lang="fr-FR" sz="1870" b="0" dirty="0">
              <a:solidFill>
                <a:srgbClr val="000000"/>
              </a:solidFill>
              <a:latin typeface="+mn-lt"/>
              <a:sym typeface="Wingdings" panose="05000000000000000000" pitchFamily="2" charset="2"/>
            </a:endParaRPr>
          </a:p>
          <a:p>
            <a:pPr lvl="1" algn="just"/>
            <a:r>
              <a:rPr lang="fr-FR" sz="1870" i="1" dirty="0">
                <a:solidFill>
                  <a:srgbClr val="000000"/>
                </a:solidFill>
                <a:latin typeface="+mn-lt"/>
                <a:sym typeface="Wingdings" panose="05000000000000000000" pitchFamily="2" charset="2"/>
              </a:rPr>
              <a:t> Aide au déploiement </a:t>
            </a:r>
            <a:r>
              <a:rPr lang="fr-FR" b="0" i="1" dirty="0">
                <a:solidFill>
                  <a:srgbClr val="000000"/>
                </a:solidFill>
                <a:sym typeface="Wingdings" panose="05000000000000000000" pitchFamily="2" charset="2"/>
              </a:rPr>
              <a:t> présentation à des réunions, GT, vidéos? </a:t>
            </a:r>
          </a:p>
          <a:p>
            <a:pPr marL="239994" lvl="1" indent="0" algn="just">
              <a:buNone/>
            </a:pPr>
            <a:r>
              <a:rPr lang="fr-FR" b="0" dirty="0">
                <a:solidFill>
                  <a:srgbClr val="000000"/>
                </a:solidFill>
                <a:sym typeface="Wingdings" panose="05000000000000000000" pitchFamily="2" charset="2"/>
              </a:rPr>
              <a:t>	</a:t>
            </a:r>
            <a:r>
              <a:rPr lang="fr-FR" b="0" i="1" dirty="0">
                <a:solidFill>
                  <a:srgbClr val="000000"/>
                </a:solidFill>
                <a:sym typeface="Wingdings" panose="05000000000000000000" pitchFamily="2" charset="2"/>
              </a:rPr>
              <a:t> N’hésitez pas à nous communiquer ces évènements</a:t>
            </a:r>
            <a:endParaRPr lang="fr-FR" sz="1870" b="0" i="1" dirty="0">
              <a:solidFill>
                <a:srgbClr val="000000"/>
              </a:solidFill>
              <a:latin typeface="+mn-lt"/>
              <a:sym typeface="Wingdings" panose="05000000000000000000" pitchFamily="2" charset="2"/>
            </a:endParaRPr>
          </a:p>
          <a:p>
            <a:pPr lvl="1" algn="just"/>
            <a:endParaRPr lang="fr-FR" sz="1867" b="0" dirty="0">
              <a:solidFill>
                <a:srgbClr val="000000"/>
              </a:solidFill>
              <a:sym typeface="Wingdings" panose="05000000000000000000" pitchFamily="2" charset="2"/>
            </a:endParaRPr>
          </a:p>
          <a:p>
            <a:pPr lvl="1" algn="just"/>
            <a:endParaRPr lang="fr-FR" sz="1867" b="0" dirty="0">
              <a:solidFill>
                <a:srgbClr val="000000"/>
              </a:solidFill>
              <a:latin typeface="+mn-lt"/>
            </a:endParaRPr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573BE2D5-0BF8-45D2-A792-A93B5FFBE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3323" y="268234"/>
            <a:ext cx="768085" cy="845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427B8787-529B-4DBD-8C14-94ED537BD06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0444" y="4650560"/>
            <a:ext cx="1549468" cy="1549468"/>
          </a:xfrm>
          <a:prstGeom prst="rect">
            <a:avLst/>
          </a:prstGeom>
        </p:spPr>
      </p:pic>
      <p:sp>
        <p:nvSpPr>
          <p:cNvPr id="5" name="Espace réservé de la date 2">
            <a:extLst>
              <a:ext uri="{FF2B5EF4-FFF2-40B4-BE49-F238E27FC236}">
                <a16:creationId xmlns:a16="http://schemas.microsoft.com/office/drawing/2014/main" id="{860A12EF-DEA4-D721-438C-BE086899D615}"/>
              </a:ext>
            </a:extLst>
          </p:cNvPr>
          <p:cNvSpPr txBox="1">
            <a:spLocks/>
          </p:cNvSpPr>
          <p:nvPr/>
        </p:nvSpPr>
        <p:spPr>
          <a:xfrm>
            <a:off x="10152000" y="6378000"/>
            <a:ext cx="1560000" cy="480000"/>
          </a:xfrm>
          <a:prstGeom prst="rect">
            <a:avLst/>
          </a:prstGeom>
        </p:spPr>
        <p:txBody>
          <a:bodyPr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1000" b="1" cap="all"/>
              <a:t>17/09/2026</a:t>
            </a:r>
            <a:endParaRPr lang="fr-FR" sz="1000" b="1" cap="all" dirty="0"/>
          </a:p>
        </p:txBody>
      </p:sp>
      <p:sp>
        <p:nvSpPr>
          <p:cNvPr id="9" name="Espace réservé du numéro de diapositive 16">
            <a:extLst>
              <a:ext uri="{FF2B5EF4-FFF2-40B4-BE49-F238E27FC236}">
                <a16:creationId xmlns:a16="http://schemas.microsoft.com/office/drawing/2014/main" id="{8E496D26-48A1-0061-F3BA-C8D17ABEC0D3}"/>
              </a:ext>
            </a:extLst>
          </p:cNvPr>
          <p:cNvSpPr txBox="1">
            <a:spLocks/>
          </p:cNvSpPr>
          <p:nvPr/>
        </p:nvSpPr>
        <p:spPr>
          <a:xfrm>
            <a:off x="8352000" y="6378000"/>
            <a:ext cx="1800000" cy="480000"/>
          </a:xfrm>
          <a:prstGeom prst="rect">
            <a:avLst/>
          </a:prstGeom>
        </p:spPr>
        <p:txBody>
          <a:bodyPr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33122C9-A0B9-462F-8757-0847AD287B63}" type="slidenum">
              <a:rPr lang="fr-FR" sz="1000" b="1" smtClean="0"/>
              <a:pPr algn="r"/>
              <a:t>27</a:t>
            </a:fld>
            <a:endParaRPr lang="fr-FR" sz="1000" b="1" dirty="0"/>
          </a:p>
        </p:txBody>
      </p:sp>
    </p:spTree>
    <p:extLst>
      <p:ext uri="{BB962C8B-B14F-4D97-AF65-F5344CB8AC3E}">
        <p14:creationId xmlns:p14="http://schemas.microsoft.com/office/powerpoint/2010/main" val="38816523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79861-249C-366B-BC08-0CD47ADBC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BB47581-0F68-A42C-B4C8-D34E07D31C5F}"/>
              </a:ext>
            </a:extLst>
          </p:cNvPr>
          <p:cNvSpPr/>
          <p:nvPr/>
        </p:nvSpPr>
        <p:spPr>
          <a:xfrm>
            <a:off x="2268415" y="764931"/>
            <a:ext cx="9231923" cy="63568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3FFA1EDE-5299-143F-B6C6-4B3874D17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335" y="2769990"/>
            <a:ext cx="11232000" cy="1318019"/>
          </a:xfrm>
        </p:spPr>
        <p:txBody>
          <a:bodyPr/>
          <a:lstStyle/>
          <a:p>
            <a:pPr marL="0" indent="0">
              <a:buNone/>
            </a:pPr>
            <a:r>
              <a:rPr lang="fr-FR" sz="4400" dirty="0" err="1">
                <a:solidFill>
                  <a:srgbClr val="000000"/>
                </a:solidFill>
              </a:rPr>
              <a:t>Retex</a:t>
            </a:r>
            <a:r>
              <a:rPr lang="fr-FR" sz="4400" dirty="0">
                <a:solidFill>
                  <a:srgbClr val="000000"/>
                </a:solidFill>
              </a:rPr>
              <a:t> du GT</a:t>
            </a:r>
            <a:endParaRPr lang="fr-FR" dirty="0"/>
          </a:p>
        </p:txBody>
      </p:sp>
      <p:pic>
        <p:nvPicPr>
          <p:cNvPr id="17" name="Picture 9">
            <a:extLst>
              <a:ext uri="{FF2B5EF4-FFF2-40B4-BE49-F238E27FC236}">
                <a16:creationId xmlns:a16="http://schemas.microsoft.com/office/drawing/2014/main" id="{D56F6DBE-DD46-9645-CEA1-1DC98D371B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815" y="77849"/>
            <a:ext cx="768085" cy="845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Espace réservé du pied de page 10">
            <a:extLst>
              <a:ext uri="{FF2B5EF4-FFF2-40B4-BE49-F238E27FC236}">
                <a16:creationId xmlns:a16="http://schemas.microsoft.com/office/drawing/2014/main" id="{BEA6A093-40EA-B74B-31C3-4F31C7176AAD}"/>
              </a:ext>
            </a:extLst>
          </p:cNvPr>
          <p:cNvSpPr txBox="1">
            <a:spLocks/>
          </p:cNvSpPr>
          <p:nvPr/>
        </p:nvSpPr>
        <p:spPr bwMode="gray">
          <a:xfrm>
            <a:off x="504335" y="6438000"/>
            <a:ext cx="5904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Institut national de l’information  géographique et forestière</a:t>
            </a:r>
            <a:endParaRPr lang="fr-FR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154FF32-D022-53E4-0E2F-B2EEE7BC3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 cap="all"/>
              <a:t>17/09/2026</a:t>
            </a:r>
            <a:endParaRPr lang="fr-FR" cap="all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F570BD9-8438-AE07-BCE6-E377678A5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28</a:t>
            </a:fld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5DB43ED-9397-EC53-BAAB-FA298E9708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0956" y="2226562"/>
            <a:ext cx="1716788" cy="1716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612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8204C-5973-11A2-2160-FA3A7E226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147103-0E20-00B5-A2C6-E66333B4F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3606" y="228894"/>
            <a:ext cx="9479065" cy="812501"/>
          </a:xfrm>
        </p:spPr>
        <p:txBody>
          <a:bodyPr/>
          <a:lstStyle/>
          <a:p>
            <a:pPr algn="ctr"/>
            <a:r>
              <a:rPr lang="fr-FR" dirty="0" err="1"/>
              <a:t>Retex</a:t>
            </a:r>
            <a:r>
              <a:rPr lang="fr-FR" dirty="0"/>
              <a:t> des travaux</a:t>
            </a:r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148F4F5C-6DB2-40B2-6022-18E43D719D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3323" y="268234"/>
            <a:ext cx="768085" cy="845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Espace réservé du pied de page 10">
            <a:extLst>
              <a:ext uri="{FF2B5EF4-FFF2-40B4-BE49-F238E27FC236}">
                <a16:creationId xmlns:a16="http://schemas.microsoft.com/office/drawing/2014/main" id="{8DB30C25-B41D-9105-4040-A3ECEF7B30AE}"/>
              </a:ext>
            </a:extLst>
          </p:cNvPr>
          <p:cNvSpPr txBox="1">
            <a:spLocks/>
          </p:cNvSpPr>
          <p:nvPr/>
        </p:nvSpPr>
        <p:spPr bwMode="gray">
          <a:xfrm>
            <a:off x="504335" y="6438000"/>
            <a:ext cx="5904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Institut national de l’information  géographique et forestière</a:t>
            </a:r>
            <a:endParaRPr lang="fr-FR" dirty="0"/>
          </a:p>
        </p:txBody>
      </p:sp>
      <p:sp>
        <p:nvSpPr>
          <p:cNvPr id="29" name="Espace réservé du numéro de diapositive 16">
            <a:extLst>
              <a:ext uri="{FF2B5EF4-FFF2-40B4-BE49-F238E27FC236}">
                <a16:creationId xmlns:a16="http://schemas.microsoft.com/office/drawing/2014/main" id="{7B85542C-6044-CB98-95F1-663A55982547}"/>
              </a:ext>
            </a:extLst>
          </p:cNvPr>
          <p:cNvSpPr txBox="1">
            <a:spLocks/>
          </p:cNvSpPr>
          <p:nvPr/>
        </p:nvSpPr>
        <p:spPr>
          <a:xfrm>
            <a:off x="8352000" y="6378000"/>
            <a:ext cx="1800000" cy="480000"/>
          </a:xfrm>
          <a:prstGeom prst="rect">
            <a:avLst/>
          </a:prstGeom>
        </p:spPr>
        <p:txBody>
          <a:bodyPr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33122C9-A0B9-462F-8757-0847AD287B63}" type="slidenum">
              <a:rPr lang="fr-FR" sz="1000" b="1" smtClean="0"/>
              <a:pPr algn="r"/>
              <a:t>29</a:t>
            </a:fld>
            <a:endParaRPr lang="fr-FR" sz="1000" b="1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AF29233-24B8-D4B9-DCD5-6A675C147C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5165E84B-B3C0-0CD3-913D-F62E5F42AC2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223680" y="2057381"/>
            <a:ext cx="11662887" cy="4740619"/>
          </a:xfrm>
        </p:spPr>
        <p:txBody>
          <a:bodyPr/>
          <a:lstStyle/>
          <a:p>
            <a:pPr marL="239994" lvl="1" indent="0" algn="ctr">
              <a:buNone/>
            </a:pPr>
            <a:r>
              <a:rPr lang="fr-FR" sz="1870" dirty="0">
                <a:solidFill>
                  <a:srgbClr val="000000"/>
                </a:solidFill>
                <a:latin typeface="+mn-lt"/>
              </a:rPr>
              <a:t>Formulaire interne concernant </a:t>
            </a:r>
          </a:p>
          <a:p>
            <a:pPr marL="239994" lvl="1" indent="0" algn="ctr">
              <a:buNone/>
            </a:pPr>
            <a:r>
              <a:rPr lang="fr-FR" sz="1870" dirty="0">
                <a:solidFill>
                  <a:srgbClr val="000000"/>
                </a:solidFill>
                <a:latin typeface="+mn-lt"/>
              </a:rPr>
              <a:t>La gestion, l’animation et le déroulement du GT sera distribué </a:t>
            </a:r>
          </a:p>
          <a:p>
            <a:pPr marL="239994" lvl="1" indent="0" algn="ctr">
              <a:buNone/>
            </a:pPr>
            <a:r>
              <a:rPr lang="fr-FR" sz="1870" dirty="0">
                <a:solidFill>
                  <a:srgbClr val="000000"/>
                </a:solidFill>
                <a:latin typeface="+mn-lt"/>
              </a:rPr>
              <a:t>par mail</a:t>
            </a:r>
          </a:p>
          <a:p>
            <a:pPr lvl="1" algn="just"/>
            <a:endParaRPr lang="fr-FR" sz="1867" b="0" dirty="0">
              <a:solidFill>
                <a:srgbClr val="000000"/>
              </a:solidFill>
              <a:latin typeface="+mn-lt"/>
            </a:endParaRP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1E5560C7-3C8F-118F-133C-D3B857EA90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8750" y="3591958"/>
            <a:ext cx="1774057" cy="1774057"/>
          </a:xfrm>
          <a:prstGeom prst="rect">
            <a:avLst/>
          </a:prstGeom>
        </p:spPr>
      </p:pic>
      <p:sp>
        <p:nvSpPr>
          <p:cNvPr id="12" name="Espace réservé de la date 2">
            <a:extLst>
              <a:ext uri="{FF2B5EF4-FFF2-40B4-BE49-F238E27FC236}">
                <a16:creationId xmlns:a16="http://schemas.microsoft.com/office/drawing/2014/main" id="{661C60C8-D189-C5CB-7D85-83AF190D6C6B}"/>
              </a:ext>
            </a:extLst>
          </p:cNvPr>
          <p:cNvSpPr txBox="1">
            <a:spLocks/>
          </p:cNvSpPr>
          <p:nvPr/>
        </p:nvSpPr>
        <p:spPr>
          <a:xfrm>
            <a:off x="10152000" y="6378000"/>
            <a:ext cx="1560000" cy="480000"/>
          </a:xfrm>
          <a:prstGeom prst="rect">
            <a:avLst/>
          </a:prstGeom>
        </p:spPr>
        <p:txBody>
          <a:bodyPr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1000" b="1" cap="all" dirty="0"/>
              <a:t>17/09/2026</a:t>
            </a:r>
          </a:p>
        </p:txBody>
      </p:sp>
    </p:spTree>
    <p:extLst>
      <p:ext uri="{BB962C8B-B14F-4D97-AF65-F5344CB8AC3E}">
        <p14:creationId xmlns:p14="http://schemas.microsoft.com/office/powerpoint/2010/main" val="14674842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78DFD-BEB9-ECD2-62D1-3D052BBB6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6CC765-25B5-8B71-C306-EF9FFCBB5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3606" y="228894"/>
            <a:ext cx="9479065" cy="812501"/>
          </a:xfrm>
        </p:spPr>
        <p:txBody>
          <a:bodyPr/>
          <a:lstStyle/>
          <a:p>
            <a:pPr algn="ctr"/>
            <a:r>
              <a:rPr lang="fr-FR" dirty="0"/>
              <a:t>Participants GT</a:t>
            </a:r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6668EF4C-A0D7-3B3A-1E47-89CB026393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3323" y="268234"/>
            <a:ext cx="768085" cy="845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4" name="Tableau 13">
            <a:extLst>
              <a:ext uri="{FF2B5EF4-FFF2-40B4-BE49-F238E27FC236}">
                <a16:creationId xmlns:a16="http://schemas.microsoft.com/office/drawing/2014/main" id="{681A8D93-D943-65A8-1C93-F0CC9A2417CF}"/>
              </a:ext>
            </a:extLst>
          </p:cNvPr>
          <p:cNvGraphicFramePr>
            <a:graphicFrameLocks noGrp="1"/>
          </p:cNvGraphicFramePr>
          <p:nvPr/>
        </p:nvGraphicFramePr>
        <p:xfrm>
          <a:off x="308124" y="1333572"/>
          <a:ext cx="11575752" cy="3411220"/>
        </p:xfrm>
        <a:graphic>
          <a:graphicData uri="http://schemas.openxmlformats.org/drawingml/2006/table">
            <a:tbl>
              <a:tblPr/>
              <a:tblGrid>
                <a:gridCol w="5658954">
                  <a:extLst>
                    <a:ext uri="{9D8B030D-6E8A-4147-A177-3AD203B41FA5}">
                      <a16:colId xmlns:a16="http://schemas.microsoft.com/office/drawing/2014/main" val="370660507"/>
                    </a:ext>
                  </a:extLst>
                </a:gridCol>
                <a:gridCol w="5916798">
                  <a:extLst>
                    <a:ext uri="{9D8B030D-6E8A-4147-A177-3AD203B41FA5}">
                      <a16:colId xmlns:a16="http://schemas.microsoft.com/office/drawing/2014/main" val="4055825653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ARDFCI  </a:t>
                      </a:r>
                      <a:r>
                        <a:rPr lang="fr-FR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(Association Régionale DFCI)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FORET D'ICI</a:t>
                      </a: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5283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CFBL</a:t>
                      </a:r>
                      <a:r>
                        <a:rPr lang="fr-FR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(Coopérative forestière)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Fransylva</a:t>
                      </a: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488448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CNPF </a:t>
                      </a:r>
                      <a:r>
                        <a:rPr lang="fr-FR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(Centre National de la Propriété Forestière)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GCF </a:t>
                      </a:r>
                      <a:r>
                        <a:rPr lang="fr-FR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(Groupe Coopération Forestière)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1172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CRIGE PACA (Centre de Ressources en Information Géographique en PACA)</a:t>
                      </a: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GIP ATGeRi</a:t>
                      </a:r>
                      <a:r>
                        <a:rPr lang="fr-FR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(Groupement d’Intérêt Public Aménagement du Territoire et Gestion des Risques)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206494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DDT39 Jura </a:t>
                      </a:r>
                      <a:r>
                        <a:rPr lang="fr-FR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(Direction Départementale des Territoires) 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IGN</a:t>
                      </a:r>
                      <a:r>
                        <a:rPr lang="fr-FR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(Institut national de l'information géographique et forestière)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71907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DDT55 Meuse</a:t>
                      </a: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Ministère de l'Agriculture et de la Souveraineté alimentaire</a:t>
                      </a: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146194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DDT68 Haut Rhin</a:t>
                      </a: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Ministère de l'Intérieur - BOMSIS</a:t>
                      </a: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80225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242424"/>
                          </a:solidFill>
                          <a:effectLst/>
                          <a:latin typeface="+mn-lt"/>
                        </a:rPr>
                        <a:t>DDT88 Vosges</a:t>
                      </a: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ONF</a:t>
                      </a:r>
                      <a:r>
                        <a:rPr lang="fr-FR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(Office National des Forêts)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457864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DPFM </a:t>
                      </a:r>
                      <a:r>
                        <a:rPr lang="fr-FR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(Délégation à la Protection de la Forêt Méditerranéenne)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OPENIG</a:t>
                      </a:r>
                      <a:r>
                        <a:rPr lang="fr-FR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(Occitanie Pyrénées en Intelligence Géomatique)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002054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DRAAF Auvergne Rhône Alpes</a:t>
                      </a: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SDIS17 Charente </a:t>
                      </a:r>
                      <a:r>
                        <a:rPr lang="fr-FR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(Service Départemental d'Incendie et de Secours)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86774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Entente Valabre</a:t>
                      </a: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242424"/>
                          </a:solidFill>
                          <a:effectLst/>
                          <a:latin typeface="+mn-lt"/>
                        </a:rPr>
                        <a:t>SDIS66 Pyrénées-Orientales</a:t>
                      </a: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881815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FCBA</a:t>
                      </a:r>
                      <a:r>
                        <a:rPr lang="fr-FR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(Institut technologie Forêt Cellulose Bois-Construction Ameublement)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Transport Mauffrey</a:t>
                      </a: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186681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FNCOFOR </a:t>
                      </a:r>
                      <a:r>
                        <a:rPr lang="fr-FR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(Fédération nationale des communes forestières)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Transports Fontan</a:t>
                      </a: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802418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FNEDT </a:t>
                      </a:r>
                      <a:r>
                        <a:rPr lang="fr-FR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(Fédération nationale des entrepreneurs de travaux agricoles, forestiers et ruraux)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Transports </a:t>
                      </a:r>
                      <a:r>
                        <a:rPr lang="fr-F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Masnada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1753756"/>
                  </a:ext>
                </a:extLst>
              </a:tr>
            </a:tbl>
          </a:graphicData>
        </a:graphic>
      </p:graphicFrame>
      <p:sp>
        <p:nvSpPr>
          <p:cNvPr id="20" name="Espace réservé du contenu 2">
            <a:extLst>
              <a:ext uri="{FF2B5EF4-FFF2-40B4-BE49-F238E27FC236}">
                <a16:creationId xmlns:a16="http://schemas.microsoft.com/office/drawing/2014/main" id="{02A31DA0-984B-62D9-A15F-BB5080A42C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71119" y="5184035"/>
            <a:ext cx="3896278" cy="1757824"/>
          </a:xfrm>
        </p:spPr>
        <p:txBody>
          <a:bodyPr/>
          <a:lstStyle/>
          <a:p>
            <a:pPr marL="239994" lvl="1" indent="0">
              <a:buNone/>
            </a:pPr>
            <a:r>
              <a:rPr lang="fr-FR" sz="1100" b="0" dirty="0">
                <a:solidFill>
                  <a:srgbClr val="000000"/>
                </a:solidFill>
                <a:latin typeface="+mn-lt"/>
              </a:rPr>
              <a:t>Liste diffusion </a:t>
            </a:r>
            <a:r>
              <a:rPr lang="fr-FR" sz="1100" b="0" dirty="0">
                <a:solidFill>
                  <a:srgbClr val="000000"/>
                </a:solidFill>
                <a:latin typeface="+mn-lt"/>
                <a:sym typeface="Wingdings" panose="05000000000000000000" pitchFamily="2" charset="2"/>
              </a:rPr>
              <a:t> </a:t>
            </a:r>
            <a:r>
              <a:rPr lang="fr-FR" sz="1100" b="0" dirty="0">
                <a:solidFill>
                  <a:srgbClr val="000000"/>
                </a:solidFill>
                <a:latin typeface="+mn-lt"/>
              </a:rPr>
              <a:t>+100aine personnes </a:t>
            </a:r>
          </a:p>
          <a:p>
            <a:pPr marL="239994" lvl="1" indent="0">
              <a:buNone/>
            </a:pPr>
            <a:r>
              <a:rPr lang="fr-FR" sz="1100" b="0" dirty="0">
                <a:solidFill>
                  <a:srgbClr val="000000"/>
                </a:solidFill>
                <a:latin typeface="+mn-lt"/>
              </a:rPr>
              <a:t>5aine membres actifs jusqu’ici dans le GT</a:t>
            </a:r>
          </a:p>
          <a:p>
            <a:pPr marL="239994" lvl="1" indent="0">
              <a:buNone/>
            </a:pPr>
            <a:r>
              <a:rPr lang="fr-FR" sz="1100" b="0" dirty="0">
                <a:solidFill>
                  <a:srgbClr val="000000"/>
                </a:solidFill>
                <a:latin typeface="+mn-lt"/>
              </a:rPr>
              <a:t>Sous-groupe Points d’eau </a:t>
            </a:r>
            <a:r>
              <a:rPr lang="fr-FR" sz="1100" b="0" dirty="0">
                <a:solidFill>
                  <a:srgbClr val="000000"/>
                </a:solidFill>
                <a:latin typeface="+mn-lt"/>
                <a:sym typeface="Wingdings" panose="05000000000000000000" pitchFamily="2" charset="2"/>
              </a:rPr>
              <a:t> </a:t>
            </a:r>
            <a:r>
              <a:rPr lang="fr-FR" sz="1100" b="0" dirty="0">
                <a:solidFill>
                  <a:srgbClr val="000000"/>
                </a:solidFill>
                <a:latin typeface="+mn-lt"/>
              </a:rPr>
              <a:t>40aine de volontaires</a:t>
            </a:r>
          </a:p>
        </p:txBody>
      </p:sp>
      <p:sp>
        <p:nvSpPr>
          <p:cNvPr id="26" name="Espace réservé du pied de page 10">
            <a:extLst>
              <a:ext uri="{FF2B5EF4-FFF2-40B4-BE49-F238E27FC236}">
                <a16:creationId xmlns:a16="http://schemas.microsoft.com/office/drawing/2014/main" id="{93175C34-24F0-C706-3F02-99C472273A06}"/>
              </a:ext>
            </a:extLst>
          </p:cNvPr>
          <p:cNvSpPr txBox="1">
            <a:spLocks/>
          </p:cNvSpPr>
          <p:nvPr/>
        </p:nvSpPr>
        <p:spPr bwMode="gray">
          <a:xfrm>
            <a:off x="504335" y="6438000"/>
            <a:ext cx="5904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Institut national de l’information  géographique et forestière</a:t>
            </a:r>
            <a:endParaRPr lang="fr-FR" dirty="0"/>
          </a:p>
        </p:txBody>
      </p:sp>
      <p:sp>
        <p:nvSpPr>
          <p:cNvPr id="29" name="Espace réservé du numéro de diapositive 16">
            <a:extLst>
              <a:ext uri="{FF2B5EF4-FFF2-40B4-BE49-F238E27FC236}">
                <a16:creationId xmlns:a16="http://schemas.microsoft.com/office/drawing/2014/main" id="{30E7CCB6-6CB5-0157-7804-C9DC5D37EAE3}"/>
              </a:ext>
            </a:extLst>
          </p:cNvPr>
          <p:cNvSpPr txBox="1">
            <a:spLocks/>
          </p:cNvSpPr>
          <p:nvPr/>
        </p:nvSpPr>
        <p:spPr>
          <a:xfrm>
            <a:off x="8352000" y="6378000"/>
            <a:ext cx="1800000" cy="480000"/>
          </a:xfrm>
          <a:prstGeom prst="rect">
            <a:avLst/>
          </a:prstGeom>
        </p:spPr>
        <p:txBody>
          <a:bodyPr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33122C9-A0B9-462F-8757-0847AD287B63}" type="slidenum">
              <a:rPr lang="fr-FR" sz="1000" b="1" smtClean="0"/>
              <a:pPr algn="r"/>
              <a:t>30</a:t>
            </a:fld>
            <a:endParaRPr lang="fr-FR" sz="1000" b="1" dirty="0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D88550EC-8F24-0432-9E20-3DCD9B0032B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0969" y="168504"/>
            <a:ext cx="773723" cy="773723"/>
          </a:xfrm>
          <a:prstGeom prst="rect">
            <a:avLst/>
          </a:prstGeom>
          <a:ln>
            <a:noFill/>
          </a:ln>
        </p:spPr>
      </p:pic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5A1FD79-398F-028B-FC24-4790C7F920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0" name="Espace réservé de la date 2">
            <a:extLst>
              <a:ext uri="{FF2B5EF4-FFF2-40B4-BE49-F238E27FC236}">
                <a16:creationId xmlns:a16="http://schemas.microsoft.com/office/drawing/2014/main" id="{00F8A869-94D2-A1EC-2810-EB2528B60EC5}"/>
              </a:ext>
            </a:extLst>
          </p:cNvPr>
          <p:cNvSpPr txBox="1">
            <a:spLocks/>
          </p:cNvSpPr>
          <p:nvPr/>
        </p:nvSpPr>
        <p:spPr>
          <a:xfrm>
            <a:off x="10152000" y="6378000"/>
            <a:ext cx="1560000" cy="480000"/>
          </a:xfrm>
          <a:prstGeom prst="rect">
            <a:avLst/>
          </a:prstGeom>
        </p:spPr>
        <p:txBody>
          <a:bodyPr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1000" b="1" cap="all"/>
              <a:t>17/09/2026</a:t>
            </a:r>
            <a:endParaRPr lang="fr-FR" sz="1000" b="1" cap="all" dirty="0"/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699FD766-E6EB-8FA9-66BA-8CABA86C1871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23609" y="4964497"/>
            <a:ext cx="1893276" cy="1357678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44AC918F-2EF7-8290-D800-4307B568687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7033" y="5288934"/>
            <a:ext cx="1012579" cy="708805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5B5E5091-D464-8054-B209-A661FA2096C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0056" y="5285302"/>
            <a:ext cx="1499621" cy="716069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AAFD092F-9A2E-0788-1890-2086B8932AE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0817" y="5116722"/>
            <a:ext cx="1732285" cy="1053229"/>
          </a:xfrm>
          <a:prstGeom prst="rect">
            <a:avLst/>
          </a:prstGeom>
        </p:spPr>
      </p:pic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6082EF08-45FE-66FA-1EFB-6760BBBD3F42}"/>
              </a:ext>
            </a:extLst>
          </p:cNvPr>
          <p:cNvSpPr/>
          <p:nvPr/>
        </p:nvSpPr>
        <p:spPr>
          <a:xfrm>
            <a:off x="3846214" y="1554300"/>
            <a:ext cx="4499572" cy="374940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/>
              <a:t>Merci pour votre participation et bravo !</a:t>
            </a:r>
          </a:p>
          <a:p>
            <a:pPr algn="ctr"/>
            <a:endParaRPr lang="fr-FR" sz="2000" b="1" dirty="0"/>
          </a:p>
          <a:p>
            <a:pPr algn="ctr"/>
            <a:endParaRPr lang="fr-FR" sz="2000" b="1" dirty="0"/>
          </a:p>
          <a:p>
            <a:pPr algn="ctr"/>
            <a:endParaRPr lang="fr-FR" sz="2000" b="1" dirty="0"/>
          </a:p>
          <a:p>
            <a:pPr algn="ctr"/>
            <a:endParaRPr lang="fr-FR" sz="2000" b="1" dirty="0"/>
          </a:p>
          <a:p>
            <a:pPr algn="ctr"/>
            <a:endParaRPr lang="fr-FR" sz="2000" b="1" dirty="0"/>
          </a:p>
          <a:p>
            <a:pPr algn="ctr"/>
            <a:endParaRPr lang="fr-FR" sz="2000" b="1" dirty="0"/>
          </a:p>
          <a:p>
            <a:pPr algn="ctr"/>
            <a:endParaRPr lang="fr-FR" sz="2000" b="1" dirty="0"/>
          </a:p>
          <a:p>
            <a:pPr algn="ctr"/>
            <a:endParaRPr lang="fr-FR" sz="2000" b="1" dirty="0"/>
          </a:p>
          <a:p>
            <a:pPr algn="ctr"/>
            <a:endParaRPr lang="fr-FR" sz="2000" b="1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B00D423A-D35D-E300-B122-89F9B635BFB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1417" y="2558951"/>
            <a:ext cx="2449165" cy="2449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402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theme/theme1.xml><?xml version="1.0" encoding="utf-8"?>
<a:theme xmlns:a="http://schemas.openxmlformats.org/drawingml/2006/main" name="1-Titre-Tex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ésentation1" id="{2952DC11-F334-489B-B96D-9712F7EDF3CC}" vid="{294C8431-1043-40E1-8AF0-DAA4A8978261}"/>
    </a:ext>
  </a:extLst>
</a:theme>
</file>

<file path=ppt/theme/theme2.xml><?xml version="1.0" encoding="utf-8"?>
<a:theme xmlns:a="http://schemas.openxmlformats.org/drawingml/2006/main" name="1_ppt_operateurs_marianne">
  <a:themeElements>
    <a:clrScheme name="GOUVERNEMENT PPT">
      <a:dk1>
        <a:srgbClr val="000000"/>
      </a:dk1>
      <a:lt1>
        <a:srgbClr val="FFFFFF"/>
      </a:lt1>
      <a:dk2>
        <a:srgbClr val="000091"/>
      </a:dk2>
      <a:lt2>
        <a:srgbClr val="E1000F"/>
      </a:lt2>
      <a:accent1>
        <a:srgbClr val="005841"/>
      </a:accent1>
      <a:accent2>
        <a:srgbClr val="21215A"/>
      </a:accent2>
      <a:accent3>
        <a:srgbClr val="FFD500"/>
      </a:accent3>
      <a:accent4>
        <a:srgbClr val="EA5433"/>
      </a:accent4>
      <a:accent5>
        <a:srgbClr val="8C2237"/>
      </a:accent5>
      <a:accent6>
        <a:srgbClr val="49311F"/>
      </a:accent6>
      <a:hlink>
        <a:srgbClr val="000000"/>
      </a:hlink>
      <a:folHlink>
        <a:srgbClr val="000000"/>
      </a:folHlink>
    </a:clrScheme>
    <a:fontScheme name="GOUVERNEMENT PPT">
      <a:majorFont>
        <a:latin typeface="Marianne"/>
        <a:ea typeface=""/>
        <a:cs typeface=""/>
      </a:majorFont>
      <a:minorFont>
        <a:latin typeface="Mariann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486f84b-88b9-4459-bbe1-3ce207c7425f" xsi:nil="true"/>
    <lcf76f155ced4ddcb4097134ff3c332f xmlns="4d568f87-b25f-475a-a26b-5a1bcde8677b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AA600EF525E845A794782CB692D6B7" ma:contentTypeVersion="12" ma:contentTypeDescription="Crée un document." ma:contentTypeScope="" ma:versionID="45133187a599b4bba422c4e82da267ae">
  <xsd:schema xmlns:xsd="http://www.w3.org/2001/XMLSchema" xmlns:xs="http://www.w3.org/2001/XMLSchema" xmlns:p="http://schemas.microsoft.com/office/2006/metadata/properties" xmlns:ns2="4d568f87-b25f-475a-a26b-5a1bcde8677b" xmlns:ns3="a486f84b-88b9-4459-bbe1-3ce207c7425f" targetNamespace="http://schemas.microsoft.com/office/2006/metadata/properties" ma:root="true" ma:fieldsID="4e130176ad47eb97b39a20183f2e8d36" ns2:_="" ns3:_="">
    <xsd:import namespace="4d568f87-b25f-475a-a26b-5a1bcde8677b"/>
    <xsd:import namespace="a486f84b-88b9-4459-bbe1-3ce207c7425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568f87-b25f-475a-a26b-5a1bcde8677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Balises d’images" ma:readOnly="false" ma:fieldId="{5cf76f15-5ced-4ddc-b409-7134ff3c332f}" ma:taxonomyMulti="true" ma:sspId="763f9de7-cc90-4eb3-be2e-7de001983ea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86f84b-88b9-4459-bbe1-3ce207c7425f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bee0ccfe-4488-482a-93ce-8802051c9c2f}" ma:internalName="TaxCatchAll" ma:showField="CatchAllData" ma:web="a486f84b-88b9-4459-bbe1-3ce207c7425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4DD4696-884E-4199-AB2F-0FA1DFAA521D}">
  <ds:schemaRefs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http://purl.org/dc/elements/1.1/"/>
    <ds:schemaRef ds:uri="a486f84b-88b9-4459-bbe1-3ce207c7425f"/>
    <ds:schemaRef ds:uri="4d568f87-b25f-475a-a26b-5a1bcde8677b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C9ADF05A-8AEA-48DF-87BB-9DFB8396FDA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5F9241D-9E8E-43D6-A8CD-F8C48A1C46F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d568f87-b25f-475a-a26b-5a1bcde8677b"/>
    <ds:schemaRef ds:uri="a486f84b-88b9-4459-bbe1-3ce207c7425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3876b373-7e2c-4857-b024-53326b5b4bb2}" enabled="0" method="" siteId="{3876b373-7e2c-4857-b024-53326b5b4bb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Masque FCBA-2017</Template>
  <TotalTime>1816</TotalTime>
  <Words>2733</Words>
  <Application>Microsoft Office PowerPoint</Application>
  <PresentationFormat>Grand écran</PresentationFormat>
  <Paragraphs>409</Paragraphs>
  <Slides>30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30</vt:i4>
      </vt:variant>
    </vt:vector>
  </HeadingPairs>
  <TitlesOfParts>
    <vt:vector size="38" baseType="lpstr">
      <vt:lpstr>Arial</vt:lpstr>
      <vt:lpstr>Calibri</vt:lpstr>
      <vt:lpstr>Courier New</vt:lpstr>
      <vt:lpstr>Marianne</vt:lpstr>
      <vt:lpstr>Webdings</vt:lpstr>
      <vt:lpstr>Wingdings</vt:lpstr>
      <vt:lpstr>1-Titre-Texte</vt:lpstr>
      <vt:lpstr>1_ppt_operateurs_marianne</vt:lpstr>
      <vt:lpstr>Présentation PowerPoint</vt:lpstr>
      <vt:lpstr>Présentation PowerPoint</vt:lpstr>
      <vt:lpstr>Présentation PowerPoint</vt:lpstr>
      <vt:lpstr>Présentation PowerPoint</vt:lpstr>
      <vt:lpstr>Introduction des pilotes</vt:lpstr>
      <vt:lpstr>GT CNIG Dessertes en forêt :  Transport de bois et DFCI</vt:lpstr>
      <vt:lpstr>Présentation du standard  et remise en contexte</vt:lpstr>
      <vt:lpstr>Loi incendie de juillet 2023    </vt:lpstr>
      <vt:lpstr>Projet et objectif</vt:lpstr>
      <vt:lpstr>Participants GT</vt:lpstr>
      <vt:lpstr>Changements induits par  l'appel à commentaires</vt:lpstr>
      <vt:lpstr>Rappels</vt:lpstr>
      <vt:lpstr>Changements V2.0 à V2.1 </vt:lpstr>
      <vt:lpstr>Plus précisément</vt:lpstr>
      <vt:lpstr>Plus précisément</vt:lpstr>
      <vt:lpstr>Plus précisément</vt:lpstr>
      <vt:lpstr>Plus précisément</vt:lpstr>
      <vt:lpstr>Discussions</vt:lpstr>
      <vt:lpstr>Données Ressources en eau </vt:lpstr>
      <vt:lpstr>Données Ressources en eau </vt:lpstr>
      <vt:lpstr>Vote pour l'image  de couverture</vt:lpstr>
      <vt:lpstr>Propositions</vt:lpstr>
      <vt:lpstr>outils annexes du standard</vt:lpstr>
      <vt:lpstr>Livrables </vt:lpstr>
      <vt:lpstr>Suite des évènements</vt:lpstr>
      <vt:lpstr>Processus d’élaboration d’un standard</vt:lpstr>
      <vt:lpstr>Planning prévisionnel</vt:lpstr>
      <vt:lpstr>Retex du GT</vt:lpstr>
      <vt:lpstr>Retex des travaux</vt:lpstr>
      <vt:lpstr>Participants GT</vt:lpstr>
    </vt:vector>
  </TitlesOfParts>
  <Company>FCBA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SCENARIO PLANNING FOR SKID TRAIL IMPLEMENTATION  AND LONG TERM TRAFFICABILITY</dc:title>
  <dc:creator>GINET Christophe</dc:creator>
  <cp:lastModifiedBy>Marion Lacroix</cp:lastModifiedBy>
  <cp:revision>149</cp:revision>
  <cp:lastPrinted>2023-06-26T09:08:24Z</cp:lastPrinted>
  <dcterms:created xsi:type="dcterms:W3CDTF">2017-08-17T05:12:22Z</dcterms:created>
  <dcterms:modified xsi:type="dcterms:W3CDTF">2026-09-29T12:48:46Z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0x01010054AA600EF525E845A794782CB692D6B7</vt:lpwstr>
  </property>
  <property fmtid="{D5CDD505-2E9C-101B-9397-08002B2CF9AE}" pid="3" name="MediaServiceImageTags">
    <vt:lpwstr/>
  </property>
</Properties>
</file>